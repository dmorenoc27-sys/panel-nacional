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760" r:id="rId2"/>
    <p:sldId id="772" r:id="rId3"/>
    <p:sldId id="761" r:id="rId4"/>
    <p:sldId id="776" r:id="rId5"/>
    <p:sldId id="778" r:id="rId6"/>
    <p:sldId id="779" r:id="rId7"/>
    <p:sldId id="269" r:id="rId8"/>
    <p:sldId id="259" r:id="rId9"/>
    <p:sldId id="274" r:id="rId10"/>
    <p:sldId id="276" r:id="rId11"/>
    <p:sldId id="275" r:id="rId12"/>
    <p:sldId id="258" r:id="rId13"/>
    <p:sldId id="777" r:id="rId14"/>
    <p:sldId id="271" r:id="rId15"/>
    <p:sldId id="284" r:id="rId16"/>
    <p:sldId id="282" r:id="rId17"/>
    <p:sldId id="270" r:id="rId18"/>
    <p:sldId id="775" r:id="rId19"/>
    <p:sldId id="781" r:id="rId20"/>
    <p:sldId id="780" r:id="rId21"/>
    <p:sldId id="782" r:id="rId22"/>
    <p:sldId id="783" r:id="rId23"/>
  </p:sldIdLst>
  <p:sldSz cx="12192000" cy="6858000"/>
  <p:notesSz cx="6797675" cy="9926638"/>
  <p:embeddedFontLst>
    <p:embeddedFont>
      <p:font typeface="Aptos Narrow" panose="020B0604020202020204" charset="0"/>
      <p:regular r:id="rId25"/>
      <p:bold r:id="rId26"/>
      <p:italic r:id="rId27"/>
      <p:boldItalic r:id="rId28"/>
    </p:embeddedFont>
    <p:embeddedFont>
      <p:font typeface="Arial Black" panose="020B0A04020102020204" pitchFamily="34" charset="0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Poppins" panose="00000500000000000000" pitchFamily="2" charset="0"/>
      <p:regular r:id="rId38"/>
      <p:bold r:id="rId39"/>
      <p:italic r:id="rId40"/>
      <p:boldItalic r:id="rId41"/>
    </p:embeddedFont>
    <p:embeddedFont>
      <p:font typeface="Swis721 Cn BT" panose="020B0506020202030204" pitchFamily="34" charset="0"/>
      <p:regular r:id="rId42"/>
      <p:bold r:id="rId43"/>
      <p:italic r:id="rId44"/>
      <p:boldItalic r:id="rId45"/>
    </p:embeddedFont>
    <p:embeddedFont>
      <p:font typeface="Verdana" panose="020B0604030504040204" pitchFamily="34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idXclaGfrmrDlGaGltIeSz9Nju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rtiz\Documents\MIGUEL\UE%20118\03%20Pedidos\2026\03%20Marzo\11%20PPT%20Avance%20PMESUT-PMESTP\Estado%20obra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Libro1" TargetMode="External"/><Relationship Id="rId4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'C1'!$E$63</c:f>
              <c:strCache>
                <c:ptCount val="1"/>
                <c:pt idx="0">
                  <c:v>Monto Ejecutado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'C1'!$C$64:$C$71</c:f>
              <c:strCache>
                <c:ptCount val="8"/>
                <c:pt idx="0">
                  <c:v>1.1. Censo de infraestructura y equipamiento  IES públicas</c:v>
                </c:pt>
                <c:pt idx="1">
                  <c:v>1.2. Herramienta para la evaluación de estudiantes ESU</c:v>
                </c:pt>
                <c:pt idx="2">
                  <c:v>1.3. Marco Nacional de Cualificaciones aprobado</c:v>
                </c:pt>
                <c:pt idx="3">
                  <c:v>1.4. Sectores Productivos con programas formativos basados en MNC</c:v>
                </c:pt>
                <c:pt idx="4">
                  <c:v>1.5. Estrategia para identificar potencialidades económicas y las necesidades profesionales a nivel regional</c:v>
                </c:pt>
                <c:pt idx="5">
                  <c:v>1.6. Metodología para facilitar la pertinencia de los programas curriculares de IES</c:v>
                </c:pt>
                <c:pt idx="6">
                  <c:v>1.7. Metodología para la implementación de ordenamiento de la oferta de Educación Superior</c:v>
                </c:pt>
                <c:pt idx="7">
                  <c:v>1.8. Sectores que cuentan con estándares de competencias desarrollados por los CSC</c:v>
                </c:pt>
              </c:strCache>
            </c:strRef>
          </c:cat>
          <c:val>
            <c:numRef>
              <c:f>'C1'!$E$64:$E$71</c:f>
              <c:numCache>
                <c:formatCode>0.0</c:formatCode>
                <c:ptCount val="8"/>
                <c:pt idx="0">
                  <c:v>11.859358743049027</c:v>
                </c:pt>
                <c:pt idx="1">
                  <c:v>1.2334079303372369</c:v>
                </c:pt>
                <c:pt idx="2">
                  <c:v>1.5519242918163114</c:v>
                </c:pt>
                <c:pt idx="3">
                  <c:v>6.4763832934691399</c:v>
                </c:pt>
                <c:pt idx="4">
                  <c:v>0.87989067790583164</c:v>
                </c:pt>
                <c:pt idx="5">
                  <c:v>1.9736315814853538</c:v>
                </c:pt>
                <c:pt idx="6">
                  <c:v>3.4349804179162278</c:v>
                </c:pt>
                <c:pt idx="7">
                  <c:v>2.6751360001073712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6E-4BCE-984B-CF26875A22EC}"/>
            </c:ext>
          </c:extLst>
        </c:ser>
        <c:ser>
          <c:idx val="2"/>
          <c:order val="2"/>
          <c:tx>
            <c:strRef>
              <c:f>'C1'!$F$63</c:f>
              <c:strCache>
                <c:ptCount val="1"/>
                <c:pt idx="0">
                  <c:v>Monto de inversión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5.9590316573556795E-3"/>
                  <c:y val="9.79192040633630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6E-4BCE-984B-CF26875A22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'C1'!$C$64:$C$71</c:f>
              <c:strCache>
                <c:ptCount val="8"/>
                <c:pt idx="0">
                  <c:v>1.1. Censo de infraestructura y equipamiento  IES públicas</c:v>
                </c:pt>
                <c:pt idx="1">
                  <c:v>1.2. Herramienta para la evaluación de estudiantes ESU</c:v>
                </c:pt>
                <c:pt idx="2">
                  <c:v>1.3. Marco Nacional de Cualificaciones aprobado</c:v>
                </c:pt>
                <c:pt idx="3">
                  <c:v>1.4. Sectores Productivos con programas formativos basados en MNC</c:v>
                </c:pt>
                <c:pt idx="4">
                  <c:v>1.5. Estrategia para identificar potencialidades económicas y las necesidades profesionales a nivel regional</c:v>
                </c:pt>
                <c:pt idx="5">
                  <c:v>1.6. Metodología para facilitar la pertinencia de los programas curriculares de IES</c:v>
                </c:pt>
                <c:pt idx="6">
                  <c:v>1.7. Metodología para la implementación de ordenamiento de la oferta de Educación Superior</c:v>
                </c:pt>
                <c:pt idx="7">
                  <c:v>1.8. Sectores que cuentan con estándares de competencias desarrollados por los CSC</c:v>
                </c:pt>
              </c:strCache>
            </c:strRef>
          </c:cat>
          <c:val>
            <c:numRef>
              <c:f>'C1'!$F$64:$F$71</c:f>
              <c:numCache>
                <c:formatCode>0.0</c:formatCode>
                <c:ptCount val="8"/>
                <c:pt idx="0">
                  <c:v>12.594440208775772</c:v>
                </c:pt>
                <c:pt idx="1">
                  <c:v>1.2334079303372369</c:v>
                </c:pt>
                <c:pt idx="2">
                  <c:v>1.5519242918163114</c:v>
                </c:pt>
                <c:pt idx="3">
                  <c:v>6.8229255038920407</c:v>
                </c:pt>
                <c:pt idx="4">
                  <c:v>0.87989067790583164</c:v>
                </c:pt>
                <c:pt idx="5">
                  <c:v>2.1193861192492092</c:v>
                </c:pt>
                <c:pt idx="6">
                  <c:v>3.4349804179162278</c:v>
                </c:pt>
                <c:pt idx="7">
                  <c:v>2.6751360001073712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6E-4BCE-984B-CF26875A22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743917424"/>
        <c:axId val="743922224"/>
      </c:barChart>
      <c:lineChart>
        <c:grouping val="standard"/>
        <c:varyColors val="0"/>
        <c:ser>
          <c:idx val="0"/>
          <c:order val="0"/>
          <c:tx>
            <c:strRef>
              <c:f>'C1'!$D$63</c:f>
              <c:strCache>
                <c:ptCount val="1"/>
                <c:pt idx="0">
                  <c:v>Estudios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2.0856610800744892E-2"/>
                  <c:y val="-4.24316550941245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6E-4BCE-984B-CF26875A22EC}"/>
                </c:ext>
              </c:extLst>
            </c:dLbl>
            <c:dLbl>
              <c:idx val="1"/>
              <c:layout>
                <c:manualLayout>
                  <c:x val="-1.5928121597384482E-2"/>
                  <c:y val="-4.3777846116454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16E-4BCE-984B-CF26875A22EC}"/>
                </c:ext>
              </c:extLst>
            </c:dLbl>
            <c:dLbl>
              <c:idx val="2"/>
              <c:layout>
                <c:manualLayout>
                  <c:x val="-1.6615143065090501E-2"/>
                  <c:y val="-4.70418790711285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6E-4BCE-984B-CF26875A22EC}"/>
                </c:ext>
              </c:extLst>
            </c:dLbl>
            <c:dLbl>
              <c:idx val="4"/>
              <c:layout>
                <c:manualLayout>
                  <c:x val="-1.6387337057728119E-2"/>
                  <c:y val="-3.91676816253457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16E-4BCE-984B-CF26875A22EC}"/>
                </c:ext>
              </c:extLst>
            </c:dLbl>
            <c:dLbl>
              <c:idx val="5"/>
              <c:layout>
                <c:manualLayout>
                  <c:x val="-2.2346368715083907E-2"/>
                  <c:y val="-3.91676816253457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16E-4BCE-984B-CF26875A22EC}"/>
                </c:ext>
              </c:extLst>
            </c:dLbl>
            <c:dLbl>
              <c:idx val="6"/>
              <c:layout>
                <c:manualLayout>
                  <c:x val="-1.7877094972067149E-2"/>
                  <c:y val="-3.26397346877880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16E-4BCE-984B-CF26875A22EC}"/>
                </c:ext>
              </c:extLst>
            </c:dLbl>
            <c:dLbl>
              <c:idx val="7"/>
              <c:layout>
                <c:manualLayout>
                  <c:x val="-2.085661080074477E-2"/>
                  <c:y val="-3.91676816253457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16E-4BCE-984B-CF26875A22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'C1'!$C$64:$C$71</c:f>
              <c:strCache>
                <c:ptCount val="8"/>
                <c:pt idx="0">
                  <c:v>1.1. Censo de infraestructura y equipamiento  IES públicas</c:v>
                </c:pt>
                <c:pt idx="1">
                  <c:v>1.2. Herramienta para la evaluación de estudiantes ESU</c:v>
                </c:pt>
                <c:pt idx="2">
                  <c:v>1.3. Marco Nacional de Cualificaciones aprobado</c:v>
                </c:pt>
                <c:pt idx="3">
                  <c:v>1.4. Sectores Productivos con programas formativos basados en MNC</c:v>
                </c:pt>
                <c:pt idx="4">
                  <c:v>1.5. Estrategia para identificar potencialidades económicas y las necesidades profesionales a nivel regional</c:v>
                </c:pt>
                <c:pt idx="5">
                  <c:v>1.6. Metodología para facilitar la pertinencia de los programas curriculares de IES</c:v>
                </c:pt>
                <c:pt idx="6">
                  <c:v>1.7. Metodología para la implementación de ordenamiento de la oferta de Educación Superior</c:v>
                </c:pt>
                <c:pt idx="7">
                  <c:v>1.8. Sectores que cuentan con estándares de competencias desarrollados por los CSC</c:v>
                </c:pt>
              </c:strCache>
            </c:strRef>
          </c:cat>
          <c:val>
            <c:numRef>
              <c:f>'C1'!$D$64:$D$71</c:f>
              <c:numCache>
                <c:formatCode>General</c:formatCode>
                <c:ptCount val="8"/>
                <c:pt idx="0">
                  <c:v>12</c:v>
                </c:pt>
                <c:pt idx="1">
                  <c:v>10</c:v>
                </c:pt>
                <c:pt idx="2">
                  <c:v>10</c:v>
                </c:pt>
                <c:pt idx="3">
                  <c:v>29</c:v>
                </c:pt>
                <c:pt idx="4">
                  <c:v>4</c:v>
                </c:pt>
                <c:pt idx="5">
                  <c:v>14</c:v>
                </c:pt>
                <c:pt idx="6">
                  <c:v>23</c:v>
                </c:pt>
                <c:pt idx="7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16E-4BCE-984B-CF26875A22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6180128"/>
        <c:axId val="396184448"/>
      </c:lineChart>
      <c:catAx>
        <c:axId val="74391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43922224"/>
        <c:crosses val="autoZero"/>
        <c:auto val="1"/>
        <c:lblAlgn val="ctr"/>
        <c:lblOffset val="100"/>
        <c:noMultiLvlLbl val="0"/>
      </c:catAx>
      <c:valAx>
        <c:axId val="743922224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E7E6E6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743917424"/>
        <c:crosses val="autoZero"/>
        <c:crossBetween val="between"/>
      </c:valAx>
      <c:valAx>
        <c:axId val="39618444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E7E6E6"/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396180128"/>
        <c:crosses val="max"/>
        <c:crossBetween val="between"/>
      </c:valAx>
      <c:catAx>
        <c:axId val="396180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96184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5551306748767478E-2"/>
          <c:y val="0.87415446387274454"/>
          <c:w val="0.43319602926729128"/>
          <c:h val="5.50799377943198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s-PE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Hoja1!$B$4:$B$12</cx:f>
        <cx:lvl ptCount="9">
          <cx:pt idx="0">FC 02</cx:pt>
          <cx:pt idx="1">FC 05</cx:pt>
          <cx:pt idx="2">FC 07</cx:pt>
          <cx:pt idx="3">FC 09</cx:pt>
          <cx:pt idx="4">FC 10</cx:pt>
          <cx:pt idx="5">FC 12</cx:pt>
          <cx:pt idx="6">FC 14</cx:pt>
          <cx:pt idx="7">FC 17</cx:pt>
          <cx:pt idx="8">FNC 04</cx:pt>
        </cx:lvl>
      </cx:strDim>
      <cx:numDim type="val">
        <cx:f>Hoja1!$C$4:$C$12</cx:f>
        <cx:lvl ptCount="9" formatCode="General">
          <cx:pt idx="0">31</cx:pt>
          <cx:pt idx="1">40</cx:pt>
          <cx:pt idx="2">251</cx:pt>
          <cx:pt idx="3">317</cx:pt>
          <cx:pt idx="4">186</cx:pt>
          <cx:pt idx="5">78</cx:pt>
          <cx:pt idx="6">115</cx:pt>
          <cx:pt idx="7">51</cx:pt>
          <cx:pt idx="8">342</cx:pt>
        </cx:lvl>
      </cx:numDim>
    </cx:data>
  </cx:chartData>
  <cx:chart>
    <cx:title pos="t" align="ctr" overlay="0">
      <cx:tx>
        <cx:txData>
          <cx:v>INTERVENCION POR IEST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s-ES" sz="1800" b="1" i="0" u="none" strike="noStrike" baseline="0">
              <a:solidFill>
                <a:sysClr val="windowText" lastClr="000000">
                  <a:lumMod val="75000"/>
                  <a:lumOff val="25000"/>
                </a:sysClr>
              </a:solidFill>
              <a:latin typeface="Aptos Narrow" panose="02110004020202020204"/>
            </a:rPr>
            <a:t>INTERVENCION POR IEST</a:t>
          </a:r>
        </a:p>
      </cx:txPr>
    </cx:title>
    <cx:plotArea>
      <cx:plotAreaRegion>
        <cx:series layoutId="funnel" uniqueId="{C91C366A-3361-47E4-9F4B-9C4F69F1EE62}">
          <cx:tx>
            <cx:txData>
              <cx:f>Hoja1!$C$3</cx:f>
              <cx:v>N° IEST</cx:v>
            </cx:txData>
          </cx:tx>
          <cx:dataLabels>
            <cx:visibility seriesName="0" categoryName="0" value="1"/>
          </cx:dataLabels>
          <cx:dataId val="0"/>
        </cx:series>
      </cx:plotAreaRegion>
      <cx:axis id="0">
        <cx:catScaling gapWidth="0.150000006"/>
        <cx:tickLabels/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2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/>
  </cs:chartArea>
  <cs:dataLabel>
    <cs:lnRef idx="0"/>
    <cs:fillRef idx="0"/>
    <cs:effectRef idx="0"/>
    <cs:fontRef idx="minor">
      <a:schemeClr val="dk1"/>
    </cs:fontRef>
    <cs:defRPr sz="9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75000"/>
            <a:lumOff val="2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  <a:lumOff val="10000"/>
              </a:schemeClr>
            </a:gs>
            <a:gs pos="0">
              <a:schemeClr val="lt1">
                <a:lumMod val="75000"/>
                <a:alpha val="36000"/>
                <a:lumOff val="10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chemeClr val="bg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/>
  </cs:title>
  <cs:trendline>
    <cs:lnRef idx="0"/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defRPr sz="9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69092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Posibilidad de l{amina</a:t>
            </a:r>
            <a:r>
              <a:rPr lang="es-ES" baseline="0" dirty="0"/>
              <a:t> de actualización de presupuesto total del programa 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4933F7-4DD2-B149-8C52-50455E27BC17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077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4933F7-4DD2-B149-8C52-50455E27BC17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077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4933F7-4DD2-B149-8C52-50455E27BC17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108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4933F7-4DD2-B149-8C52-50455E27BC17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31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4933F7-4DD2-B149-8C52-50455E27BC17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51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fld id="{754933F7-4DD2-B149-8C52-50455E27BC17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3921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2F195E96-1082-6C79-AA14-7A1816FB8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>
            <a:extLst>
              <a:ext uri="{FF2B5EF4-FFF2-40B4-BE49-F238E27FC236}">
                <a16:creationId xmlns:a16="http://schemas.microsoft.com/office/drawing/2014/main" id="{D4D9DF47-F3E5-B5DB-602B-A4D3B3FD84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1B757D27-01E5-EA55-88F6-5D58606CC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2080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A4730A3A-6B8C-259A-6D74-CE813284E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>
            <a:extLst>
              <a:ext uri="{FF2B5EF4-FFF2-40B4-BE49-F238E27FC236}">
                <a16:creationId xmlns:a16="http://schemas.microsoft.com/office/drawing/2014/main" id="{8CB37742-61A3-8B18-AD4F-835C16510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5B93CD59-1291-65AA-A3CF-618FE1D06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08079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29DF29AE-3C52-9DF3-85C9-D0F6EFA47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>
            <a:extLst>
              <a:ext uri="{FF2B5EF4-FFF2-40B4-BE49-F238E27FC236}">
                <a16:creationId xmlns:a16="http://schemas.microsoft.com/office/drawing/2014/main" id="{21F8A87B-9D14-F7F8-0002-2BCB5B3D9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5FC30709-3A6B-DF61-AC49-08A0F36B2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1994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9784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FCE75F4C-E2ED-D9DF-17BC-A756C76E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>
            <a:extLst>
              <a:ext uri="{FF2B5EF4-FFF2-40B4-BE49-F238E27FC236}">
                <a16:creationId xmlns:a16="http://schemas.microsoft.com/office/drawing/2014/main" id="{F41FDE03-E1EF-6C27-6BB9-D486623C0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AA2F35C5-EAAE-EAE3-605B-DBB8DD0FE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9959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fld id="{754933F7-4DD2-B149-8C52-50455E27BC17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3288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9141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1561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>
          <a:extLst>
            <a:ext uri="{FF2B5EF4-FFF2-40B4-BE49-F238E27FC236}">
              <a16:creationId xmlns:a16="http://schemas.microsoft.com/office/drawing/2014/main" id="{FCE75F4C-E2ED-D9DF-17BC-A756C76E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>
            <a:extLst>
              <a:ext uri="{FF2B5EF4-FFF2-40B4-BE49-F238E27FC236}">
                <a16:creationId xmlns:a16="http://schemas.microsoft.com/office/drawing/2014/main" id="{F41FDE03-E1EF-6C27-6BB9-D486623C0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3:notes">
            <a:extLst>
              <a:ext uri="{FF2B5EF4-FFF2-40B4-BE49-F238E27FC236}">
                <a16:creationId xmlns:a16="http://schemas.microsoft.com/office/drawing/2014/main" id="{AA2F35C5-EAAE-EAE3-605B-DBB8DD0FE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1704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fld id="{754933F7-4DD2-B149-8C52-50455E27BC17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36328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/>
          <a:lstStyle/>
          <a:p>
            <a:fld id="{754933F7-4DD2-B149-8C52-50455E27BC17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4777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1E13-2952-4FDC-AC5B-A0D0AB6883A3}" type="datetimeFigureOut">
              <a:rPr lang="es-PE" smtClean="0"/>
              <a:t>10/07/2026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2EC3C-971E-402C-B125-EC7AB00142F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83761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microsoft.com/office/2014/relationships/chartEx" Target="../charts/chartEx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B23DD30-B455-4E2D-50FB-20C3BE120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234" y="2889866"/>
            <a:ext cx="6107502" cy="3879217"/>
          </a:xfrm>
          <a:prstGeom prst="rect">
            <a:avLst/>
          </a:prstGeom>
          <a:noFill/>
        </p:spPr>
      </p:pic>
      <p:pic>
        <p:nvPicPr>
          <p:cNvPr id="3" name="Imagen 2" descr="Grupo de trabajo del Minedu formulará política nacional de educación  superior y técnico productiva - Noticias - Ministerio de Educación -  Plataforma del Estado Peruano">
            <a:extLst>
              <a:ext uri="{FF2B5EF4-FFF2-40B4-BE49-F238E27FC236}">
                <a16:creationId xmlns:a16="http://schemas.microsoft.com/office/drawing/2014/main" id="{475ED53D-F2C6-3F2F-21AD-7396CB16D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96" y="2855343"/>
            <a:ext cx="5771072" cy="313875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FFFE8AA-75FF-D0C2-918D-A325D95EF891}"/>
              </a:ext>
            </a:extLst>
          </p:cNvPr>
          <p:cNvSpPr/>
          <p:nvPr/>
        </p:nvSpPr>
        <p:spPr>
          <a:xfrm>
            <a:off x="0" y="5372819"/>
            <a:ext cx="12105736" cy="14307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Google Shape;123;p26"/>
          <p:cNvSpPr txBox="1">
            <a:spLocks noGrp="1"/>
          </p:cNvSpPr>
          <p:nvPr>
            <p:ph type="ctrTitle"/>
          </p:nvPr>
        </p:nvSpPr>
        <p:spPr>
          <a:xfrm>
            <a:off x="-151728" y="5407342"/>
            <a:ext cx="12192000" cy="1507102"/>
          </a:xfrm>
          <a:prstGeom prst="rect">
            <a:avLst/>
          </a:prstGeom>
          <a:noFill/>
        </p:spPr>
        <p:txBody>
          <a:bodyPr spcFirstLastPara="1" wrap="square" lIns="97187" tIns="97187" rIns="97187" bIns="97187" anchor="ctr" anchorCtr="0">
            <a:norm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/>
            </a:pPr>
            <a:r>
              <a:rPr lang="es-419" sz="3200" b="1" dirty="0">
                <a:solidFill>
                  <a:schemeClr val="tx1"/>
                </a:solidFill>
                <a:latin typeface="Swis721 Cn BT" panose="020B0506020202030204" pitchFamily="34" charset="0"/>
                <a:cs typeface="Arial" panose="020B0604020202020204" pitchFamily="34" charset="0"/>
                <a:sym typeface="Arial"/>
              </a:rPr>
              <a:t>UNIDAD EJECUTORA 118</a:t>
            </a:r>
            <a:br>
              <a:rPr lang="es-419" sz="3200" b="1" dirty="0">
                <a:solidFill>
                  <a:schemeClr val="tx1"/>
                </a:solidFill>
                <a:latin typeface="Swis721 Cn BT" panose="020B0506020202030204" pitchFamily="34" charset="0"/>
                <a:cs typeface="Arial" panose="020B0604020202020204" pitchFamily="34" charset="0"/>
                <a:sym typeface="Arial"/>
              </a:rPr>
            </a:br>
            <a:r>
              <a:rPr lang="es-419" sz="3200" b="1" dirty="0">
                <a:solidFill>
                  <a:schemeClr val="tx1"/>
                </a:solidFill>
                <a:latin typeface="Swis721 Cn BT" panose="020B0506020202030204" pitchFamily="34" charset="0"/>
                <a:cs typeface="Arial" panose="020B0604020202020204" pitchFamily="34" charset="0"/>
                <a:sym typeface="Arial"/>
              </a:rPr>
              <a:t> Mejoramiento de la Calidad de la Educación Básica y Superior</a:t>
            </a:r>
            <a:endParaRPr sz="3200" b="1" dirty="0">
              <a:solidFill>
                <a:schemeClr val="tx1"/>
              </a:solidFill>
              <a:latin typeface="Swis721 Cn BT" panose="020B050602020203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C93B06-8ED0-9768-E92B-199C86BAE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5857336" cy="285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FCEB833-6450-EF45-3AA6-D928519DF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"/>
            <a:ext cx="6162136" cy="2855342"/>
          </a:xfrm>
          <a:prstGeom prst="rect">
            <a:avLst/>
          </a:prstGeom>
        </p:spPr>
      </p:pic>
      <p:sp>
        <p:nvSpPr>
          <p:cNvPr id="9" name="Marcador de texto 1">
            <a:extLst>
              <a:ext uri="{FF2B5EF4-FFF2-40B4-BE49-F238E27FC236}">
                <a16:creationId xmlns:a16="http://schemas.microsoft.com/office/drawing/2014/main" id="{6DCFCC98-246F-8089-2C19-DB760116A2A8}"/>
              </a:ext>
            </a:extLst>
          </p:cNvPr>
          <p:cNvSpPr txBox="1">
            <a:spLocks/>
          </p:cNvSpPr>
          <p:nvPr/>
        </p:nvSpPr>
        <p:spPr>
          <a:xfrm>
            <a:off x="86264" y="2364419"/>
            <a:ext cx="1282452" cy="3977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800" b="1" dirty="0">
                <a:solidFill>
                  <a:prstClr val="black"/>
                </a:solidFill>
                <a:latin typeface="Calibri" panose="020F0502020204030204"/>
              </a:rPr>
              <a:t>UNMSM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arcador de texto 1">
            <a:extLst>
              <a:ext uri="{FF2B5EF4-FFF2-40B4-BE49-F238E27FC236}">
                <a16:creationId xmlns:a16="http://schemas.microsoft.com/office/drawing/2014/main" id="{CBE2A0A4-8CEF-DC9A-C1E1-E49031C15C75}"/>
              </a:ext>
            </a:extLst>
          </p:cNvPr>
          <p:cNvSpPr txBox="1">
            <a:spLocks/>
          </p:cNvSpPr>
          <p:nvPr/>
        </p:nvSpPr>
        <p:spPr>
          <a:xfrm>
            <a:off x="10185592" y="2364419"/>
            <a:ext cx="1854680" cy="3977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Univ. San Martín</a:t>
            </a:r>
          </a:p>
        </p:txBody>
      </p:sp>
    </p:spTree>
    <p:extLst>
      <p:ext uri="{BB962C8B-B14F-4D97-AF65-F5344CB8AC3E}">
        <p14:creationId xmlns:p14="http://schemas.microsoft.com/office/powerpoint/2010/main" val="297268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579F35-6640-26E7-B1A7-F5A9694B4D3D}"/>
              </a:ext>
            </a:extLst>
          </p:cNvPr>
          <p:cNvSpPr/>
          <p:nvPr/>
        </p:nvSpPr>
        <p:spPr>
          <a:xfrm>
            <a:off x="0" y="14824"/>
            <a:ext cx="12192000" cy="845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sz="1051" b="1" spc="157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456451B-6DAB-43A6-921E-5A1D849A69AE}"/>
              </a:ext>
            </a:extLst>
          </p:cNvPr>
          <p:cNvGrpSpPr/>
          <p:nvPr/>
        </p:nvGrpSpPr>
        <p:grpSpPr>
          <a:xfrm>
            <a:off x="0" y="111871"/>
            <a:ext cx="12193200" cy="6731306"/>
            <a:chOff x="0" y="111871"/>
            <a:chExt cx="12193200" cy="6731306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EE854DD5-3584-40E3-9C41-C29B1CB9C7EA}"/>
                </a:ext>
              </a:extLst>
            </p:cNvPr>
            <p:cNvGrpSpPr/>
            <p:nvPr/>
          </p:nvGrpSpPr>
          <p:grpSpPr>
            <a:xfrm>
              <a:off x="1433945" y="111871"/>
              <a:ext cx="9324110" cy="507022"/>
              <a:chOff x="0" y="-3554"/>
              <a:chExt cx="9324110" cy="507022"/>
            </a:xfrm>
          </p:grpSpPr>
          <p:sp>
            <p:nvSpPr>
              <p:cNvPr id="110" name="Rectángulo 109">
                <a:extLst>
                  <a:ext uri="{FF2B5EF4-FFF2-40B4-BE49-F238E27FC236}">
                    <a16:creationId xmlns:a16="http://schemas.microsoft.com/office/drawing/2014/main" id="{FD0DDF9C-C71D-85D0-009F-176AE2F99513}"/>
                  </a:ext>
                </a:extLst>
              </p:cNvPr>
              <p:cNvSpPr/>
              <p:nvPr/>
            </p:nvSpPr>
            <p:spPr>
              <a:xfrm>
                <a:off x="0" y="-3554"/>
                <a:ext cx="9324109" cy="5070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s-PE" sz="1051" b="1" spc="157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DEA4BA7D-C1E9-10E8-D0B0-9F5A25212C35}"/>
                  </a:ext>
                </a:extLst>
              </p:cNvPr>
              <p:cNvSpPr/>
              <p:nvPr/>
            </p:nvSpPr>
            <p:spPr>
              <a:xfrm>
                <a:off x="0" y="51725"/>
                <a:ext cx="9324110" cy="400110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defRPr sz="1800"/>
                </a:pPr>
                <a:r>
                  <a:rPr lang="es-ES_tradnl" sz="2000" b="1" dirty="0">
                    <a:solidFill>
                      <a:schemeClr val="tx1"/>
                    </a:solidFill>
                    <a:latin typeface="Swis721 Cn BT" panose="020B0506020202030204" pitchFamily="34" charset="0"/>
                    <a:cs typeface="Arial" panose="020B0604020202020204" pitchFamily="34" charset="0"/>
                  </a:rPr>
                  <a:t>UE 118 </a:t>
                </a:r>
                <a:r>
                  <a:rPr lang="es-ES" sz="2000" b="1" dirty="0">
                    <a:solidFill>
                      <a:schemeClr val="tx1"/>
                    </a:solidFill>
                    <a:latin typeface="Swis721 Cn BT" panose="020B0506020202030204" pitchFamily="34" charset="0"/>
                    <a:cs typeface="Arial" panose="020B0604020202020204" pitchFamily="34" charset="0"/>
                  </a:rPr>
                  <a:t>MEJORAMIENTO DE LA CALIDAD DE LA EDUCACIÓN BÁSICA Y SUPERIOR</a:t>
                </a:r>
                <a:r>
                  <a:rPr lang="es-ES_tradnl" sz="2000" b="1" dirty="0">
                    <a:solidFill>
                      <a:schemeClr val="tx1"/>
                    </a:solidFill>
                    <a:latin typeface="Swis721 Cn BT" panose="020B050602020203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02B4AB73-8CAD-4AE7-9321-8A3F7014B4E0}"/>
                </a:ext>
              </a:extLst>
            </p:cNvPr>
            <p:cNvGrpSpPr/>
            <p:nvPr/>
          </p:nvGrpSpPr>
          <p:grpSpPr>
            <a:xfrm>
              <a:off x="0" y="618892"/>
              <a:ext cx="12193200" cy="6224285"/>
              <a:chOff x="-19050" y="618892"/>
              <a:chExt cx="12211051" cy="6224285"/>
            </a:xfrm>
          </p:grpSpPr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CD5562BE-9D43-4386-8A6F-06023D1DE5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2716" b="12362"/>
              <a:stretch/>
            </p:blipFill>
            <p:spPr>
              <a:xfrm>
                <a:off x="-19050" y="618893"/>
                <a:ext cx="12211051" cy="6224284"/>
              </a:xfrm>
              <a:prstGeom prst="rect">
                <a:avLst/>
              </a:prstGeom>
            </p:spPr>
          </p:pic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C8B1B53F-FC67-460D-A110-6FD7BCD56B30}"/>
                  </a:ext>
                </a:extLst>
              </p:cNvPr>
              <p:cNvSpPr/>
              <p:nvPr/>
            </p:nvSpPr>
            <p:spPr>
              <a:xfrm>
                <a:off x="314325" y="618892"/>
                <a:ext cx="2581275" cy="5070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3025EC76-451B-51C9-DA0C-BC8B7AE314C4}"/>
              </a:ext>
            </a:extLst>
          </p:cNvPr>
          <p:cNvSpPr txBox="1"/>
          <p:nvPr/>
        </p:nvSpPr>
        <p:spPr>
          <a:xfrm>
            <a:off x="130059" y="736953"/>
            <a:ext cx="41752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Contribuimos a mejorar la educación universitaria, tecnológica, pedagógica, artística y técnico-productiva del país, para que nuestros estudiantes accedan a instituciones que brinden servicios educativos, pertinentes y de calidad.</a:t>
            </a:r>
          </a:p>
          <a:p>
            <a:pPr fontAlgn="base"/>
            <a:endParaRPr lang="es-ES" dirty="0">
              <a:solidFill>
                <a:schemeClr val="tx1">
                  <a:lumMod val="65000"/>
                  <a:lumOff val="35000"/>
                </a:schemeClr>
              </a:solidFill>
              <a:latin typeface="Swis721 Cn BT" panose="020B05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49D9AA5-6DF7-4C76-AF65-81F587BB72F9}"/>
              </a:ext>
            </a:extLst>
          </p:cNvPr>
          <p:cNvSpPr txBox="1"/>
          <p:nvPr/>
        </p:nvSpPr>
        <p:spPr>
          <a:xfrm>
            <a:off x="7925319" y="5521299"/>
            <a:ext cx="417524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Unidad Ejecutora especializada en la ejecución de Programa de Inversión financiados con recursos de Endeudamiento Externo (BID) para la Educación Superior.</a:t>
            </a:r>
          </a:p>
          <a:p>
            <a:pPr fontAlgn="base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Organización según Manuales de Operaciones</a:t>
            </a:r>
          </a:p>
          <a:p>
            <a:pPr fontAlgn="base"/>
            <a:endParaRPr lang="es-ES" dirty="0">
              <a:solidFill>
                <a:schemeClr val="tx1">
                  <a:lumMod val="65000"/>
                  <a:lumOff val="35000"/>
                </a:schemeClr>
              </a:solidFill>
              <a:latin typeface="Swis721 Cn BT" panose="020B05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56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579F35-6640-26E7-B1A7-F5A9694B4D3D}"/>
              </a:ext>
            </a:extLst>
          </p:cNvPr>
          <p:cNvSpPr/>
          <p:nvPr/>
        </p:nvSpPr>
        <p:spPr>
          <a:xfrm>
            <a:off x="0" y="14824"/>
            <a:ext cx="12192000" cy="845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sz="1051" b="1" spc="157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FD0DDF9C-C71D-85D0-009F-176AE2F99513}"/>
              </a:ext>
            </a:extLst>
          </p:cNvPr>
          <p:cNvSpPr/>
          <p:nvPr/>
        </p:nvSpPr>
        <p:spPr>
          <a:xfrm>
            <a:off x="1433945" y="229531"/>
            <a:ext cx="10612281" cy="507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sz="1051" b="1" spc="157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48997C3-E785-47B7-875A-7D6E13EA1D7D}"/>
              </a:ext>
            </a:extLst>
          </p:cNvPr>
          <p:cNvSpPr/>
          <p:nvPr/>
        </p:nvSpPr>
        <p:spPr>
          <a:xfrm>
            <a:off x="399157" y="246628"/>
            <a:ext cx="11408529" cy="539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1F3864"/>
                </a:solidFill>
                <a:latin typeface="Montserrat" panose="00000500000000000000" pitchFamily="2" charset="0"/>
              </a:rPr>
              <a:t>PROGRAMAS DE INVERSIÓN EN EJECUCIÓN A CARGO DE LA UNIDAD EJECUTORA 118</a:t>
            </a: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6319CB9-2B9C-4684-9B56-B0EA381348C5}"/>
              </a:ext>
            </a:extLst>
          </p:cNvPr>
          <p:cNvSpPr/>
          <p:nvPr/>
        </p:nvSpPr>
        <p:spPr>
          <a:xfrm>
            <a:off x="731520" y="1481328"/>
            <a:ext cx="4983480" cy="411480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PMESUT</a:t>
            </a:r>
            <a:endParaRPr lang="en-US" sz="27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6ACD7BA-7D42-4C29-BC4C-49B8C2C2A2DE}"/>
              </a:ext>
            </a:extLst>
          </p:cNvPr>
          <p:cNvSpPr/>
          <p:nvPr/>
        </p:nvSpPr>
        <p:spPr>
          <a:xfrm>
            <a:off x="822960" y="2039112"/>
            <a:ext cx="48006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5E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PROGRAMA PARA LA MEJORA DE LA CALIDAD Y PERTINENCIA DE LOS SERVICIOS DE EDUCACIÓN SUPERIOR UNIVERSITARIA Y TECNOLÓGICA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749C32FB-C62E-46A9-BBD9-27F8C544BBCA}"/>
              </a:ext>
            </a:extLst>
          </p:cNvPr>
          <p:cNvSpPr/>
          <p:nvPr/>
        </p:nvSpPr>
        <p:spPr>
          <a:xfrm>
            <a:off x="822960" y="2624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OBJETIVO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462D79F-D71F-42FE-AD21-42702DF30FEC}"/>
              </a:ext>
            </a:extLst>
          </p:cNvPr>
          <p:cNvSpPr/>
          <p:nvPr/>
        </p:nvSpPr>
        <p:spPr>
          <a:xfrm>
            <a:off x="822960" y="2880360"/>
            <a:ext cx="4800600" cy="1033272"/>
          </a:xfrm>
          <a:prstGeom prst="rect">
            <a:avLst/>
          </a:prstGeom>
          <a:solidFill>
            <a:srgbClr val="EAF4FB"/>
          </a:solidFill>
          <a:ln>
            <a:solidFill>
              <a:srgbClr val="EAF4F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just">
              <a:buNone/>
            </a:pPr>
            <a:r>
              <a:rPr lang="en-US" sz="1300" dirty="0">
                <a:solidFill>
                  <a:srgbClr val="1B2733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Lograr que los estudiantes de la educación superior universitaria y tecnológica accedan a instituciones con servicios educativos adecuados, pertinentes y de calidad.</a:t>
            </a:r>
            <a:endParaRPr lang="en-US" sz="1300" dirty="0">
              <a:latin typeface="Montserrat" panose="00000500000000000000" pitchFamily="2" charset="0"/>
            </a:endParaRPr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CEFADDDF-0E4C-4D71-95D2-CE0962204EB9}"/>
              </a:ext>
            </a:extLst>
          </p:cNvPr>
          <p:cNvSpPr/>
          <p:nvPr/>
        </p:nvSpPr>
        <p:spPr>
          <a:xfrm>
            <a:off x="822960" y="4142232"/>
            <a:ext cx="48006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81740286-A3D4-40CE-8E31-F11CF7DFFB9E}"/>
              </a:ext>
            </a:extLst>
          </p:cNvPr>
          <p:cNvSpPr/>
          <p:nvPr/>
        </p:nvSpPr>
        <p:spPr>
          <a:xfrm>
            <a:off x="822960" y="436168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COSTO TOTAL INICIAL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E2F611AF-FCF3-468B-B303-FEA7CCE9BF40}"/>
              </a:ext>
            </a:extLst>
          </p:cNvPr>
          <p:cNvSpPr/>
          <p:nvPr/>
        </p:nvSpPr>
        <p:spPr>
          <a:xfrm>
            <a:off x="822960" y="4636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US$ 200 M</a:t>
            </a:r>
            <a:endParaRPr lang="en-US" sz="26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112BCDCE-182C-4C6D-97DC-7E18F5D1344A}"/>
              </a:ext>
            </a:extLst>
          </p:cNvPr>
          <p:cNvSpPr/>
          <p:nvPr/>
        </p:nvSpPr>
        <p:spPr>
          <a:xfrm>
            <a:off x="3246120" y="47183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4C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S/ 683.5 M</a:t>
            </a:r>
            <a:endParaRPr lang="en-US" sz="145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2B060E7A-BF4F-4FE7-A397-F334D170C61C}"/>
              </a:ext>
            </a:extLst>
          </p:cNvPr>
          <p:cNvSpPr/>
          <p:nvPr/>
        </p:nvSpPr>
        <p:spPr>
          <a:xfrm>
            <a:off x="822960" y="531266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FINANCIAMIENTO INICIAL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63D592C1-5DCB-4D5E-8F1D-1AADC1C6E152}"/>
              </a:ext>
            </a:extLst>
          </p:cNvPr>
          <p:cNvSpPr/>
          <p:nvPr/>
        </p:nvSpPr>
        <p:spPr>
          <a:xfrm>
            <a:off x="822960" y="5669280"/>
            <a:ext cx="2286000" cy="74980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US$ 75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S/ 256.3 M</a:t>
            </a:r>
            <a:endParaRPr lang="en-US" sz="16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9FE8BE0-752D-423B-8AB7-228C47D75DAB}"/>
              </a:ext>
            </a:extLst>
          </p:cNvPr>
          <p:cNvSpPr/>
          <p:nvPr/>
        </p:nvSpPr>
        <p:spPr>
          <a:xfrm>
            <a:off x="3291840" y="5669280"/>
            <a:ext cx="2286000" cy="749808"/>
          </a:xfrm>
          <a:prstGeom prst="rect">
            <a:avLst/>
          </a:prstGeom>
          <a:solidFill>
            <a:srgbClr val="173A5E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US$ 125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S/ 427.2 M</a:t>
            </a:r>
            <a:endParaRPr lang="en-US" sz="16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EE48FA2D-5474-4A34-B0D9-42373E1EED25}"/>
              </a:ext>
            </a:extLst>
          </p:cNvPr>
          <p:cNvSpPr/>
          <p:nvPr/>
        </p:nvSpPr>
        <p:spPr>
          <a:xfrm>
            <a:off x="6473952" y="1481328"/>
            <a:ext cx="4983480" cy="411480"/>
          </a:xfrm>
          <a:prstGeom prst="rect">
            <a:avLst/>
          </a:prstGeom>
          <a:solidFill>
            <a:srgbClr val="0F8B8D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PMESTP</a:t>
            </a:r>
            <a:endParaRPr lang="en-US" sz="27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E8D80CEB-02C9-42D0-9BB2-AB3AB60BD9A0}"/>
              </a:ext>
            </a:extLst>
          </p:cNvPr>
          <p:cNvSpPr/>
          <p:nvPr/>
        </p:nvSpPr>
        <p:spPr>
          <a:xfrm>
            <a:off x="6565392" y="2039112"/>
            <a:ext cx="48006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A5E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PROGRAMA DE INVERSIÓN: MEJORA DE LA CALIDAD DE LOS SERVICIOS DE EDUCACIÓN SUPERIOR Y TÉCNICO-PRODUCTIVA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17986743-C768-4676-946C-99661F66C085}"/>
              </a:ext>
            </a:extLst>
          </p:cNvPr>
          <p:cNvSpPr/>
          <p:nvPr/>
        </p:nvSpPr>
        <p:spPr>
          <a:xfrm>
            <a:off x="6565392" y="2624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8B8D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OBJETIVO</a:t>
            </a:r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EF8501DF-5089-4C3B-8DF9-4EEBD0B0F682}"/>
              </a:ext>
            </a:extLst>
          </p:cNvPr>
          <p:cNvSpPr/>
          <p:nvPr/>
        </p:nvSpPr>
        <p:spPr>
          <a:xfrm>
            <a:off x="6565392" y="2880360"/>
            <a:ext cx="4800600" cy="1033272"/>
          </a:xfrm>
          <a:prstGeom prst="rect">
            <a:avLst/>
          </a:prstGeom>
          <a:solidFill>
            <a:srgbClr val="E9F7F7"/>
          </a:solidFill>
          <a:ln>
            <a:solidFill>
              <a:srgbClr val="E9F7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just">
              <a:buNone/>
            </a:pPr>
            <a:r>
              <a:rPr lang="en-US" sz="1300" dirty="0">
                <a:solidFill>
                  <a:srgbClr val="1B2733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Lograr que los estudiantes de la educación superior y técnico-productiva reciban una educación de calidad.</a:t>
            </a:r>
            <a:endParaRPr lang="en-US" sz="1300" dirty="0">
              <a:latin typeface="Montserrat" panose="00000500000000000000" pitchFamily="2" charset="0"/>
            </a:endParaRPr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7E307186-035F-43CF-9DF5-9C1C82690F4F}"/>
              </a:ext>
            </a:extLst>
          </p:cNvPr>
          <p:cNvSpPr/>
          <p:nvPr/>
        </p:nvSpPr>
        <p:spPr>
          <a:xfrm>
            <a:off x="6565392" y="4142232"/>
            <a:ext cx="48006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E399D762-E8E1-41B0-9976-0B01E08F0D34}"/>
              </a:ext>
            </a:extLst>
          </p:cNvPr>
          <p:cNvSpPr/>
          <p:nvPr/>
        </p:nvSpPr>
        <p:spPr>
          <a:xfrm>
            <a:off x="6565392" y="436168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8B8D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COSTO TOTAL INICIAL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5210F9D6-ABBA-4274-A3A0-952832DCDDAF}"/>
              </a:ext>
            </a:extLst>
          </p:cNvPr>
          <p:cNvSpPr/>
          <p:nvPr/>
        </p:nvSpPr>
        <p:spPr>
          <a:xfrm>
            <a:off x="6565392" y="4636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US$ 120 M</a:t>
            </a:r>
            <a:endParaRPr lang="en-US" sz="2600" dirty="0"/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459E6B80-1156-422A-B2EA-9DEDD06ECD5D}"/>
              </a:ext>
            </a:extLst>
          </p:cNvPr>
          <p:cNvSpPr/>
          <p:nvPr/>
        </p:nvSpPr>
        <p:spPr>
          <a:xfrm>
            <a:off x="8988552" y="47183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4C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S/ 460.8 M</a:t>
            </a:r>
            <a:endParaRPr lang="en-US" sz="1450" dirty="0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E6F1200B-AB39-42F1-9037-B3DA60E575A0}"/>
              </a:ext>
            </a:extLst>
          </p:cNvPr>
          <p:cNvSpPr/>
          <p:nvPr/>
        </p:nvSpPr>
        <p:spPr>
          <a:xfrm>
            <a:off x="6565392" y="531266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8B8D"/>
                </a:solidFill>
                <a:latin typeface="Montserrat" panose="00000500000000000000" pitchFamily="2" charset="0"/>
                <a:ea typeface="Aptos" pitchFamily="34" charset="-122"/>
                <a:cs typeface="Aptos" pitchFamily="34" charset="-120"/>
              </a:rPr>
              <a:t>FINANCIAMIENTO INICIAL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A2E603AB-D61C-4513-9CF6-4F625AAD0CD8}"/>
              </a:ext>
            </a:extLst>
          </p:cNvPr>
          <p:cNvSpPr/>
          <p:nvPr/>
        </p:nvSpPr>
        <p:spPr>
          <a:xfrm>
            <a:off x="6565392" y="5669280"/>
            <a:ext cx="2286000" cy="749808"/>
          </a:xfrm>
          <a:prstGeom prst="rect">
            <a:avLst/>
          </a:prstGeom>
          <a:solidFill>
            <a:srgbClr val="0F8B8D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US$ 100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S/ 384.0 M</a:t>
            </a:r>
            <a:endParaRPr lang="en-US" sz="1600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995223BE-A223-4D41-B1CC-8ECBC657E3C5}"/>
              </a:ext>
            </a:extLst>
          </p:cNvPr>
          <p:cNvSpPr/>
          <p:nvPr/>
        </p:nvSpPr>
        <p:spPr>
          <a:xfrm>
            <a:off x="9034272" y="5669280"/>
            <a:ext cx="2286000" cy="749808"/>
          </a:xfrm>
          <a:prstGeom prst="rect">
            <a:avLst/>
          </a:prstGeom>
          <a:solidFill>
            <a:srgbClr val="173A5E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US$ 20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S/ 76.8 M</a:t>
            </a:r>
            <a:endParaRPr lang="en-US" sz="1600" dirty="0"/>
          </a:p>
        </p:txBody>
      </p:sp>
      <p:sp>
        <p:nvSpPr>
          <p:cNvPr id="41" name="Shape 28">
            <a:extLst>
              <a:ext uri="{FF2B5EF4-FFF2-40B4-BE49-F238E27FC236}">
                <a16:creationId xmlns:a16="http://schemas.microsoft.com/office/drawing/2014/main" id="{FF25E8DF-F65C-45C4-B31F-B7A8AD459AB9}"/>
              </a:ext>
            </a:extLst>
          </p:cNvPr>
          <p:cNvSpPr/>
          <p:nvPr/>
        </p:nvSpPr>
        <p:spPr>
          <a:xfrm>
            <a:off x="6094476" y="1344168"/>
            <a:ext cx="0" cy="5029200"/>
          </a:xfrm>
          <a:prstGeom prst="line">
            <a:avLst/>
          </a:prstGeom>
          <a:noFill/>
          <a:ln w="12700">
            <a:solidFill>
              <a:srgbClr val="B8C2CC">
                <a:alpha val="75000"/>
              </a:srgbClr>
            </a:solidFill>
            <a:prstDash val="solid"/>
          </a:ln>
        </p:spPr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2170AF30-4A78-4AD1-B7C7-3DAFA3FB08B9}"/>
              </a:ext>
            </a:extLst>
          </p:cNvPr>
          <p:cNvSpPr/>
          <p:nvPr/>
        </p:nvSpPr>
        <p:spPr>
          <a:xfrm>
            <a:off x="502920" y="6647688"/>
            <a:ext cx="9052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Ayuda Memoria PMESUT 06.07.26; BID PE-L1268 y documentación del programa PMESTP.</a:t>
            </a:r>
            <a:endParaRPr lang="en-US" sz="750" dirty="0"/>
          </a:p>
        </p:txBody>
      </p:sp>
      <p:sp>
        <p:nvSpPr>
          <p:cNvPr id="43" name="Text 31">
            <a:extLst>
              <a:ext uri="{FF2B5EF4-FFF2-40B4-BE49-F238E27FC236}">
                <a16:creationId xmlns:a16="http://schemas.microsoft.com/office/drawing/2014/main" id="{A9E16385-EBE9-4561-9309-78ACC4E69321}"/>
              </a:ext>
            </a:extLst>
          </p:cNvPr>
          <p:cNvSpPr/>
          <p:nvPr/>
        </p:nvSpPr>
        <p:spPr>
          <a:xfrm>
            <a:off x="9966960" y="6620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 118 · MINEDU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03376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579F35-6640-26E7-B1A7-F5A9694B4D3D}"/>
              </a:ext>
            </a:extLst>
          </p:cNvPr>
          <p:cNvSpPr/>
          <p:nvPr/>
        </p:nvSpPr>
        <p:spPr>
          <a:xfrm>
            <a:off x="0" y="14824"/>
            <a:ext cx="12192000" cy="845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sz="1051" b="1" spc="157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28">
            <a:extLst>
              <a:ext uri="{FF2B5EF4-FFF2-40B4-BE49-F238E27FC236}">
                <a16:creationId xmlns:a16="http://schemas.microsoft.com/office/drawing/2014/main" id="{FF25E8DF-F65C-45C4-B31F-B7A8AD459AB9}"/>
              </a:ext>
            </a:extLst>
          </p:cNvPr>
          <p:cNvSpPr/>
          <p:nvPr/>
        </p:nvSpPr>
        <p:spPr>
          <a:xfrm>
            <a:off x="6094476" y="1344168"/>
            <a:ext cx="0" cy="5029200"/>
          </a:xfrm>
          <a:prstGeom prst="line">
            <a:avLst/>
          </a:prstGeom>
          <a:noFill/>
          <a:ln w="12700">
            <a:solidFill>
              <a:srgbClr val="B8C2CC">
                <a:alpha val="75000"/>
              </a:srgbClr>
            </a:solidFill>
            <a:prstDash val="solid"/>
          </a:ln>
        </p:spPr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FFCF2B2B-C17F-48BD-82A7-092B10BB28BF}"/>
              </a:ext>
            </a:extLst>
          </p:cNvPr>
          <p:cNvSpPr/>
          <p:nvPr/>
        </p:nvSpPr>
        <p:spPr>
          <a:xfrm>
            <a:off x="1857655" y="274320"/>
            <a:ext cx="9464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A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 ACTUALIZADO POR COMPONENTES Y PLAZOS DE EJECUCIÓN</a:t>
            </a:r>
            <a:endParaRPr lang="en-US" sz="2000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78FAB7CF-DBF2-494C-9000-8BEF404AD200}"/>
              </a:ext>
            </a:extLst>
          </p:cNvPr>
          <p:cNvSpPr/>
          <p:nvPr/>
        </p:nvSpPr>
        <p:spPr>
          <a:xfrm>
            <a:off x="731520" y="1252728"/>
            <a:ext cx="4983480" cy="429768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PMESUT</a:t>
            </a:r>
            <a:endParaRPr lang="en-US" sz="255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A11B25FF-9204-4D34-B907-128C2A1DCE71}"/>
              </a:ext>
            </a:extLst>
          </p:cNvPr>
          <p:cNvSpPr/>
          <p:nvPr/>
        </p:nvSpPr>
        <p:spPr>
          <a:xfrm>
            <a:off x="822960" y="192938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 ACTUALIZADO AL 30/06/2026</a:t>
            </a:r>
            <a:endParaRPr lang="en-US" sz="920" dirty="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C6D9DF0D-1220-40FD-B742-A6CAD3D8D66D}"/>
              </a:ext>
            </a:extLst>
          </p:cNvPr>
          <p:cNvSpPr/>
          <p:nvPr/>
        </p:nvSpPr>
        <p:spPr>
          <a:xfrm>
            <a:off x="822960" y="2157984"/>
            <a:ext cx="4800600" cy="768096"/>
          </a:xfrm>
          <a:prstGeom prst="roundRect">
            <a:avLst>
              <a:gd name="adj" fmla="val 9524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43B60020-9732-4FDE-A525-FC536FE17EC9}"/>
              </a:ext>
            </a:extLst>
          </p:cNvPr>
          <p:cNvSpPr/>
          <p:nvPr/>
        </p:nvSpPr>
        <p:spPr>
          <a:xfrm>
            <a:off x="987552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173A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S/ 1,206.6 M</a:t>
            </a:r>
            <a:endParaRPr lang="en-US" sz="2250" dirty="0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D980A76F-3D42-43D3-9FD8-9754C6CC99BB}"/>
              </a:ext>
            </a:extLst>
          </p:cNvPr>
          <p:cNvSpPr/>
          <p:nvPr/>
        </p:nvSpPr>
        <p:spPr>
          <a:xfrm>
            <a:off x="3401568" y="2359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E4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US$ 353.0 M</a:t>
            </a:r>
            <a:endParaRPr lang="en-US" sz="1150" dirty="0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0905CDEB-52D1-40A4-89A6-FA44BEB8EE34}"/>
              </a:ext>
            </a:extLst>
          </p:cNvPr>
          <p:cNvSpPr/>
          <p:nvPr/>
        </p:nvSpPr>
        <p:spPr>
          <a:xfrm>
            <a:off x="987552" y="2688336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+S/ 523.1 M | +76.5% vs. viabilidad inicial</a:t>
            </a:r>
            <a:endParaRPr lang="en-US" sz="980" dirty="0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21B5BF5D-1006-4CB7-A81E-25A475EFA761}"/>
              </a:ext>
            </a:extLst>
          </p:cNvPr>
          <p:cNvSpPr/>
          <p:nvPr/>
        </p:nvSpPr>
        <p:spPr>
          <a:xfrm>
            <a:off x="822960" y="3099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 ACTUALIZADO POR COMPONENTES</a:t>
            </a:r>
            <a:endParaRPr lang="en-US" sz="90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95867B1F-EF3D-451B-90B5-8887CF3D00E5}"/>
              </a:ext>
            </a:extLst>
          </p:cNvPr>
          <p:cNvSpPr/>
          <p:nvPr/>
        </p:nvSpPr>
        <p:spPr>
          <a:xfrm>
            <a:off x="822960" y="337870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C1  Conocimiento e información</a:t>
            </a:r>
            <a:endParaRPr lang="en-US" sz="900" dirty="0"/>
          </a:p>
        </p:txBody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BE6053E9-8B34-4CF6-91FB-B038B7BA4BBC}"/>
              </a:ext>
            </a:extLst>
          </p:cNvPr>
          <p:cNvSpPr/>
          <p:nvPr/>
        </p:nvSpPr>
        <p:spPr>
          <a:xfrm>
            <a:off x="3346704" y="3419856"/>
            <a:ext cx="1060704" cy="128016"/>
          </a:xfrm>
          <a:prstGeom prst="roundRect">
            <a:avLst>
              <a:gd name="adj" fmla="val 28571"/>
            </a:avLst>
          </a:prstGeom>
          <a:solidFill>
            <a:srgbClr val="F4FAFE"/>
          </a:solidFill>
          <a:ln w="12700">
            <a:solidFill>
              <a:srgbClr val="F4FAFE"/>
            </a:solidFill>
            <a:prstDash val="solid"/>
          </a:ln>
        </p:spPr>
      </p:sp>
      <p:sp>
        <p:nvSpPr>
          <p:cNvPr id="57" name="Shape 15">
            <a:extLst>
              <a:ext uri="{FF2B5EF4-FFF2-40B4-BE49-F238E27FC236}">
                <a16:creationId xmlns:a16="http://schemas.microsoft.com/office/drawing/2014/main" id="{7C5B7AF6-8A83-42DC-9AAE-B9B9F200DA23}"/>
              </a:ext>
            </a:extLst>
          </p:cNvPr>
          <p:cNvSpPr/>
          <p:nvPr/>
        </p:nvSpPr>
        <p:spPr>
          <a:xfrm>
            <a:off x="3346704" y="3419856"/>
            <a:ext cx="45720" cy="128016"/>
          </a:xfrm>
          <a:prstGeom prst="roundRect">
            <a:avLst>
              <a:gd name="adj" fmla="val 80000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FAD4DE33-45F9-4198-B677-23D9B135ADBF}"/>
              </a:ext>
            </a:extLst>
          </p:cNvPr>
          <p:cNvSpPr/>
          <p:nvPr/>
        </p:nvSpPr>
        <p:spPr>
          <a:xfrm>
            <a:off x="4572000" y="3375965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S/ 31.3 M (2.6%)</a:t>
            </a:r>
            <a:endParaRPr lang="en-US" sz="900" dirty="0"/>
          </a:p>
        </p:txBody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9F8C298E-0487-4175-8894-4A778A56871C}"/>
              </a:ext>
            </a:extLst>
          </p:cNvPr>
          <p:cNvSpPr/>
          <p:nvPr/>
        </p:nvSpPr>
        <p:spPr>
          <a:xfrm>
            <a:off x="822960" y="372618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C2  Gestión institucional IES</a:t>
            </a:r>
            <a:endParaRPr lang="en-US" sz="900" dirty="0"/>
          </a:p>
        </p:txBody>
      </p:sp>
      <p:sp>
        <p:nvSpPr>
          <p:cNvPr id="60" name="Shape 18">
            <a:extLst>
              <a:ext uri="{FF2B5EF4-FFF2-40B4-BE49-F238E27FC236}">
                <a16:creationId xmlns:a16="http://schemas.microsoft.com/office/drawing/2014/main" id="{7E4F8209-E7B6-4EF7-99C4-F4F8F0DA9D43}"/>
              </a:ext>
            </a:extLst>
          </p:cNvPr>
          <p:cNvSpPr/>
          <p:nvPr/>
        </p:nvSpPr>
        <p:spPr>
          <a:xfrm>
            <a:off x="3346704" y="3767328"/>
            <a:ext cx="1060704" cy="128016"/>
          </a:xfrm>
          <a:prstGeom prst="roundRect">
            <a:avLst>
              <a:gd name="adj" fmla="val 28571"/>
            </a:avLst>
          </a:prstGeom>
          <a:solidFill>
            <a:srgbClr val="F4FAFE"/>
          </a:solidFill>
          <a:ln w="12700">
            <a:solidFill>
              <a:srgbClr val="F4FAFE"/>
            </a:solidFill>
            <a:prstDash val="solid"/>
          </a:ln>
        </p:spPr>
      </p:sp>
      <p:sp>
        <p:nvSpPr>
          <p:cNvPr id="61" name="Shape 19">
            <a:extLst>
              <a:ext uri="{FF2B5EF4-FFF2-40B4-BE49-F238E27FC236}">
                <a16:creationId xmlns:a16="http://schemas.microsoft.com/office/drawing/2014/main" id="{F195EBC2-4528-4103-BD8F-216C513464E6}"/>
              </a:ext>
            </a:extLst>
          </p:cNvPr>
          <p:cNvSpPr/>
          <p:nvPr/>
        </p:nvSpPr>
        <p:spPr>
          <a:xfrm>
            <a:off x="3346704" y="3767328"/>
            <a:ext cx="219566" cy="128016"/>
          </a:xfrm>
          <a:prstGeom prst="roundRect">
            <a:avLst>
              <a:gd name="adj" fmla="val 28571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7AEBD782-5C50-4004-9156-4567A97D1A13}"/>
              </a:ext>
            </a:extLst>
          </p:cNvPr>
          <p:cNvSpPr/>
          <p:nvPr/>
        </p:nvSpPr>
        <p:spPr>
          <a:xfrm>
            <a:off x="4564380" y="3723437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S/ 249.5 M (20.7%)</a:t>
            </a:r>
            <a:endParaRPr lang="en-US" sz="9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60B8F613-FC1A-4EDF-9280-CD4EE2B69915}"/>
              </a:ext>
            </a:extLst>
          </p:cNvPr>
          <p:cNvSpPr/>
          <p:nvPr/>
        </p:nvSpPr>
        <p:spPr>
          <a:xfrm>
            <a:off x="822960" y="407365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C3  Infraestructura y equipamiento</a:t>
            </a:r>
            <a:endParaRPr lang="en-US" sz="900" dirty="0"/>
          </a:p>
        </p:txBody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7150ACAE-6F31-45BD-A889-4DA8BBE0164E}"/>
              </a:ext>
            </a:extLst>
          </p:cNvPr>
          <p:cNvSpPr/>
          <p:nvPr/>
        </p:nvSpPr>
        <p:spPr>
          <a:xfrm>
            <a:off x="3346704" y="4114800"/>
            <a:ext cx="1060704" cy="128016"/>
          </a:xfrm>
          <a:prstGeom prst="roundRect">
            <a:avLst>
              <a:gd name="adj" fmla="val 28571"/>
            </a:avLst>
          </a:prstGeom>
          <a:solidFill>
            <a:srgbClr val="F4FAFE"/>
          </a:solidFill>
          <a:ln w="12700">
            <a:solidFill>
              <a:srgbClr val="F4FAFE"/>
            </a:solidFill>
            <a:prstDash val="solid"/>
          </a:ln>
        </p:spPr>
      </p:sp>
      <p:sp>
        <p:nvSpPr>
          <p:cNvPr id="65" name="Shape 23">
            <a:extLst>
              <a:ext uri="{FF2B5EF4-FFF2-40B4-BE49-F238E27FC236}">
                <a16:creationId xmlns:a16="http://schemas.microsoft.com/office/drawing/2014/main" id="{1FE6E6A2-A0BF-4C47-8C76-EEC1DC58F359}"/>
              </a:ext>
            </a:extLst>
          </p:cNvPr>
          <p:cNvSpPr/>
          <p:nvPr/>
        </p:nvSpPr>
        <p:spPr>
          <a:xfrm>
            <a:off x="3346704" y="4114800"/>
            <a:ext cx="726582" cy="128016"/>
          </a:xfrm>
          <a:prstGeom prst="roundRect">
            <a:avLst>
              <a:gd name="adj" fmla="val 28571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C80842CA-9DB5-4146-8EA2-2AD8CFA50EB9}"/>
              </a:ext>
            </a:extLst>
          </p:cNvPr>
          <p:cNvSpPr/>
          <p:nvPr/>
        </p:nvSpPr>
        <p:spPr>
          <a:xfrm>
            <a:off x="4572000" y="4070909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S/ 826.6 M (68.5%)</a:t>
            </a:r>
            <a:endParaRPr lang="en-US" sz="900" dirty="0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78ED3669-60F7-4F5B-97F1-8EBABE68B287}"/>
              </a:ext>
            </a:extLst>
          </p:cNvPr>
          <p:cNvSpPr/>
          <p:nvPr/>
        </p:nvSpPr>
        <p:spPr>
          <a:xfrm>
            <a:off x="822960" y="442112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C4  Gestión, auditoría y estudios</a:t>
            </a:r>
            <a:endParaRPr lang="en-US" sz="900" dirty="0"/>
          </a:p>
        </p:txBody>
      </p:sp>
      <p:sp>
        <p:nvSpPr>
          <p:cNvPr id="68" name="Shape 26">
            <a:extLst>
              <a:ext uri="{FF2B5EF4-FFF2-40B4-BE49-F238E27FC236}">
                <a16:creationId xmlns:a16="http://schemas.microsoft.com/office/drawing/2014/main" id="{D11A1A8F-D941-4CD2-8DEF-6D7B15F1CD2E}"/>
              </a:ext>
            </a:extLst>
          </p:cNvPr>
          <p:cNvSpPr/>
          <p:nvPr/>
        </p:nvSpPr>
        <p:spPr>
          <a:xfrm>
            <a:off x="3346704" y="4462272"/>
            <a:ext cx="1060704" cy="128016"/>
          </a:xfrm>
          <a:prstGeom prst="roundRect">
            <a:avLst>
              <a:gd name="adj" fmla="val 28571"/>
            </a:avLst>
          </a:prstGeom>
          <a:solidFill>
            <a:srgbClr val="F4FAFE"/>
          </a:solidFill>
          <a:ln w="12700">
            <a:solidFill>
              <a:srgbClr val="F4FAFE"/>
            </a:solidFill>
            <a:prstDash val="solid"/>
          </a:ln>
        </p:spPr>
      </p:sp>
      <p:sp>
        <p:nvSpPr>
          <p:cNvPr id="69" name="Shape 27">
            <a:extLst>
              <a:ext uri="{FF2B5EF4-FFF2-40B4-BE49-F238E27FC236}">
                <a16:creationId xmlns:a16="http://schemas.microsoft.com/office/drawing/2014/main" id="{CE5084FC-2B0B-4CE2-AA30-A387A3285102}"/>
              </a:ext>
            </a:extLst>
          </p:cNvPr>
          <p:cNvSpPr/>
          <p:nvPr/>
        </p:nvSpPr>
        <p:spPr>
          <a:xfrm>
            <a:off x="3346704" y="4462272"/>
            <a:ext cx="86978" cy="128016"/>
          </a:xfrm>
          <a:prstGeom prst="roundRect">
            <a:avLst>
              <a:gd name="adj" fmla="val 42052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70" name="Text 28">
            <a:extLst>
              <a:ext uri="{FF2B5EF4-FFF2-40B4-BE49-F238E27FC236}">
                <a16:creationId xmlns:a16="http://schemas.microsoft.com/office/drawing/2014/main" id="{02E3C73A-3570-4248-8559-1A4B66715AE4}"/>
              </a:ext>
            </a:extLst>
          </p:cNvPr>
          <p:cNvSpPr/>
          <p:nvPr/>
        </p:nvSpPr>
        <p:spPr>
          <a:xfrm>
            <a:off x="4572000" y="4418381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S/ 99.2 M (8.2%)</a:t>
            </a:r>
            <a:endParaRPr lang="en-US" sz="900" dirty="0"/>
          </a:p>
        </p:txBody>
      </p:sp>
      <p:sp>
        <p:nvSpPr>
          <p:cNvPr id="72" name="Text 30">
            <a:extLst>
              <a:ext uri="{FF2B5EF4-FFF2-40B4-BE49-F238E27FC236}">
                <a16:creationId xmlns:a16="http://schemas.microsoft.com/office/drawing/2014/main" id="{118F1FE2-6D1F-4544-84BC-58B9F5E671B7}"/>
              </a:ext>
            </a:extLst>
          </p:cNvPr>
          <p:cNvSpPr/>
          <p:nvPr/>
        </p:nvSpPr>
        <p:spPr>
          <a:xfrm>
            <a:off x="822960" y="51191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FINANCIAMIENTO ACTUALIZADO</a:t>
            </a:r>
            <a:endParaRPr lang="en-US" sz="1000" dirty="0"/>
          </a:p>
        </p:txBody>
      </p:sp>
      <p:sp>
        <p:nvSpPr>
          <p:cNvPr id="73" name="Shape 31">
            <a:extLst>
              <a:ext uri="{FF2B5EF4-FFF2-40B4-BE49-F238E27FC236}">
                <a16:creationId xmlns:a16="http://schemas.microsoft.com/office/drawing/2014/main" id="{87BACE95-C370-4E33-AF25-C991FE54180F}"/>
              </a:ext>
            </a:extLst>
          </p:cNvPr>
          <p:cNvSpPr/>
          <p:nvPr/>
        </p:nvSpPr>
        <p:spPr>
          <a:xfrm>
            <a:off x="822960" y="5338572"/>
            <a:ext cx="2336292" cy="329184"/>
          </a:xfrm>
          <a:prstGeom prst="roundRect">
            <a:avLst>
              <a:gd name="adj" fmla="val 11111"/>
            </a:avLst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B7A635EF-A94D-45B1-92B3-3113D296A3B1}"/>
              </a:ext>
            </a:extLst>
          </p:cNvPr>
          <p:cNvSpPr/>
          <p:nvPr/>
        </p:nvSpPr>
        <p:spPr>
          <a:xfrm>
            <a:off x="905256" y="5407152"/>
            <a:ext cx="21717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BID  S/ 256.3 M</a:t>
            </a:r>
            <a:endParaRPr lang="en-US" sz="1000" dirty="0"/>
          </a:p>
        </p:txBody>
      </p:sp>
      <p:sp>
        <p:nvSpPr>
          <p:cNvPr id="75" name="Shape 33">
            <a:extLst>
              <a:ext uri="{FF2B5EF4-FFF2-40B4-BE49-F238E27FC236}">
                <a16:creationId xmlns:a16="http://schemas.microsoft.com/office/drawing/2014/main" id="{08BA4AC7-CB05-4804-96BB-6A38A96505CB}"/>
              </a:ext>
            </a:extLst>
          </p:cNvPr>
          <p:cNvSpPr/>
          <p:nvPr/>
        </p:nvSpPr>
        <p:spPr>
          <a:xfrm>
            <a:off x="3287268" y="5338572"/>
            <a:ext cx="2336292" cy="329184"/>
          </a:xfrm>
          <a:prstGeom prst="roundRect">
            <a:avLst>
              <a:gd name="adj" fmla="val 11111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B55EF4F3-008D-47DE-A8C0-CAE1524BB29B}"/>
              </a:ext>
            </a:extLst>
          </p:cNvPr>
          <p:cNvSpPr/>
          <p:nvPr/>
        </p:nvSpPr>
        <p:spPr>
          <a:xfrm>
            <a:off x="3369564" y="5407152"/>
            <a:ext cx="21717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  S/ 950.3 M</a:t>
            </a:r>
            <a:endParaRPr lang="en-US" sz="1000" dirty="0"/>
          </a:p>
        </p:txBody>
      </p:sp>
      <p:sp>
        <p:nvSpPr>
          <p:cNvPr id="77" name="Text 35">
            <a:extLst>
              <a:ext uri="{FF2B5EF4-FFF2-40B4-BE49-F238E27FC236}">
                <a16:creationId xmlns:a16="http://schemas.microsoft.com/office/drawing/2014/main" id="{41002A3B-D09F-4F1C-8EEA-E970D6B52B30}"/>
              </a:ext>
            </a:extLst>
          </p:cNvPr>
          <p:cNvSpPr/>
          <p:nvPr/>
        </p:nvSpPr>
        <p:spPr>
          <a:xfrm>
            <a:off x="822960" y="580796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PLAZOS DE EJECUCIÓN / DESEMBOLSOS</a:t>
            </a:r>
            <a:endParaRPr lang="en-US" sz="1000" dirty="0"/>
          </a:p>
        </p:txBody>
      </p:sp>
      <p:sp>
        <p:nvSpPr>
          <p:cNvPr id="78" name="Shape 36">
            <a:extLst>
              <a:ext uri="{FF2B5EF4-FFF2-40B4-BE49-F238E27FC236}">
                <a16:creationId xmlns:a16="http://schemas.microsoft.com/office/drawing/2014/main" id="{A6B2E6D2-9782-4373-8139-8A4505AEC714}"/>
              </a:ext>
            </a:extLst>
          </p:cNvPr>
          <p:cNvSpPr/>
          <p:nvPr/>
        </p:nvSpPr>
        <p:spPr>
          <a:xfrm>
            <a:off x="822960" y="6027420"/>
            <a:ext cx="4800600" cy="320040"/>
          </a:xfrm>
          <a:prstGeom prst="roundRect">
            <a:avLst>
              <a:gd name="adj" fmla="val 11429"/>
            </a:avLst>
          </a:prstGeom>
          <a:solidFill>
            <a:srgbClr val="F4FAFE"/>
          </a:solidFill>
          <a:ln w="12700">
            <a:solidFill>
              <a:srgbClr val="F4FAFE"/>
            </a:solidFill>
            <a:prstDash val="solid"/>
          </a:ln>
        </p:spPr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14246F43-096F-4712-88EE-60B1CD7E46AE}"/>
              </a:ext>
            </a:extLst>
          </p:cNvPr>
          <p:cNvSpPr/>
          <p:nvPr/>
        </p:nvSpPr>
        <p:spPr>
          <a:xfrm>
            <a:off x="932688" y="61097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Inicial</a:t>
            </a:r>
            <a:endParaRPr lang="en-US" sz="1000" dirty="0"/>
          </a:p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AD9B9CF1-6188-47E9-971D-B62389167669}"/>
              </a:ext>
            </a:extLst>
          </p:cNvPr>
          <p:cNvSpPr/>
          <p:nvPr/>
        </p:nvSpPr>
        <p:spPr>
          <a:xfrm>
            <a:off x="1737360" y="6100572"/>
            <a:ext cx="3794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12.09.2018 – 12.09.2023</a:t>
            </a:r>
            <a:endParaRPr lang="en-US" sz="1000" dirty="0"/>
          </a:p>
        </p:txBody>
      </p:sp>
      <p:sp>
        <p:nvSpPr>
          <p:cNvPr id="81" name="Shape 39">
            <a:extLst>
              <a:ext uri="{FF2B5EF4-FFF2-40B4-BE49-F238E27FC236}">
                <a16:creationId xmlns:a16="http://schemas.microsoft.com/office/drawing/2014/main" id="{AC3CCEF9-0844-40F9-BB7C-D1FBF17145DA}"/>
              </a:ext>
            </a:extLst>
          </p:cNvPr>
          <p:cNvSpPr/>
          <p:nvPr/>
        </p:nvSpPr>
        <p:spPr>
          <a:xfrm>
            <a:off x="822960" y="6411468"/>
            <a:ext cx="4800600" cy="320040"/>
          </a:xfrm>
          <a:prstGeom prst="roundRect">
            <a:avLst>
              <a:gd name="adj" fmla="val 11429"/>
            </a:avLst>
          </a:prstGeom>
          <a:solidFill>
            <a:srgbClr val="F4FAFE"/>
          </a:solidFill>
          <a:ln w="12700">
            <a:solidFill>
              <a:srgbClr val="F4FAFE"/>
            </a:solidFill>
            <a:prstDash val="solid"/>
          </a:ln>
        </p:spPr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922F9175-EE72-4803-9978-7A8D77694236}"/>
              </a:ext>
            </a:extLst>
          </p:cNvPr>
          <p:cNvSpPr/>
          <p:nvPr/>
        </p:nvSpPr>
        <p:spPr>
          <a:xfrm>
            <a:off x="932688" y="649376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</a:t>
            </a:r>
            <a:endParaRPr lang="en-US" sz="1000" dirty="0"/>
          </a:p>
        </p:txBody>
      </p:sp>
      <p:sp>
        <p:nvSpPr>
          <p:cNvPr id="83" name="Text 41">
            <a:extLst>
              <a:ext uri="{FF2B5EF4-FFF2-40B4-BE49-F238E27FC236}">
                <a16:creationId xmlns:a16="http://schemas.microsoft.com/office/drawing/2014/main" id="{8C5C226E-961D-401F-9A3B-7C84CFFAE4EC}"/>
              </a:ext>
            </a:extLst>
          </p:cNvPr>
          <p:cNvSpPr/>
          <p:nvPr/>
        </p:nvSpPr>
        <p:spPr>
          <a:xfrm>
            <a:off x="1737360" y="6484620"/>
            <a:ext cx="3794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Hasta 16.04.2026</a:t>
            </a:r>
            <a:endParaRPr lang="en-US" sz="1000" dirty="0"/>
          </a:p>
        </p:txBody>
      </p:sp>
      <p:sp>
        <p:nvSpPr>
          <p:cNvPr id="84" name="Text 42">
            <a:extLst>
              <a:ext uri="{FF2B5EF4-FFF2-40B4-BE49-F238E27FC236}">
                <a16:creationId xmlns:a16="http://schemas.microsoft.com/office/drawing/2014/main" id="{060F857E-E0BB-4C55-923F-3B76A93ABEE2}"/>
              </a:ext>
            </a:extLst>
          </p:cNvPr>
          <p:cNvSpPr/>
          <p:nvPr/>
        </p:nvSpPr>
        <p:spPr>
          <a:xfrm>
            <a:off x="6473952" y="1252728"/>
            <a:ext cx="4983480" cy="429768"/>
          </a:xfrm>
          <a:prstGeom prst="rect">
            <a:avLst/>
          </a:prstGeom>
          <a:solidFill>
            <a:srgbClr val="0F8B8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PMESTP</a:t>
            </a:r>
            <a:endParaRPr lang="en-US" sz="2550" dirty="0"/>
          </a:p>
        </p:txBody>
      </p:sp>
      <p:sp>
        <p:nvSpPr>
          <p:cNvPr id="85" name="Text 43">
            <a:extLst>
              <a:ext uri="{FF2B5EF4-FFF2-40B4-BE49-F238E27FC236}">
                <a16:creationId xmlns:a16="http://schemas.microsoft.com/office/drawing/2014/main" id="{708AABCF-F086-4B07-BD52-CEE31A72F224}"/>
              </a:ext>
            </a:extLst>
          </p:cNvPr>
          <p:cNvSpPr/>
          <p:nvPr/>
        </p:nvSpPr>
        <p:spPr>
          <a:xfrm>
            <a:off x="6565392" y="192938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 ACTUALIZADO AL 06/07/2026</a:t>
            </a:r>
            <a:endParaRPr lang="en-US" sz="920" dirty="0"/>
          </a:p>
        </p:txBody>
      </p:sp>
      <p:sp>
        <p:nvSpPr>
          <p:cNvPr id="86" name="Shape 44">
            <a:extLst>
              <a:ext uri="{FF2B5EF4-FFF2-40B4-BE49-F238E27FC236}">
                <a16:creationId xmlns:a16="http://schemas.microsoft.com/office/drawing/2014/main" id="{6326FB47-7934-470F-9639-A4D40373DE05}"/>
              </a:ext>
            </a:extLst>
          </p:cNvPr>
          <p:cNvSpPr/>
          <p:nvPr/>
        </p:nvSpPr>
        <p:spPr>
          <a:xfrm>
            <a:off x="6565392" y="2157984"/>
            <a:ext cx="4800600" cy="768096"/>
          </a:xfrm>
          <a:prstGeom prst="roundRect">
            <a:avLst>
              <a:gd name="adj" fmla="val 9524"/>
            </a:avLst>
          </a:prstGeom>
          <a:solidFill>
            <a:srgbClr val="E9F7F7"/>
          </a:solidFill>
          <a:ln w="12700">
            <a:solidFill>
              <a:srgbClr val="E9F7F7"/>
            </a:solidFill>
            <a:prstDash val="solid"/>
          </a:ln>
        </p:spPr>
      </p:sp>
      <p:sp>
        <p:nvSpPr>
          <p:cNvPr id="87" name="Text 45">
            <a:extLst>
              <a:ext uri="{FF2B5EF4-FFF2-40B4-BE49-F238E27FC236}">
                <a16:creationId xmlns:a16="http://schemas.microsoft.com/office/drawing/2014/main" id="{A37836FE-4C1C-46C0-8931-4D8D39805B3F}"/>
              </a:ext>
            </a:extLst>
          </p:cNvPr>
          <p:cNvSpPr/>
          <p:nvPr/>
        </p:nvSpPr>
        <p:spPr>
          <a:xfrm>
            <a:off x="6729984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50" b="1" dirty="0">
                <a:solidFill>
                  <a:srgbClr val="173A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S/ 827.7 M</a:t>
            </a:r>
            <a:endParaRPr lang="en-US" sz="2250" dirty="0"/>
          </a:p>
        </p:txBody>
      </p:sp>
      <p:sp>
        <p:nvSpPr>
          <p:cNvPr id="88" name="Text 46">
            <a:extLst>
              <a:ext uri="{FF2B5EF4-FFF2-40B4-BE49-F238E27FC236}">
                <a16:creationId xmlns:a16="http://schemas.microsoft.com/office/drawing/2014/main" id="{A96B6D12-BF5C-4CA9-B98B-EEE6BC7E6B60}"/>
              </a:ext>
            </a:extLst>
          </p:cNvPr>
          <p:cNvSpPr/>
          <p:nvPr/>
        </p:nvSpPr>
        <p:spPr>
          <a:xfrm>
            <a:off x="9144000" y="2359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E4C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US$ 215.5 M</a:t>
            </a:r>
            <a:endParaRPr lang="en-US" sz="1150" dirty="0"/>
          </a:p>
        </p:txBody>
      </p:sp>
      <p:sp>
        <p:nvSpPr>
          <p:cNvPr id="89" name="Text 47">
            <a:extLst>
              <a:ext uri="{FF2B5EF4-FFF2-40B4-BE49-F238E27FC236}">
                <a16:creationId xmlns:a16="http://schemas.microsoft.com/office/drawing/2014/main" id="{5BD6CD72-710E-4117-A9F1-4D78E5305531}"/>
              </a:ext>
            </a:extLst>
          </p:cNvPr>
          <p:cNvSpPr/>
          <p:nvPr/>
        </p:nvSpPr>
        <p:spPr>
          <a:xfrm>
            <a:off x="6729984" y="2688336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+S/ 366.9 M | +79.63% vs. costo inicial</a:t>
            </a:r>
            <a:endParaRPr lang="en-US" sz="980" dirty="0"/>
          </a:p>
        </p:txBody>
      </p:sp>
      <p:sp>
        <p:nvSpPr>
          <p:cNvPr id="90" name="Text 48">
            <a:extLst>
              <a:ext uri="{FF2B5EF4-FFF2-40B4-BE49-F238E27FC236}">
                <a16:creationId xmlns:a16="http://schemas.microsoft.com/office/drawing/2014/main" id="{7281D582-92F2-47AF-BD35-9D50B89B58A4}"/>
              </a:ext>
            </a:extLst>
          </p:cNvPr>
          <p:cNvSpPr/>
          <p:nvPr/>
        </p:nvSpPr>
        <p:spPr>
          <a:xfrm>
            <a:off x="6565392" y="30998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 ACTUALIZADO POR COMPONENTES</a:t>
            </a:r>
            <a:endParaRPr lang="en-US" sz="900" dirty="0"/>
          </a:p>
        </p:txBody>
      </p:sp>
      <p:sp>
        <p:nvSpPr>
          <p:cNvPr id="91" name="Text 49">
            <a:extLst>
              <a:ext uri="{FF2B5EF4-FFF2-40B4-BE49-F238E27FC236}">
                <a16:creationId xmlns:a16="http://schemas.microsoft.com/office/drawing/2014/main" id="{854DC631-7A5F-489C-A9E8-A575675F1ABC}"/>
              </a:ext>
            </a:extLst>
          </p:cNvPr>
          <p:cNvSpPr/>
          <p:nvPr/>
        </p:nvSpPr>
        <p:spPr>
          <a:xfrm>
            <a:off x="6565392" y="337870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C1  Servicios misionales ESTP</a:t>
            </a:r>
            <a:endParaRPr lang="en-US" sz="900" dirty="0"/>
          </a:p>
        </p:txBody>
      </p:sp>
      <p:sp>
        <p:nvSpPr>
          <p:cNvPr id="92" name="Shape 50">
            <a:extLst>
              <a:ext uri="{FF2B5EF4-FFF2-40B4-BE49-F238E27FC236}">
                <a16:creationId xmlns:a16="http://schemas.microsoft.com/office/drawing/2014/main" id="{C69B210F-003B-4B1F-9D52-0A75F12A7B20}"/>
              </a:ext>
            </a:extLst>
          </p:cNvPr>
          <p:cNvSpPr/>
          <p:nvPr/>
        </p:nvSpPr>
        <p:spPr>
          <a:xfrm>
            <a:off x="9089136" y="3419856"/>
            <a:ext cx="1060704" cy="128016"/>
          </a:xfrm>
          <a:prstGeom prst="roundRect">
            <a:avLst>
              <a:gd name="adj" fmla="val 28571"/>
            </a:avLst>
          </a:prstGeom>
          <a:solidFill>
            <a:srgbClr val="F3FBFB"/>
          </a:solidFill>
          <a:ln w="12700">
            <a:solidFill>
              <a:srgbClr val="F3FBFB"/>
            </a:solidFill>
            <a:prstDash val="solid"/>
          </a:ln>
        </p:spPr>
      </p:sp>
      <p:sp>
        <p:nvSpPr>
          <p:cNvPr id="93" name="Shape 51">
            <a:extLst>
              <a:ext uri="{FF2B5EF4-FFF2-40B4-BE49-F238E27FC236}">
                <a16:creationId xmlns:a16="http://schemas.microsoft.com/office/drawing/2014/main" id="{8319BB79-B7F0-46C3-8AF2-9D80D1B73D84}"/>
              </a:ext>
            </a:extLst>
          </p:cNvPr>
          <p:cNvSpPr/>
          <p:nvPr/>
        </p:nvSpPr>
        <p:spPr>
          <a:xfrm>
            <a:off x="9089136" y="3419856"/>
            <a:ext cx="111374" cy="128016"/>
          </a:xfrm>
          <a:prstGeom prst="roundRect">
            <a:avLst>
              <a:gd name="adj" fmla="val 3284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4" name="Text 52">
            <a:extLst>
              <a:ext uri="{FF2B5EF4-FFF2-40B4-BE49-F238E27FC236}">
                <a16:creationId xmlns:a16="http://schemas.microsoft.com/office/drawing/2014/main" id="{ED9A536B-614B-4A66-85FA-4BC57B6BE975}"/>
              </a:ext>
            </a:extLst>
          </p:cNvPr>
          <p:cNvSpPr/>
          <p:nvPr/>
        </p:nvSpPr>
        <p:spPr>
          <a:xfrm>
            <a:off x="10314432" y="3375965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S/ 86.8 M (10.5%)</a:t>
            </a:r>
            <a:endParaRPr lang="en-US" sz="900" dirty="0"/>
          </a:p>
        </p:txBody>
      </p:sp>
      <p:sp>
        <p:nvSpPr>
          <p:cNvPr id="95" name="Text 53">
            <a:extLst>
              <a:ext uri="{FF2B5EF4-FFF2-40B4-BE49-F238E27FC236}">
                <a16:creationId xmlns:a16="http://schemas.microsoft.com/office/drawing/2014/main" id="{A1644498-3B01-45B5-AB8F-83693971BA5C}"/>
              </a:ext>
            </a:extLst>
          </p:cNvPr>
          <p:cNvSpPr/>
          <p:nvPr/>
        </p:nvSpPr>
        <p:spPr>
          <a:xfrm>
            <a:off x="6565392" y="372618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C2  Infraestructura y equipamiento</a:t>
            </a:r>
            <a:endParaRPr lang="en-US" sz="900" dirty="0"/>
          </a:p>
        </p:txBody>
      </p:sp>
      <p:sp>
        <p:nvSpPr>
          <p:cNvPr id="96" name="Shape 54">
            <a:extLst>
              <a:ext uri="{FF2B5EF4-FFF2-40B4-BE49-F238E27FC236}">
                <a16:creationId xmlns:a16="http://schemas.microsoft.com/office/drawing/2014/main" id="{F8453A59-B977-4897-93E2-8A46BD365503}"/>
              </a:ext>
            </a:extLst>
          </p:cNvPr>
          <p:cNvSpPr/>
          <p:nvPr/>
        </p:nvSpPr>
        <p:spPr>
          <a:xfrm>
            <a:off x="9089136" y="3767328"/>
            <a:ext cx="1060704" cy="128016"/>
          </a:xfrm>
          <a:prstGeom prst="roundRect">
            <a:avLst>
              <a:gd name="adj" fmla="val 28571"/>
            </a:avLst>
          </a:prstGeom>
          <a:solidFill>
            <a:srgbClr val="F3FBFB"/>
          </a:solidFill>
          <a:ln w="12700">
            <a:solidFill>
              <a:srgbClr val="F3FBFB"/>
            </a:solidFill>
            <a:prstDash val="solid"/>
          </a:ln>
        </p:spPr>
      </p:sp>
      <p:sp>
        <p:nvSpPr>
          <p:cNvPr id="97" name="Shape 55">
            <a:extLst>
              <a:ext uri="{FF2B5EF4-FFF2-40B4-BE49-F238E27FC236}">
                <a16:creationId xmlns:a16="http://schemas.microsoft.com/office/drawing/2014/main" id="{50BB2560-B7B3-420F-A5F3-08E19D2EBBDE}"/>
              </a:ext>
            </a:extLst>
          </p:cNvPr>
          <p:cNvSpPr/>
          <p:nvPr/>
        </p:nvSpPr>
        <p:spPr>
          <a:xfrm>
            <a:off x="9089136" y="3767328"/>
            <a:ext cx="889931" cy="128016"/>
          </a:xfrm>
          <a:prstGeom prst="roundRect">
            <a:avLst>
              <a:gd name="adj" fmla="val 2857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8" name="Text 56">
            <a:extLst>
              <a:ext uri="{FF2B5EF4-FFF2-40B4-BE49-F238E27FC236}">
                <a16:creationId xmlns:a16="http://schemas.microsoft.com/office/drawing/2014/main" id="{4C56AB84-CB61-4875-B89E-D333D66294B3}"/>
              </a:ext>
            </a:extLst>
          </p:cNvPr>
          <p:cNvSpPr/>
          <p:nvPr/>
        </p:nvSpPr>
        <p:spPr>
          <a:xfrm>
            <a:off x="10314432" y="3723437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S/ 694.8 M (83.9%)</a:t>
            </a:r>
            <a:endParaRPr lang="en-US" sz="900" dirty="0"/>
          </a:p>
        </p:txBody>
      </p:sp>
      <p:sp>
        <p:nvSpPr>
          <p:cNvPr id="99" name="Text 57">
            <a:extLst>
              <a:ext uri="{FF2B5EF4-FFF2-40B4-BE49-F238E27FC236}">
                <a16:creationId xmlns:a16="http://schemas.microsoft.com/office/drawing/2014/main" id="{B820B2CE-A7B1-47E7-BB89-BC183B9F5F90}"/>
              </a:ext>
            </a:extLst>
          </p:cNvPr>
          <p:cNvSpPr/>
          <p:nvPr/>
        </p:nvSpPr>
        <p:spPr>
          <a:xfrm>
            <a:off x="6565392" y="407365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C3  Gestión del programa</a:t>
            </a:r>
            <a:endParaRPr lang="en-US" sz="900" dirty="0"/>
          </a:p>
        </p:txBody>
      </p:sp>
      <p:sp>
        <p:nvSpPr>
          <p:cNvPr id="100" name="Shape 58">
            <a:extLst>
              <a:ext uri="{FF2B5EF4-FFF2-40B4-BE49-F238E27FC236}">
                <a16:creationId xmlns:a16="http://schemas.microsoft.com/office/drawing/2014/main" id="{1C254524-A635-4DFC-B752-0C806FD6A312}"/>
              </a:ext>
            </a:extLst>
          </p:cNvPr>
          <p:cNvSpPr/>
          <p:nvPr/>
        </p:nvSpPr>
        <p:spPr>
          <a:xfrm>
            <a:off x="9089136" y="4114800"/>
            <a:ext cx="1060704" cy="128016"/>
          </a:xfrm>
          <a:prstGeom prst="roundRect">
            <a:avLst>
              <a:gd name="adj" fmla="val 28571"/>
            </a:avLst>
          </a:prstGeom>
          <a:solidFill>
            <a:srgbClr val="F3FBFB"/>
          </a:solidFill>
          <a:ln w="12700">
            <a:solidFill>
              <a:srgbClr val="F3FBFB"/>
            </a:solidFill>
            <a:prstDash val="solid"/>
          </a:ln>
        </p:spPr>
      </p:sp>
      <p:sp>
        <p:nvSpPr>
          <p:cNvPr id="101" name="Shape 59">
            <a:extLst>
              <a:ext uri="{FF2B5EF4-FFF2-40B4-BE49-F238E27FC236}">
                <a16:creationId xmlns:a16="http://schemas.microsoft.com/office/drawing/2014/main" id="{FE30BDA6-0379-4E6E-97F3-8D19F73598D9}"/>
              </a:ext>
            </a:extLst>
          </p:cNvPr>
          <p:cNvSpPr/>
          <p:nvPr/>
        </p:nvSpPr>
        <p:spPr>
          <a:xfrm>
            <a:off x="9089136" y="4114800"/>
            <a:ext cx="59399" cy="128016"/>
          </a:xfrm>
          <a:prstGeom prst="roundRect">
            <a:avLst>
              <a:gd name="adj" fmla="val 61577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2" name="Text 60">
            <a:extLst>
              <a:ext uri="{FF2B5EF4-FFF2-40B4-BE49-F238E27FC236}">
                <a16:creationId xmlns:a16="http://schemas.microsoft.com/office/drawing/2014/main" id="{2B3A01DC-8AA0-45CB-9A90-621517623406}"/>
              </a:ext>
            </a:extLst>
          </p:cNvPr>
          <p:cNvSpPr/>
          <p:nvPr/>
        </p:nvSpPr>
        <p:spPr>
          <a:xfrm>
            <a:off x="10314432" y="4070909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S/ 46.1 M (5.6%)</a:t>
            </a:r>
            <a:endParaRPr lang="en-US" sz="900" dirty="0"/>
          </a:p>
        </p:txBody>
      </p:sp>
      <p:sp>
        <p:nvSpPr>
          <p:cNvPr id="104" name="Text 62">
            <a:extLst>
              <a:ext uri="{FF2B5EF4-FFF2-40B4-BE49-F238E27FC236}">
                <a16:creationId xmlns:a16="http://schemas.microsoft.com/office/drawing/2014/main" id="{E5A2649A-B3A6-4B58-8EFF-29E1D1F4D689}"/>
              </a:ext>
            </a:extLst>
          </p:cNvPr>
          <p:cNvSpPr/>
          <p:nvPr/>
        </p:nvSpPr>
        <p:spPr>
          <a:xfrm>
            <a:off x="6565392" y="511911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FINANCIAMIENTO ACTUALIZADO</a:t>
            </a:r>
            <a:endParaRPr lang="en-US" sz="1000" dirty="0"/>
          </a:p>
        </p:txBody>
      </p:sp>
      <p:sp>
        <p:nvSpPr>
          <p:cNvPr id="105" name="Shape 63">
            <a:extLst>
              <a:ext uri="{FF2B5EF4-FFF2-40B4-BE49-F238E27FC236}">
                <a16:creationId xmlns:a16="http://schemas.microsoft.com/office/drawing/2014/main" id="{CAE400B2-D6E9-4165-80E5-F28ABEB44DE6}"/>
              </a:ext>
            </a:extLst>
          </p:cNvPr>
          <p:cNvSpPr/>
          <p:nvPr/>
        </p:nvSpPr>
        <p:spPr>
          <a:xfrm>
            <a:off x="6565392" y="5338572"/>
            <a:ext cx="2336292" cy="329184"/>
          </a:xfrm>
          <a:prstGeom prst="roundRect">
            <a:avLst>
              <a:gd name="adj" fmla="val 11111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6" name="Text 64">
            <a:extLst>
              <a:ext uri="{FF2B5EF4-FFF2-40B4-BE49-F238E27FC236}">
                <a16:creationId xmlns:a16="http://schemas.microsoft.com/office/drawing/2014/main" id="{1F670563-D95B-4217-96F3-A86737E254AE}"/>
              </a:ext>
            </a:extLst>
          </p:cNvPr>
          <p:cNvSpPr/>
          <p:nvPr/>
        </p:nvSpPr>
        <p:spPr>
          <a:xfrm>
            <a:off x="6647688" y="5407152"/>
            <a:ext cx="21717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BID  S/ 384.0 M</a:t>
            </a:r>
            <a:endParaRPr lang="en-US" sz="1000" dirty="0"/>
          </a:p>
        </p:txBody>
      </p:sp>
      <p:sp>
        <p:nvSpPr>
          <p:cNvPr id="107" name="Shape 65">
            <a:extLst>
              <a:ext uri="{FF2B5EF4-FFF2-40B4-BE49-F238E27FC236}">
                <a16:creationId xmlns:a16="http://schemas.microsoft.com/office/drawing/2014/main" id="{7E0229FD-18DB-4102-AA91-A7264A2CBD1A}"/>
              </a:ext>
            </a:extLst>
          </p:cNvPr>
          <p:cNvSpPr/>
          <p:nvPr/>
        </p:nvSpPr>
        <p:spPr>
          <a:xfrm>
            <a:off x="9029700" y="5338572"/>
            <a:ext cx="2336292" cy="329184"/>
          </a:xfrm>
          <a:prstGeom prst="roundRect">
            <a:avLst>
              <a:gd name="adj" fmla="val 11111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108" name="Text 66">
            <a:extLst>
              <a:ext uri="{FF2B5EF4-FFF2-40B4-BE49-F238E27FC236}">
                <a16:creationId xmlns:a16="http://schemas.microsoft.com/office/drawing/2014/main" id="{AE4DC21A-B36A-4E40-8E65-D1E6814EA0E8}"/>
              </a:ext>
            </a:extLst>
          </p:cNvPr>
          <p:cNvSpPr/>
          <p:nvPr/>
        </p:nvSpPr>
        <p:spPr>
          <a:xfrm>
            <a:off x="9111996" y="5407152"/>
            <a:ext cx="21717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  S/ 443.7 M</a:t>
            </a:r>
            <a:endParaRPr lang="en-US" sz="1000" dirty="0"/>
          </a:p>
        </p:txBody>
      </p:sp>
      <p:sp>
        <p:nvSpPr>
          <p:cNvPr id="109" name="Text 67">
            <a:extLst>
              <a:ext uri="{FF2B5EF4-FFF2-40B4-BE49-F238E27FC236}">
                <a16:creationId xmlns:a16="http://schemas.microsoft.com/office/drawing/2014/main" id="{0A3A9905-6443-4092-8EFF-2C49DC77DAA6}"/>
              </a:ext>
            </a:extLst>
          </p:cNvPr>
          <p:cNvSpPr/>
          <p:nvPr/>
        </p:nvSpPr>
        <p:spPr>
          <a:xfrm>
            <a:off x="6565392" y="580796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PLAZOS DE EJECUCIÓN / DESEMBOLSOS</a:t>
            </a:r>
            <a:endParaRPr lang="en-US" sz="1000" dirty="0"/>
          </a:p>
        </p:txBody>
      </p:sp>
      <p:sp>
        <p:nvSpPr>
          <p:cNvPr id="111" name="Shape 68">
            <a:extLst>
              <a:ext uri="{FF2B5EF4-FFF2-40B4-BE49-F238E27FC236}">
                <a16:creationId xmlns:a16="http://schemas.microsoft.com/office/drawing/2014/main" id="{73F66C4D-61A7-4CA8-A146-0CD46342EA45}"/>
              </a:ext>
            </a:extLst>
          </p:cNvPr>
          <p:cNvSpPr/>
          <p:nvPr/>
        </p:nvSpPr>
        <p:spPr>
          <a:xfrm>
            <a:off x="6565392" y="6027420"/>
            <a:ext cx="4800600" cy="320040"/>
          </a:xfrm>
          <a:prstGeom prst="roundRect">
            <a:avLst>
              <a:gd name="adj" fmla="val 11429"/>
            </a:avLst>
          </a:prstGeom>
          <a:solidFill>
            <a:srgbClr val="F3FBFB"/>
          </a:solidFill>
          <a:ln w="12700">
            <a:solidFill>
              <a:srgbClr val="F3FBFB"/>
            </a:solidFill>
            <a:prstDash val="solid"/>
          </a:ln>
        </p:spPr>
      </p:sp>
      <p:sp>
        <p:nvSpPr>
          <p:cNvPr id="112" name="Text 69">
            <a:extLst>
              <a:ext uri="{FF2B5EF4-FFF2-40B4-BE49-F238E27FC236}">
                <a16:creationId xmlns:a16="http://schemas.microsoft.com/office/drawing/2014/main" id="{C70E88D8-B1BB-41B9-ABA9-E7342F581623}"/>
              </a:ext>
            </a:extLst>
          </p:cNvPr>
          <p:cNvSpPr/>
          <p:nvPr/>
        </p:nvSpPr>
        <p:spPr>
          <a:xfrm>
            <a:off x="6675120" y="610971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Inicial</a:t>
            </a:r>
            <a:endParaRPr lang="en-US" sz="1000" dirty="0"/>
          </a:p>
        </p:txBody>
      </p:sp>
      <p:sp>
        <p:nvSpPr>
          <p:cNvPr id="113" name="Text 70">
            <a:extLst>
              <a:ext uri="{FF2B5EF4-FFF2-40B4-BE49-F238E27FC236}">
                <a16:creationId xmlns:a16="http://schemas.microsoft.com/office/drawing/2014/main" id="{A82D2F41-8AE9-40FA-A060-E581B35BA31B}"/>
              </a:ext>
            </a:extLst>
          </p:cNvPr>
          <p:cNvSpPr/>
          <p:nvPr/>
        </p:nvSpPr>
        <p:spPr>
          <a:xfrm>
            <a:off x="7479792" y="6100572"/>
            <a:ext cx="3794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01.03.2023 – 28.02.2028</a:t>
            </a:r>
            <a:endParaRPr lang="en-US" sz="1000" dirty="0"/>
          </a:p>
        </p:txBody>
      </p:sp>
      <p:sp>
        <p:nvSpPr>
          <p:cNvPr id="114" name="Shape 71">
            <a:extLst>
              <a:ext uri="{FF2B5EF4-FFF2-40B4-BE49-F238E27FC236}">
                <a16:creationId xmlns:a16="http://schemas.microsoft.com/office/drawing/2014/main" id="{A8CD6C2D-6A9D-4029-8469-395A5C5CF617}"/>
              </a:ext>
            </a:extLst>
          </p:cNvPr>
          <p:cNvSpPr/>
          <p:nvPr/>
        </p:nvSpPr>
        <p:spPr>
          <a:xfrm>
            <a:off x="6565392" y="6411468"/>
            <a:ext cx="4800600" cy="320040"/>
          </a:xfrm>
          <a:prstGeom prst="roundRect">
            <a:avLst>
              <a:gd name="adj" fmla="val 11429"/>
            </a:avLst>
          </a:prstGeom>
          <a:solidFill>
            <a:srgbClr val="F3FBFB"/>
          </a:solidFill>
          <a:ln w="12700">
            <a:solidFill>
              <a:srgbClr val="F3FBFB"/>
            </a:solidFill>
            <a:prstDash val="solid"/>
          </a:ln>
        </p:spPr>
      </p:sp>
      <p:sp>
        <p:nvSpPr>
          <p:cNvPr id="115" name="Text 72">
            <a:extLst>
              <a:ext uri="{FF2B5EF4-FFF2-40B4-BE49-F238E27FC236}">
                <a16:creationId xmlns:a16="http://schemas.microsoft.com/office/drawing/2014/main" id="{74D5952B-580C-4A41-90B3-79D36507F50E}"/>
              </a:ext>
            </a:extLst>
          </p:cNvPr>
          <p:cNvSpPr/>
          <p:nvPr/>
        </p:nvSpPr>
        <p:spPr>
          <a:xfrm>
            <a:off x="6675120" y="649376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Solicitado</a:t>
            </a:r>
            <a:endParaRPr lang="en-US" sz="1000" dirty="0"/>
          </a:p>
        </p:txBody>
      </p:sp>
      <p:sp>
        <p:nvSpPr>
          <p:cNvPr id="116" name="Text 73">
            <a:extLst>
              <a:ext uri="{FF2B5EF4-FFF2-40B4-BE49-F238E27FC236}">
                <a16:creationId xmlns:a16="http://schemas.microsoft.com/office/drawing/2014/main" id="{87C4CEF6-FD5D-4DB9-A69F-7BD0101216D8}"/>
              </a:ext>
            </a:extLst>
          </p:cNvPr>
          <p:cNvSpPr/>
          <p:nvPr/>
        </p:nvSpPr>
        <p:spPr>
          <a:xfrm>
            <a:off x="7479792" y="6484620"/>
            <a:ext cx="3794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B27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Hasta 28.02.2030</a:t>
            </a:r>
            <a:endParaRPr lang="en-US" sz="1000" dirty="0"/>
          </a:p>
        </p:txBody>
      </p:sp>
      <p:sp>
        <p:nvSpPr>
          <p:cNvPr id="117" name="Shape 74">
            <a:extLst>
              <a:ext uri="{FF2B5EF4-FFF2-40B4-BE49-F238E27FC236}">
                <a16:creationId xmlns:a16="http://schemas.microsoft.com/office/drawing/2014/main" id="{0A512A97-E542-4E93-8ABE-620774BB7E6D}"/>
              </a:ext>
            </a:extLst>
          </p:cNvPr>
          <p:cNvSpPr/>
          <p:nvPr/>
        </p:nvSpPr>
        <p:spPr>
          <a:xfrm>
            <a:off x="6094476" y="1298448"/>
            <a:ext cx="0" cy="5074920"/>
          </a:xfrm>
          <a:prstGeom prst="line">
            <a:avLst/>
          </a:prstGeom>
          <a:noFill/>
          <a:ln w="12700">
            <a:solidFill>
              <a:srgbClr val="B8C2CC">
                <a:alpha val="75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09072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579F35-6640-26E7-B1A7-F5A9694B4D3D}"/>
              </a:ext>
            </a:extLst>
          </p:cNvPr>
          <p:cNvSpPr/>
          <p:nvPr/>
        </p:nvSpPr>
        <p:spPr>
          <a:xfrm>
            <a:off x="0" y="14824"/>
            <a:ext cx="12192000" cy="845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sz="1051" b="1" spc="157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Rectangle 1">
            <a:extLst>
              <a:ext uri="{FF2B5EF4-FFF2-40B4-BE49-F238E27FC236}">
                <a16:creationId xmlns:a16="http://schemas.microsoft.com/office/drawing/2014/main" id="{84A4657B-52C0-4A59-98D2-08613304D58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2">
            <a:extLst>
              <a:ext uri="{FF2B5EF4-FFF2-40B4-BE49-F238E27FC236}">
                <a16:creationId xmlns:a16="http://schemas.microsoft.com/office/drawing/2014/main" id="{85B55E8F-AE40-49E2-A410-8175BDEDD1E3}"/>
              </a:ext>
            </a:extLst>
          </p:cNvPr>
          <p:cNvSpPr/>
          <p:nvPr/>
        </p:nvSpPr>
        <p:spPr>
          <a:xfrm>
            <a:off x="3113630" y="214884"/>
            <a:ext cx="5964434" cy="50292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l"/>
            <a:r>
              <a:rPr lang="es-PE" sz="1800" b="1" dirty="0">
                <a:solidFill>
                  <a:srgbClr val="375676"/>
                </a:solidFill>
                <a:latin typeface="Montserrat"/>
              </a:rPr>
              <a:t>PMESUT – EJECUCIÓN PRESUPUESTAL 2026</a:t>
            </a:r>
          </a:p>
        </p:txBody>
      </p:sp>
      <p:sp>
        <p:nvSpPr>
          <p:cNvPr id="118" name="TextBox 3">
            <a:extLst>
              <a:ext uri="{FF2B5EF4-FFF2-40B4-BE49-F238E27FC236}">
                <a16:creationId xmlns:a16="http://schemas.microsoft.com/office/drawing/2014/main" id="{D4EBA922-B5B7-4243-874D-521A64A0A8F3}"/>
              </a:ext>
            </a:extLst>
          </p:cNvPr>
          <p:cNvSpPr txBox="1"/>
          <p:nvPr/>
        </p:nvSpPr>
        <p:spPr>
          <a:xfrm>
            <a:off x="310896" y="749808"/>
            <a:ext cx="54569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s-PE" sz="800" b="1">
                <a:solidFill>
                  <a:srgbClr val="647382"/>
                </a:solidFill>
                <a:latin typeface="Montserrat"/>
              </a:rPr>
              <a:t>Montos expresados en S/ miles, redondeados al millar. Información presupuestal al cierre de junio.</a:t>
            </a:r>
          </a:p>
        </p:txBody>
      </p:sp>
      <p:graphicFrame>
        <p:nvGraphicFramePr>
          <p:cNvPr id="119" name="Table 4">
            <a:extLst>
              <a:ext uri="{FF2B5EF4-FFF2-40B4-BE49-F238E27FC236}">
                <a16:creationId xmlns:a16="http://schemas.microsoft.com/office/drawing/2014/main" id="{15AA6929-4B58-46BD-A84B-83C0ECD22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717961"/>
              </p:ext>
            </p:extLst>
          </p:nvPr>
        </p:nvGraphicFramePr>
        <p:xfrm>
          <a:off x="274320" y="987552"/>
          <a:ext cx="7607808" cy="5015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CUI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Proyecto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PIA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PIM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Ejec.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Junio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Prog.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Jul-Dic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2026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Saldo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2383140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Calidad y pertinencia – Gestión Programa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6,191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7,512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2,147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5,202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7,348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164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2382580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Fondos concursables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13,994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23,466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15,795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5,677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21,472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1,994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2314836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PIP UNTRM – Medicina Tropical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38,890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30,146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10,907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7,380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18,287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11,859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2301079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PIP Piura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468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209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259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468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2252835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PIP UNMSM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262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2,879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264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3,875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4,140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(1,261)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2251110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PIP UNI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491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11,569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3,717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9,337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13,055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(1,486)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2411120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PIP Molina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241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8,942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3,744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6,889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10,633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(1,690)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2314501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PIP UNTRM – Ovinos y Caprinos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38,651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18,164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522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11,725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12,248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5,917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2353850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PIP Altiplano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71,165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42,057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17,352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8,800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26,152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15,905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2411125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PIP IEST 4 de Junio 1821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728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11,225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4,191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4,028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8,219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3,006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2234830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PIP IEST Santiago Antúnez de Mayolo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2,591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11,691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1,930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10,074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12,004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0" noProof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(313)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PE" sz="1000" noProof="0">
                        <a:latin typeface="Montserrat" panose="00000500000000000000" pitchFamily="2" charset="0"/>
                      </a:endParaRP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173,210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168,120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60,779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73,246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134,025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noProof="0" dirty="0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34,096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20" name="Rounded Rectangle 5">
            <a:extLst>
              <a:ext uri="{FF2B5EF4-FFF2-40B4-BE49-F238E27FC236}">
                <a16:creationId xmlns:a16="http://schemas.microsoft.com/office/drawing/2014/main" id="{FE4BCB51-6DB4-47AF-9DCD-3992AF0BAD9D}"/>
              </a:ext>
            </a:extLst>
          </p:cNvPr>
          <p:cNvSpPr/>
          <p:nvPr/>
        </p:nvSpPr>
        <p:spPr>
          <a:xfrm>
            <a:off x="8394192" y="987552"/>
            <a:ext cx="1691640" cy="694944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l"/>
            <a:r>
              <a:rPr sz="750" b="1">
                <a:solidFill>
                  <a:srgbClr val="5A6978"/>
                </a:solidFill>
                <a:latin typeface="Montserrat"/>
              </a:rPr>
              <a:t>PIM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75676"/>
                </a:solidFill>
                <a:latin typeface="Montserrat"/>
              </a:rPr>
              <a:t>S/ 168,120</a:t>
            </a:r>
          </a:p>
        </p:txBody>
      </p:sp>
      <p:sp>
        <p:nvSpPr>
          <p:cNvPr id="121" name="Rounded Rectangle 6">
            <a:extLst>
              <a:ext uri="{FF2B5EF4-FFF2-40B4-BE49-F238E27FC236}">
                <a16:creationId xmlns:a16="http://schemas.microsoft.com/office/drawing/2014/main" id="{90E43091-8F59-40B9-BA84-83CF844C3CED}"/>
              </a:ext>
            </a:extLst>
          </p:cNvPr>
          <p:cNvSpPr/>
          <p:nvPr/>
        </p:nvSpPr>
        <p:spPr>
          <a:xfrm>
            <a:off x="10222992" y="987552"/>
            <a:ext cx="1691640" cy="694944"/>
          </a:xfrm>
          <a:prstGeom prst="roundRect">
            <a:avLst/>
          </a:prstGeom>
          <a:solidFill>
            <a:srgbClr val="E8F4EE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l"/>
            <a:r>
              <a:rPr sz="750" b="1">
                <a:solidFill>
                  <a:srgbClr val="5A6978"/>
                </a:solidFill>
                <a:latin typeface="Montserrat"/>
              </a:rPr>
              <a:t>Ejecutado a junio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75676"/>
                </a:solidFill>
                <a:latin typeface="Montserrat"/>
              </a:rPr>
              <a:t>S/ 60,779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5A6978"/>
                </a:solidFill>
                <a:latin typeface="Montserrat"/>
              </a:rPr>
              <a:t>36.2% del PIM</a:t>
            </a:r>
          </a:p>
        </p:txBody>
      </p:sp>
      <p:sp>
        <p:nvSpPr>
          <p:cNvPr id="122" name="Rounded Rectangle 7">
            <a:extLst>
              <a:ext uri="{FF2B5EF4-FFF2-40B4-BE49-F238E27FC236}">
                <a16:creationId xmlns:a16="http://schemas.microsoft.com/office/drawing/2014/main" id="{2F07E1AE-0975-40D0-B386-19641DFBC162}"/>
              </a:ext>
            </a:extLst>
          </p:cNvPr>
          <p:cNvSpPr/>
          <p:nvPr/>
        </p:nvSpPr>
        <p:spPr>
          <a:xfrm>
            <a:off x="8394192" y="1920240"/>
            <a:ext cx="1691640" cy="694944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l"/>
            <a:r>
              <a:rPr sz="750" b="1">
                <a:solidFill>
                  <a:srgbClr val="5A6978"/>
                </a:solidFill>
                <a:latin typeface="Montserrat"/>
              </a:rPr>
              <a:t>Programado jul-dic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75676"/>
                </a:solidFill>
                <a:latin typeface="Montserrat"/>
              </a:rPr>
              <a:t>S/ 73,246</a:t>
            </a:r>
          </a:p>
        </p:txBody>
      </p:sp>
      <p:sp>
        <p:nvSpPr>
          <p:cNvPr id="123" name="Rounded Rectangle 8">
            <a:extLst>
              <a:ext uri="{FF2B5EF4-FFF2-40B4-BE49-F238E27FC236}">
                <a16:creationId xmlns:a16="http://schemas.microsoft.com/office/drawing/2014/main" id="{8DC16325-0531-4CBF-A6E0-344E73CBE40F}"/>
              </a:ext>
            </a:extLst>
          </p:cNvPr>
          <p:cNvSpPr/>
          <p:nvPr/>
        </p:nvSpPr>
        <p:spPr>
          <a:xfrm>
            <a:off x="10222992" y="1920240"/>
            <a:ext cx="1691640" cy="6949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l"/>
            <a:r>
              <a:rPr sz="750" b="1">
                <a:solidFill>
                  <a:srgbClr val="5A6978"/>
                </a:solidFill>
                <a:latin typeface="Montserrat"/>
              </a:rPr>
              <a:t>Saldo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75676"/>
                </a:solidFill>
                <a:latin typeface="Montserrat"/>
              </a:rPr>
              <a:t>S/ 34,096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5A6978"/>
                </a:solidFill>
                <a:latin typeface="Montserrat"/>
              </a:rPr>
              <a:t>20.3% del PIM</a:t>
            </a:r>
          </a:p>
        </p:txBody>
      </p:sp>
      <p:sp>
        <p:nvSpPr>
          <p:cNvPr id="124" name="Rounded Rectangle 9">
            <a:extLst>
              <a:ext uri="{FF2B5EF4-FFF2-40B4-BE49-F238E27FC236}">
                <a16:creationId xmlns:a16="http://schemas.microsoft.com/office/drawing/2014/main" id="{35BD12BA-DA33-4AB3-ADCC-74D8E8E45337}"/>
              </a:ext>
            </a:extLst>
          </p:cNvPr>
          <p:cNvSpPr/>
          <p:nvPr/>
        </p:nvSpPr>
        <p:spPr>
          <a:xfrm>
            <a:off x="8394192" y="3054096"/>
            <a:ext cx="3520440" cy="310896"/>
          </a:xfrm>
          <a:prstGeom prst="roundRect">
            <a:avLst/>
          </a:prstGeom>
          <a:solidFill>
            <a:srgbClr val="E9F2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375676"/>
                </a:solidFill>
                <a:latin typeface="Montserrat"/>
              </a:rPr>
              <a:t>3 razones por las que no se ha ejecutado</a:t>
            </a:r>
          </a:p>
        </p:txBody>
      </p:sp>
      <p:sp>
        <p:nvSpPr>
          <p:cNvPr id="125" name="Rounded Rectangle 10">
            <a:extLst>
              <a:ext uri="{FF2B5EF4-FFF2-40B4-BE49-F238E27FC236}">
                <a16:creationId xmlns:a16="http://schemas.microsoft.com/office/drawing/2014/main" id="{089CD75A-273E-4205-9FF2-40D4D15FCE52}"/>
              </a:ext>
            </a:extLst>
          </p:cNvPr>
          <p:cNvSpPr/>
          <p:nvPr/>
        </p:nvSpPr>
        <p:spPr>
          <a:xfrm>
            <a:off x="8394192" y="3429000"/>
            <a:ext cx="3520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800" b="1" dirty="0">
                <a:solidFill>
                  <a:srgbClr val="375676"/>
                </a:solidFill>
                <a:latin typeface="Montserrat"/>
              </a:rPr>
              <a:t>1. </a:t>
            </a:r>
            <a:r>
              <a:rPr lang="es-PE" sz="800" b="1" dirty="0">
                <a:solidFill>
                  <a:srgbClr val="375676"/>
                </a:solidFill>
                <a:latin typeface="Montserrat"/>
              </a:rPr>
              <a:t>Procesos de contratación de supervisión de los proyectos Medicina Tropical, Ovinos y Caprinos y Altiplano La Raya, presentaron un conjunto de quejas que originaron demoras o la caída del proceso de selección, postergando el inicio de obras</a:t>
            </a:r>
            <a:endParaRPr sz="800" dirty="0">
              <a:solidFill>
                <a:srgbClr val="1F1F1F"/>
              </a:solidFill>
              <a:latin typeface="Montserrat"/>
            </a:endParaRPr>
          </a:p>
        </p:txBody>
      </p:sp>
      <p:sp>
        <p:nvSpPr>
          <p:cNvPr id="126" name="Rounded Rectangle 11">
            <a:extLst>
              <a:ext uri="{FF2B5EF4-FFF2-40B4-BE49-F238E27FC236}">
                <a16:creationId xmlns:a16="http://schemas.microsoft.com/office/drawing/2014/main" id="{8D93EBEE-A240-4384-B00D-4D0A5480F81D}"/>
              </a:ext>
            </a:extLst>
          </p:cNvPr>
          <p:cNvSpPr/>
          <p:nvPr/>
        </p:nvSpPr>
        <p:spPr>
          <a:xfrm>
            <a:off x="8394192" y="4197096"/>
            <a:ext cx="3520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r>
              <a:rPr sz="800" b="1" dirty="0">
                <a:solidFill>
                  <a:srgbClr val="375676"/>
                </a:solidFill>
                <a:latin typeface="Montserrat"/>
              </a:rPr>
              <a:t>2. </a:t>
            </a:r>
            <a:r>
              <a:rPr lang="es-PE" sz="800" b="1" dirty="0">
                <a:solidFill>
                  <a:srgbClr val="375676"/>
                </a:solidFill>
                <a:latin typeface="Montserrat"/>
              </a:rPr>
              <a:t>La demora en la solución de temas externos a la obra como la instalación de la media tensión, o medidas cautelares contra resolución de contrato, originó a que no se pudiera avanzar en más frentes o que se paralizara la ejecución.</a:t>
            </a:r>
            <a:endParaRPr sz="800" b="1" dirty="0">
              <a:solidFill>
                <a:srgbClr val="375676"/>
              </a:solidFill>
              <a:latin typeface="Montserrat"/>
            </a:endParaRPr>
          </a:p>
        </p:txBody>
      </p:sp>
      <p:sp>
        <p:nvSpPr>
          <p:cNvPr id="127" name="Rounded Rectangle 12">
            <a:extLst>
              <a:ext uri="{FF2B5EF4-FFF2-40B4-BE49-F238E27FC236}">
                <a16:creationId xmlns:a16="http://schemas.microsoft.com/office/drawing/2014/main" id="{7557FDC9-51D3-42A7-B1F5-EC51EFB3E511}"/>
              </a:ext>
            </a:extLst>
          </p:cNvPr>
          <p:cNvSpPr/>
          <p:nvPr/>
        </p:nvSpPr>
        <p:spPr>
          <a:xfrm>
            <a:off x="8394192" y="4965192"/>
            <a:ext cx="3520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just"/>
            <a:r>
              <a:rPr sz="800" b="1" dirty="0">
                <a:solidFill>
                  <a:srgbClr val="375676"/>
                </a:solidFill>
                <a:latin typeface="Montserrat"/>
              </a:rPr>
              <a:t>3. </a:t>
            </a:r>
            <a:r>
              <a:rPr lang="es-PE" sz="800" b="1" dirty="0">
                <a:solidFill>
                  <a:srgbClr val="375676"/>
                </a:solidFill>
                <a:latin typeface="Montserrat"/>
              </a:rPr>
              <a:t>Los equipamientos requerían una validación de las especificaciones técnicas por parte del mercado, encontrándose la necesitad de actualizar la mayoría de las  especificaciones técnicas y de sus precios referenciales.</a:t>
            </a:r>
            <a:endParaRPr sz="800" b="1" dirty="0">
              <a:solidFill>
                <a:srgbClr val="375676"/>
              </a:solidFill>
              <a:latin typeface="Montserrat"/>
            </a:endParaRPr>
          </a:p>
        </p:txBody>
      </p:sp>
      <p:sp>
        <p:nvSpPr>
          <p:cNvPr id="128" name="Rounded Rectangle 13">
            <a:extLst>
              <a:ext uri="{FF2B5EF4-FFF2-40B4-BE49-F238E27FC236}">
                <a16:creationId xmlns:a16="http://schemas.microsoft.com/office/drawing/2014/main" id="{0AEF9E70-1FA3-4596-98B6-C7096812CB80}"/>
              </a:ext>
            </a:extLst>
          </p:cNvPr>
          <p:cNvSpPr/>
          <p:nvPr/>
        </p:nvSpPr>
        <p:spPr>
          <a:xfrm>
            <a:off x="8394192" y="5888736"/>
            <a:ext cx="3520440" cy="283464"/>
          </a:xfrm>
          <a:prstGeom prst="roundRect">
            <a:avLst/>
          </a:prstGeom>
          <a:solidFill>
            <a:srgbClr val="E9F2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375676"/>
                </a:solidFill>
                <a:latin typeface="Montserrat"/>
              </a:rPr>
              <a:t>Por fuente de financiamiento (S/ miles)</a:t>
            </a:r>
          </a:p>
        </p:txBody>
      </p:sp>
      <p:graphicFrame>
        <p:nvGraphicFramePr>
          <p:cNvPr id="129" name="Table 14">
            <a:extLst>
              <a:ext uri="{FF2B5EF4-FFF2-40B4-BE49-F238E27FC236}">
                <a16:creationId xmlns:a16="http://schemas.microsoft.com/office/drawing/2014/main" id="{698225D8-8FD3-40C1-AEBA-5C60D7703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965707"/>
              </p:ext>
            </p:extLst>
          </p:nvPr>
        </p:nvGraphicFramePr>
        <p:xfrm>
          <a:off x="8683752" y="6198108"/>
          <a:ext cx="3099816" cy="49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F1F1F"/>
                          </a:solidFill>
                          <a:latin typeface="Montserrat"/>
                        </a:rPr>
                        <a:t>Fuente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F1F1F"/>
                          </a:solidFill>
                          <a:latin typeface="Montserrat"/>
                        </a:rPr>
                        <a:t>PIM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F1F1F"/>
                          </a:solidFill>
                          <a:latin typeface="Montserrat"/>
                        </a:rPr>
                        <a:t>Ejec.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F1F1F"/>
                          </a:solidFill>
                          <a:latin typeface="Montserrat"/>
                        </a:rPr>
                        <a:t>Saldo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Montserrat"/>
                        </a:rPr>
                        <a:t>RO y Bonos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Montserrat"/>
                        </a:rPr>
                        <a:t>144,116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Montserrat"/>
                        </a:rPr>
                        <a:t>46,448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Montserrat"/>
                        </a:rPr>
                        <a:t>24,831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Montserrat"/>
                        </a:rPr>
                        <a:t>ROOC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Montserrat"/>
                        </a:rPr>
                        <a:t>24,005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F1F1F"/>
                          </a:solidFill>
                          <a:latin typeface="Montserrat"/>
                        </a:rPr>
                        <a:t>14,331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1F1F1F"/>
                          </a:solidFill>
                          <a:latin typeface="Montserrat"/>
                        </a:rPr>
                        <a:t>9,265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96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579F35-6640-26E7-B1A7-F5A9694B4D3D}"/>
              </a:ext>
            </a:extLst>
          </p:cNvPr>
          <p:cNvSpPr/>
          <p:nvPr/>
        </p:nvSpPr>
        <p:spPr>
          <a:xfrm>
            <a:off x="69143" y="4454"/>
            <a:ext cx="12192000" cy="845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sz="1051" b="1" spc="157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D0744F95-07BC-4185-BC80-38A3C66AD6B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7DEC9B69-291E-4228-8232-7F9267240EC6}"/>
              </a:ext>
            </a:extLst>
          </p:cNvPr>
          <p:cNvSpPr/>
          <p:nvPr/>
        </p:nvSpPr>
        <p:spPr>
          <a:xfrm>
            <a:off x="2407540" y="156674"/>
            <a:ext cx="7361498" cy="502920"/>
          </a:xfrm>
          <a:prstGeom prst="roundRect">
            <a:avLst/>
          </a:prstGeom>
          <a:noFill/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37160" rtlCol="0" anchor="ctr"/>
          <a:lstStyle/>
          <a:p>
            <a:pPr algn="ctr"/>
            <a:r>
              <a:rPr lang="es-PE" sz="1800" b="1" dirty="0">
                <a:solidFill>
                  <a:srgbClr val="173A5E"/>
                </a:solidFill>
                <a:latin typeface="Montserrat" pitchFamily="34" charset="0"/>
              </a:rPr>
              <a:t>PMESTP – EJECUCIÓN </a:t>
            </a:r>
            <a:r>
              <a:rPr lang="es-PE" sz="1800" b="1" dirty="0">
                <a:solidFill>
                  <a:srgbClr val="375676"/>
                </a:solidFill>
                <a:latin typeface="Montserrat"/>
              </a:rPr>
              <a:t>PRESUPUESTAL 2026</a:t>
            </a: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7E6A3F9-4A05-4169-B4A5-FB39A3E4126F}"/>
              </a:ext>
            </a:extLst>
          </p:cNvPr>
          <p:cNvSpPr txBox="1"/>
          <p:nvPr/>
        </p:nvSpPr>
        <p:spPr>
          <a:xfrm>
            <a:off x="310896" y="673608"/>
            <a:ext cx="545694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47382"/>
                </a:solidFill>
                <a:latin typeface="Montserrat"/>
              </a:rPr>
              <a:t>Montos expresados en S/ miles, redondeados al millar. Información presupuestal al cierre de junio.</a:t>
            </a:r>
          </a:p>
        </p:txBody>
      </p:sp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40E4F2BF-106A-4D96-9DF3-A3F41FAA3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750712"/>
              </p:ext>
            </p:extLst>
          </p:nvPr>
        </p:nvGraphicFramePr>
        <p:xfrm>
          <a:off x="274320" y="865632"/>
          <a:ext cx="7650480" cy="451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2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1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40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0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03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CUI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Proyecto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PIA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PIM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Ejec.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Junio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Prog.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Jul-Dic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2026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Saldo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2669705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Misionales</a:t>
                      </a:r>
                      <a:endParaRPr sz="1000" b="1" dirty="0">
                        <a:solidFill>
                          <a:srgbClr val="1F1F1F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19,407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19,407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509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2,024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2,534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16,873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2517831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Universidad Nacional de Trujillo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8,892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8,209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432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543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7,666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2561950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Universidad Nacional de Cajamarca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7,222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6,519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78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192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6,327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2506626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IESTP Huancavelica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12,564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12,564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196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2,903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3,098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9,466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2475486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IEST Jorge Basadre Grohman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10,409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12,149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173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2,335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2,508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9,641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2553078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IESPP Nuestra Señora del Rosario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12,152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11,260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206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11,054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2475185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ENSF José María Arguedas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13,078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13,078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406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831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1,237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11,841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2432205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CETPRO N.° 007 Andrés Araujo Moran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2,051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1,088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1,007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2538005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IESPP Azángaro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10,143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9,472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120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4,053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4,174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5,298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2542652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I.E.S.P.P Acomayo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9,476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8,315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94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8,221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5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2566143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Gestión del programa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12,882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13,959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5,001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8,959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13,959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211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1000">
                        <a:latin typeface="Montserrat" panose="00000500000000000000" pitchFamily="2" charset="0"/>
                      </a:endParaRP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118,276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116,020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7,079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21,548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28,627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375676"/>
                          </a:solidFill>
                          <a:latin typeface="Montserrat" panose="00000500000000000000" pitchFamily="2" charset="0"/>
                        </a:rPr>
                        <a:t>87,393</a:t>
                      </a:r>
                    </a:p>
                  </a:txBody>
                  <a:tcPr marL="36576" marR="36576" marT="13716" marB="13716" anchor="ctr">
                    <a:solidFill>
                      <a:srgbClr val="E9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FE268D92-DEFE-4B00-A29C-22A8A4318F25}"/>
              </a:ext>
            </a:extLst>
          </p:cNvPr>
          <p:cNvSpPr/>
          <p:nvPr/>
        </p:nvSpPr>
        <p:spPr>
          <a:xfrm>
            <a:off x="8394192" y="987552"/>
            <a:ext cx="1691640" cy="694944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r>
              <a:rPr sz="800" b="1" dirty="0">
                <a:solidFill>
                  <a:srgbClr val="5A6978"/>
                </a:solidFill>
                <a:latin typeface="Montserrat"/>
              </a:rPr>
              <a:t>PIM</a:t>
            </a:r>
          </a:p>
          <a:p>
            <a:r>
              <a:rPr sz="1500" b="1" dirty="0">
                <a:solidFill>
                  <a:srgbClr val="375676"/>
                </a:solidFill>
                <a:latin typeface="Montserrat"/>
              </a:rPr>
              <a:t>S/ 116,020</a:t>
            </a:r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5F422186-5CC5-4B31-ADC2-A3A9231FF2F2}"/>
              </a:ext>
            </a:extLst>
          </p:cNvPr>
          <p:cNvSpPr/>
          <p:nvPr/>
        </p:nvSpPr>
        <p:spPr>
          <a:xfrm>
            <a:off x="10222992" y="987552"/>
            <a:ext cx="1691640" cy="6949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l"/>
            <a:r>
              <a:rPr sz="750" b="1" dirty="0" err="1">
                <a:solidFill>
                  <a:srgbClr val="5A6978"/>
                </a:solidFill>
                <a:latin typeface="Montserrat"/>
              </a:rPr>
              <a:t>Ejecutado</a:t>
            </a:r>
            <a:r>
              <a:rPr sz="750" b="1" dirty="0">
                <a:solidFill>
                  <a:srgbClr val="5A6978"/>
                </a:solidFill>
                <a:latin typeface="Montserrat"/>
              </a:rPr>
              <a:t> a </a:t>
            </a:r>
            <a:r>
              <a:rPr sz="750" b="1" dirty="0" err="1">
                <a:solidFill>
                  <a:srgbClr val="5A6978"/>
                </a:solidFill>
                <a:latin typeface="Montserrat"/>
              </a:rPr>
              <a:t>junio</a:t>
            </a:r>
            <a:endParaRPr sz="750" b="1" dirty="0">
              <a:solidFill>
                <a:srgbClr val="5A6978"/>
              </a:solidFill>
              <a:latin typeface="Montserra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75676"/>
                </a:solidFill>
                <a:latin typeface="Montserrat"/>
              </a:rPr>
              <a:t>S/ 7,079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5A6978"/>
                </a:solidFill>
                <a:latin typeface="Montserrat"/>
              </a:rPr>
              <a:t>6.1% del PIM</a:t>
            </a: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BEF6C532-0BF1-46DB-8EC1-559F88151915}"/>
              </a:ext>
            </a:extLst>
          </p:cNvPr>
          <p:cNvSpPr/>
          <p:nvPr/>
        </p:nvSpPr>
        <p:spPr>
          <a:xfrm>
            <a:off x="8394192" y="1920240"/>
            <a:ext cx="1691640" cy="694944"/>
          </a:xfrm>
          <a:prstGeom prst="roundRect">
            <a:avLst/>
          </a:prstGeom>
          <a:solidFill>
            <a:srgbClr val="F5F9FD"/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r>
              <a:rPr sz="1500" b="1">
                <a:solidFill>
                  <a:srgbClr val="5A6978"/>
                </a:solidFill>
                <a:latin typeface="Montserrat"/>
              </a:rPr>
              <a:t>Programado jul-dic</a:t>
            </a:r>
          </a:p>
          <a:p>
            <a:r>
              <a:rPr sz="1500" b="1">
                <a:solidFill>
                  <a:srgbClr val="5A6978"/>
                </a:solidFill>
                <a:latin typeface="Montserrat"/>
              </a:rPr>
              <a:t>S/ 21,548</a:t>
            </a: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DA8BB6B3-7768-4F06-8C87-5B1B8B71E14D}"/>
              </a:ext>
            </a:extLst>
          </p:cNvPr>
          <p:cNvSpPr/>
          <p:nvPr/>
        </p:nvSpPr>
        <p:spPr>
          <a:xfrm>
            <a:off x="10222992" y="1920240"/>
            <a:ext cx="1691640" cy="6949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73152" rtlCol="0" anchor="ctr"/>
          <a:lstStyle/>
          <a:p>
            <a:pPr algn="l"/>
            <a:r>
              <a:rPr sz="750" b="1" dirty="0" err="1">
                <a:solidFill>
                  <a:srgbClr val="5A6978"/>
                </a:solidFill>
                <a:latin typeface="Montserrat"/>
              </a:rPr>
              <a:t>Saldo</a:t>
            </a:r>
            <a:endParaRPr sz="750" b="1" dirty="0">
              <a:solidFill>
                <a:srgbClr val="5A6978"/>
              </a:solidFill>
              <a:latin typeface="Montserra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375676"/>
                </a:solidFill>
                <a:latin typeface="Montserrat"/>
              </a:rPr>
              <a:t>S/ 87,393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dirty="0">
                <a:solidFill>
                  <a:srgbClr val="5A6978"/>
                </a:solidFill>
                <a:latin typeface="Montserrat"/>
              </a:rPr>
              <a:t>75.3% del PIM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FF5B9835-546D-4DFF-9505-85949197C7A9}"/>
              </a:ext>
            </a:extLst>
          </p:cNvPr>
          <p:cNvSpPr/>
          <p:nvPr/>
        </p:nvSpPr>
        <p:spPr>
          <a:xfrm>
            <a:off x="8394192" y="3035808"/>
            <a:ext cx="3520440" cy="3108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0" b="1">
                <a:solidFill>
                  <a:srgbClr val="375676"/>
                </a:solidFill>
                <a:latin typeface="Montserrat"/>
              </a:rPr>
              <a:t>3 razones por las que no se ha ejecutado</a:t>
            </a:r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F4582B82-CF92-42F4-BD69-7CFEE9FBB5C3}"/>
              </a:ext>
            </a:extLst>
          </p:cNvPr>
          <p:cNvSpPr/>
          <p:nvPr/>
        </p:nvSpPr>
        <p:spPr>
          <a:xfrm>
            <a:off x="8394192" y="3429000"/>
            <a:ext cx="3520440" cy="6858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just"/>
            <a:r>
              <a:rPr lang="es-PE" sz="800" b="1" dirty="0">
                <a:solidFill>
                  <a:srgbClr val="375676"/>
                </a:solidFill>
                <a:latin typeface="Montserrat"/>
              </a:rPr>
              <a:t>1. Inicio tardío de la ejecución (junio 2026) por condicionamientos de otorgar la No Objeción y aprobación completa del POA 2026.</a:t>
            </a:r>
          </a:p>
        </p:txBody>
      </p:sp>
      <p:sp>
        <p:nvSpPr>
          <p:cNvPr id="28" name="Rounded Rectangle 11">
            <a:extLst>
              <a:ext uri="{FF2B5EF4-FFF2-40B4-BE49-F238E27FC236}">
                <a16:creationId xmlns:a16="http://schemas.microsoft.com/office/drawing/2014/main" id="{D055C394-0646-4EAE-8308-B50CE0A42CF5}"/>
              </a:ext>
            </a:extLst>
          </p:cNvPr>
          <p:cNvSpPr/>
          <p:nvPr/>
        </p:nvSpPr>
        <p:spPr>
          <a:xfrm>
            <a:off x="8394192" y="4197096"/>
            <a:ext cx="3520440" cy="6858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just"/>
            <a:r>
              <a:rPr lang="es-PE" sz="800" b="1" dirty="0">
                <a:solidFill>
                  <a:srgbClr val="375676"/>
                </a:solidFill>
                <a:latin typeface="Montserrat"/>
              </a:rPr>
              <a:t>2. Paralización condicionada a la aprobación de la ampliación de plazo del contrato de préstamo.</a:t>
            </a:r>
          </a:p>
        </p:txBody>
      </p:sp>
      <p:sp>
        <p:nvSpPr>
          <p:cNvPr id="29" name="Rounded Rectangle 12">
            <a:extLst>
              <a:ext uri="{FF2B5EF4-FFF2-40B4-BE49-F238E27FC236}">
                <a16:creationId xmlns:a16="http://schemas.microsoft.com/office/drawing/2014/main" id="{354F8A1B-7505-4EB6-B6A0-73462DE1B612}"/>
              </a:ext>
            </a:extLst>
          </p:cNvPr>
          <p:cNvSpPr/>
          <p:nvPr/>
        </p:nvSpPr>
        <p:spPr>
          <a:xfrm>
            <a:off x="8394192" y="4965192"/>
            <a:ext cx="3520440" cy="6858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lang="es-PE" sz="800" b="1" dirty="0">
                <a:solidFill>
                  <a:srgbClr val="375676"/>
                </a:solidFill>
                <a:latin typeface="Montserrat"/>
              </a:rPr>
              <a:t>3. Procesos de selección con precio altos y con quejas insalvables que conllevaron a declarar desierto proceso.</a:t>
            </a:r>
          </a:p>
        </p:txBody>
      </p:sp>
      <p:sp>
        <p:nvSpPr>
          <p:cNvPr id="30" name="Rounded Rectangle 13">
            <a:extLst>
              <a:ext uri="{FF2B5EF4-FFF2-40B4-BE49-F238E27FC236}">
                <a16:creationId xmlns:a16="http://schemas.microsoft.com/office/drawing/2014/main" id="{A794EE3D-A8B8-45B5-9F8D-D349F5F4108F}"/>
              </a:ext>
            </a:extLst>
          </p:cNvPr>
          <p:cNvSpPr/>
          <p:nvPr/>
        </p:nvSpPr>
        <p:spPr>
          <a:xfrm>
            <a:off x="8394192" y="5870448"/>
            <a:ext cx="3520440" cy="2834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40" b="1">
                <a:solidFill>
                  <a:srgbClr val="375676"/>
                </a:solidFill>
                <a:latin typeface="Montserrat"/>
              </a:rPr>
              <a:t>Por fuente de financiamiento (S/ miles)</a:t>
            </a:r>
          </a:p>
        </p:txBody>
      </p:sp>
      <p:graphicFrame>
        <p:nvGraphicFramePr>
          <p:cNvPr id="31" name="Table 14">
            <a:extLst>
              <a:ext uri="{FF2B5EF4-FFF2-40B4-BE49-F238E27FC236}">
                <a16:creationId xmlns:a16="http://schemas.microsoft.com/office/drawing/2014/main" id="{54AC0AD8-2114-43FD-A070-E00F5C33831F}"/>
              </a:ext>
            </a:extLst>
          </p:cNvPr>
          <p:cNvGraphicFramePr>
            <a:graphicFrameLocks noGrp="1"/>
          </p:cNvGraphicFramePr>
          <p:nvPr/>
        </p:nvGraphicFramePr>
        <p:xfrm>
          <a:off x="8394192" y="6190488"/>
          <a:ext cx="3099816" cy="49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70" b="1">
                          <a:solidFill>
                            <a:srgbClr val="1F1F1F"/>
                          </a:solidFill>
                          <a:latin typeface="Montserrat"/>
                        </a:rPr>
                        <a:t>Fuente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70" b="1">
                          <a:solidFill>
                            <a:srgbClr val="1F1F1F"/>
                          </a:solidFill>
                          <a:latin typeface="Montserrat"/>
                        </a:rPr>
                        <a:t>PIM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70" b="1">
                          <a:solidFill>
                            <a:srgbClr val="1F1F1F"/>
                          </a:solidFill>
                          <a:latin typeface="Montserrat"/>
                        </a:rPr>
                        <a:t>Ejec.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70" b="1">
                          <a:solidFill>
                            <a:srgbClr val="1F1F1F"/>
                          </a:solidFill>
                          <a:latin typeface="Montserrat"/>
                        </a:rPr>
                        <a:t>Saldo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80" b="0">
                          <a:solidFill>
                            <a:srgbClr val="1F1F1F"/>
                          </a:solidFill>
                          <a:latin typeface="Montserrat"/>
                        </a:rPr>
                        <a:t>RO y Bonos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80" b="0">
                          <a:solidFill>
                            <a:srgbClr val="1F1F1F"/>
                          </a:solidFill>
                          <a:latin typeface="Montserrat"/>
                        </a:rPr>
                        <a:t>22,770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80" b="0">
                          <a:solidFill>
                            <a:srgbClr val="1F1F1F"/>
                          </a:solidFill>
                          <a:latin typeface="Montserrat"/>
                        </a:rPr>
                        <a:t>6,931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80" b="0">
                          <a:solidFill>
                            <a:srgbClr val="1F1F1F"/>
                          </a:solidFill>
                          <a:latin typeface="Montserrat"/>
                        </a:rPr>
                        <a:t>5,106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80" b="0">
                          <a:solidFill>
                            <a:srgbClr val="1F1F1F"/>
                          </a:solidFill>
                          <a:latin typeface="Montserrat"/>
                        </a:rPr>
                        <a:t>ROOC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80" b="0">
                          <a:solidFill>
                            <a:srgbClr val="1F1F1F"/>
                          </a:solidFill>
                          <a:latin typeface="Montserrat"/>
                        </a:rPr>
                        <a:t>93,250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80" b="0">
                          <a:solidFill>
                            <a:srgbClr val="1F1F1F"/>
                          </a:solidFill>
                          <a:latin typeface="Montserrat"/>
                        </a:rPr>
                        <a:t>149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580" b="0">
                          <a:solidFill>
                            <a:srgbClr val="1F1F1F"/>
                          </a:solidFill>
                          <a:latin typeface="Montserrat"/>
                        </a:rPr>
                        <a:t>82,287</a:t>
                      </a: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F489555-DDA1-4FFA-920C-8FFA0A551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724921"/>
              </p:ext>
            </p:extLst>
          </p:nvPr>
        </p:nvGraphicFramePr>
        <p:xfrm>
          <a:off x="497840" y="5470980"/>
          <a:ext cx="6995160" cy="1304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90919678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0647771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26043843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196960110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3147308154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199310816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1113855422"/>
                    </a:ext>
                  </a:extLst>
                </a:gridCol>
              </a:tblGrid>
              <a:tr h="30452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CONSOLIDADO UE 118</a:t>
                      </a:r>
                      <a:endParaRPr sz="1000" b="1" dirty="0">
                        <a:solidFill>
                          <a:srgbClr val="1F1F1F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PIA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PIM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Ejec</a:t>
                      </a: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.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Junio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Prog.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Jul-</a:t>
                      </a:r>
                      <a:r>
                        <a:rPr sz="1000" b="1" dirty="0" err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Dic</a:t>
                      </a:r>
                      <a:endParaRPr sz="1000" b="1" dirty="0">
                        <a:solidFill>
                          <a:srgbClr val="1F1F1F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2026</a:t>
                      </a: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dirty="0" err="1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Saldo</a:t>
                      </a:r>
                      <a:endParaRPr sz="1000" b="1" dirty="0">
                        <a:solidFill>
                          <a:srgbClr val="1F1F1F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36576" marR="36576" marT="13716" marB="13716"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3729"/>
                  </a:ext>
                </a:extLst>
              </a:tr>
              <a:tr h="28636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RO Y BONOS</a:t>
                      </a:r>
                      <a:endParaRPr sz="1000" b="1" dirty="0">
                        <a:solidFill>
                          <a:srgbClr val="1F1F1F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174,441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    169,441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53,569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             85,935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139,504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  29,936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349033"/>
                  </a:ext>
                </a:extLst>
              </a:tr>
              <a:tr h="286367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1000" b="1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</a:rPr>
                        <a:t>ROOC</a:t>
                      </a:r>
                      <a:endParaRPr sz="1000" b="1" dirty="0">
                        <a:solidFill>
                          <a:srgbClr val="1F1F1F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36576" marR="36576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  117,255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     117,255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14,480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               11,223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25,703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                        91,552 </a:t>
                      </a:r>
                    </a:p>
                  </a:txBody>
                  <a:tcPr marL="7620" marR="7620" marT="762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694453"/>
                  </a:ext>
                </a:extLst>
              </a:tr>
              <a:tr h="347832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000" b="1" i="0" u="none" strike="noStrike" cap="none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TOTAL</a:t>
                      </a:r>
                      <a:endParaRPr sz="1000" b="1" i="0" u="none" strike="noStrike" cap="none" dirty="0">
                        <a:solidFill>
                          <a:srgbClr val="1F1F1F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36576" marR="36576" marT="13716" marB="13716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000" b="1" i="0" u="none" strike="noStrike" cap="none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               291,696 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000" b="1" i="0" u="none" strike="noStrike" cap="none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                286,696 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000" b="1" i="0" u="none" strike="noStrike" cap="none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             68,049 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000" b="1" i="0" u="none" strike="noStrike" cap="none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                        97,158 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000" b="1" i="0" u="none" strike="noStrike" cap="none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            165,207 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PE" sz="1000" b="1" i="0" u="none" strike="noStrike" cap="none" dirty="0">
                          <a:solidFill>
                            <a:srgbClr val="1F1F1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               121,489 </a:t>
                      </a: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277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5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4E60119-D69E-6B28-F783-8F0D3E650C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saturation sat="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300" b="8591"/>
          <a:stretch/>
        </p:blipFill>
        <p:spPr>
          <a:xfrm>
            <a:off x="1" y="-24062"/>
            <a:ext cx="12455205" cy="6882063"/>
          </a:xfrm>
          <a:prstGeom prst="rect">
            <a:avLst/>
          </a:prstGeom>
        </p:spPr>
      </p:pic>
      <p:pic>
        <p:nvPicPr>
          <p:cNvPr id="5" name="Imagen 13" descr="Imagen 13">
            <a:extLst>
              <a:ext uri="{FF2B5EF4-FFF2-40B4-BE49-F238E27FC236}">
                <a16:creationId xmlns:a16="http://schemas.microsoft.com/office/drawing/2014/main" id="{7ECB52D2-09BA-0808-5878-19CCB893F2E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827" y="588132"/>
            <a:ext cx="3646638" cy="44330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3249E-0EC7-3C9B-C8FB-F260D61CF542}"/>
              </a:ext>
            </a:extLst>
          </p:cNvPr>
          <p:cNvSpPr/>
          <p:nvPr/>
        </p:nvSpPr>
        <p:spPr>
          <a:xfrm>
            <a:off x="0" y="3714673"/>
            <a:ext cx="12455205" cy="2758171"/>
          </a:xfrm>
          <a:prstGeom prst="rect">
            <a:avLst/>
          </a:prstGeom>
          <a:solidFill>
            <a:srgbClr val="253C78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55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C1AD91-D9B4-ABB6-52BD-232CA16B60D7}"/>
              </a:ext>
            </a:extLst>
          </p:cNvPr>
          <p:cNvSpPr txBox="1"/>
          <p:nvPr/>
        </p:nvSpPr>
        <p:spPr>
          <a:xfrm>
            <a:off x="591826" y="5124012"/>
            <a:ext cx="10563183" cy="838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16" b="1" dirty="0">
                <a:solidFill>
                  <a:schemeClr val="bg1"/>
                </a:solidFill>
                <a:latin typeface="Blogger Sans" panose="02000506030000020004"/>
                <a:cs typeface="Calibri" panose="020F0502020204030204" pitchFamily="34" charset="0"/>
              </a:rPr>
              <a:t>PROGRAMA DE INVERSIÓN: “MEJORA DE LA CALIDAD Y PERTINENCIA DE LOS SERVICIOS DE EDUCACIÓN SUPERIOR UNIVERSITARIA Y TECNOLÓGICA A NIVEL NACIONAL”</a:t>
            </a:r>
          </a:p>
          <a:p>
            <a:pPr algn="ctr"/>
            <a:r>
              <a:rPr lang="es-ES" sz="1616" b="1" dirty="0">
                <a:solidFill>
                  <a:schemeClr val="bg1"/>
                </a:solidFill>
                <a:latin typeface="Blogger Sans" panose="02000506030000020004"/>
                <a:cs typeface="Calibri" panose="020F0502020204030204" pitchFamily="34" charset="0"/>
              </a:rPr>
              <a:t>Contrato de Préstamo N° 4555/OC-PE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33121099-CE9B-6D84-807E-0F559AA42D2F}"/>
              </a:ext>
            </a:extLst>
          </p:cNvPr>
          <p:cNvSpPr txBox="1"/>
          <p:nvPr/>
        </p:nvSpPr>
        <p:spPr>
          <a:xfrm>
            <a:off x="591826" y="1286842"/>
            <a:ext cx="8538123" cy="35678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 indent="-423">
              <a:spcBef>
                <a:spcPts val="67"/>
              </a:spcBef>
            </a:pPr>
            <a:r>
              <a:rPr lang="es-ES" sz="2263" b="1" spc="-2" dirty="0">
                <a:solidFill>
                  <a:srgbClr val="FEFEFE"/>
                </a:solidFill>
                <a:latin typeface="Arial Black" panose="020B0A04020102020204" pitchFamily="34" charset="0"/>
                <a:ea typeface="Blogger Sans" panose="02000506030000020004" pitchFamily="50" charset="0"/>
                <a:cs typeface="Arial"/>
              </a:rPr>
              <a:t>UE118</a:t>
            </a:r>
            <a:endParaRPr lang="es-ES" sz="2263" b="1" spc="-3" dirty="0">
              <a:solidFill>
                <a:srgbClr val="FEFEFE"/>
              </a:solidFill>
              <a:latin typeface="Arial Black" panose="020B0A04020102020204" pitchFamily="34" charset="0"/>
              <a:ea typeface="Blogger Sans" panose="02000506030000020004" pitchFamily="50" charset="0"/>
              <a:cs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7260460-4BCE-44FB-559F-226A215419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86"/>
          <a:stretch/>
        </p:blipFill>
        <p:spPr>
          <a:xfrm>
            <a:off x="2570095" y="3298546"/>
            <a:ext cx="6239453" cy="2056641"/>
          </a:xfrm>
          <a:prstGeom prst="rect">
            <a:avLst/>
          </a:prstGeom>
          <a:effectLst>
            <a:outerShdw blurRad="50800" dist="63500" dir="2460000" algn="tl" rotWithShape="0">
              <a:prstClr val="black">
                <a:alpha val="74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505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/>
          <p:nvPr/>
        </p:nvSpPr>
        <p:spPr>
          <a:xfrm rot="10800000">
            <a:off x="0" y="0"/>
            <a:ext cx="12192000" cy="82999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3"/>
          <p:cNvCxnSpPr/>
          <p:nvPr/>
        </p:nvCxnSpPr>
        <p:spPr>
          <a:xfrm>
            <a:off x="1029568" y="2122043"/>
            <a:ext cx="9834590" cy="0"/>
          </a:xfrm>
          <a:prstGeom prst="straightConnector1">
            <a:avLst/>
          </a:prstGeom>
          <a:noFill/>
          <a:ln w="19050" cap="flat" cmpd="sng">
            <a:solidFill>
              <a:srgbClr val="E304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3"/>
          <p:cNvSpPr/>
          <p:nvPr/>
        </p:nvSpPr>
        <p:spPr>
          <a:xfrm>
            <a:off x="967223" y="1059103"/>
            <a:ext cx="9959280" cy="143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</a:t>
            </a:r>
            <a:br>
              <a:rPr lang="es-ES" sz="16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ES" sz="1600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  <a:t>Lograr que los estudiantes de la educación superior universitaria y tecnológica del Perú accedan a instituciones que ofrezcan servicios educativos adecuados, pertinentes y de calidad”.</a:t>
            </a:r>
            <a:br>
              <a:rPr lang="es-ES" sz="25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ES" sz="25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br>
              <a:rPr lang="es-ES" sz="25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/>
          </a:p>
        </p:txBody>
      </p:sp>
      <p:grpSp>
        <p:nvGrpSpPr>
          <p:cNvPr id="158" name="Google Shape;158;p3"/>
          <p:cNvGrpSpPr/>
          <p:nvPr/>
        </p:nvGrpSpPr>
        <p:grpSpPr>
          <a:xfrm>
            <a:off x="927363" y="2229818"/>
            <a:ext cx="9936793" cy="4628182"/>
            <a:chOff x="1328463" y="2600455"/>
            <a:chExt cx="9133565" cy="3771929"/>
          </a:xfrm>
        </p:grpSpPr>
        <p:sp>
          <p:nvSpPr>
            <p:cNvPr id="159" name="Google Shape;159;p3"/>
            <p:cNvSpPr/>
            <p:nvPr/>
          </p:nvSpPr>
          <p:spPr>
            <a:xfrm>
              <a:off x="1408690" y="2600455"/>
              <a:ext cx="3496538" cy="634790"/>
            </a:xfrm>
            <a:prstGeom prst="rect">
              <a:avLst/>
            </a:prstGeom>
            <a:solidFill>
              <a:srgbClr val="2994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just">
                <a:lnSpc>
                  <a:spcPct val="115000"/>
                </a:lnSpc>
                <a:spcAft>
                  <a:spcPts val="800"/>
                </a:spcAft>
              </a:pPr>
              <a:r>
                <a:rPr lang="es-ES" sz="1100" b="1" dirty="0">
                  <a:solidFill>
                    <a:schemeClr val="lt1"/>
                  </a:solidFill>
                  <a:latin typeface="Montserrat"/>
                </a:rPr>
                <a:t>Componente 1: Generación de conocimiento e información para un mejor diseño de las políticas de fomento de la calidad y pertinencia</a:t>
              </a:r>
              <a:endParaRPr lang="es-PE" sz="1100" b="1" dirty="0">
                <a:solidFill>
                  <a:schemeClr val="lt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2264965" y="3273181"/>
              <a:ext cx="2610195" cy="2332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SzPts val="1200"/>
              </a:pPr>
              <a:r>
                <a:rPr lang="es-ES" sz="1200" dirty="0">
                  <a:solidFill>
                    <a:srgbClr val="1F3864"/>
                  </a:solidFill>
                  <a:latin typeface="Montserrat"/>
                </a:rPr>
                <a:t>Busca provisiona información oportuna y de calidad para un mejor diseño de las políticas y estrategias orientadas a la mejora de la educación superior en universidades e institutos tecnológicos públicos mediante:</a:t>
              </a:r>
              <a:endParaRPr lang="es-PE" sz="1200" dirty="0">
                <a:solidFill>
                  <a:srgbClr val="1F3864"/>
                </a:solidFill>
                <a:latin typeface="Montserrat"/>
              </a:endParaRPr>
            </a:p>
            <a:p>
              <a:pPr>
                <a:buSzPts val="1200"/>
              </a:pPr>
              <a:endParaRPr lang="es-ES" sz="1200" dirty="0">
                <a:solidFill>
                  <a:srgbClr val="1F3864"/>
                </a:solidFill>
                <a:latin typeface="Montserrat"/>
              </a:endParaRPr>
            </a:p>
            <a:p>
              <a:pPr marL="171450" indent="-171450">
                <a:buSzPts val="1200"/>
                <a:buFont typeface="Arial" panose="020B0604020202020204" pitchFamily="34" charset="0"/>
                <a:buChar char="•"/>
              </a:pPr>
              <a:r>
                <a:rPr lang="es-ES" sz="1200" dirty="0">
                  <a:solidFill>
                    <a:srgbClr val="1F3864"/>
                  </a:solidFill>
                  <a:latin typeface="Montserrat"/>
                </a:rPr>
                <a:t>Estudios para el fomento de la calidad, y</a:t>
              </a:r>
            </a:p>
            <a:p>
              <a:pPr marL="171450" indent="-171450">
                <a:buSzPts val="1200"/>
                <a:buFont typeface="Arial" panose="020B0604020202020204" pitchFamily="34" charset="0"/>
                <a:buChar char="•"/>
              </a:pPr>
              <a:r>
                <a:rPr lang="es-ES" sz="1200" dirty="0">
                  <a:solidFill>
                    <a:srgbClr val="1F3864"/>
                  </a:solidFill>
                  <a:latin typeface="Montserrat"/>
                </a:rPr>
                <a:t>Estudios para la adecuada pertinencia de la educación superior en relación con las necesidades del mercado laboral.</a:t>
              </a: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7476864" y="3146723"/>
              <a:ext cx="2928041" cy="12792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lvl="0" indent="-171450" algn="just">
                <a:buSzPts val="1200"/>
                <a:buFont typeface="Arial"/>
                <a:buChar char="•"/>
              </a:pPr>
              <a:r>
                <a:rPr lang="es-ES" sz="1200" dirty="0">
                  <a:solidFill>
                    <a:srgbClr val="1F3864"/>
                  </a:solidFill>
                  <a:latin typeface="Montserrat"/>
                  <a:sym typeface="Montserrat"/>
                </a:rPr>
                <a:t>Busca fortalecer la gestión institucional de institutos tecnológicos (342), de los cuales hemos intervenido a 24 IDEX, y universidades públicas (52) mediante fondos concursables; con un alcance a todas las regiones del país.</a:t>
              </a:r>
              <a:endParaRPr sz="1200" dirty="0">
                <a:solidFill>
                  <a:srgbClr val="1F3864"/>
                </a:solidFill>
                <a:latin typeface="Montserrat"/>
                <a:sym typeface="Montserrat"/>
              </a:endParaRPr>
            </a:p>
          </p:txBody>
        </p:sp>
        <p:pic>
          <p:nvPicPr>
            <p:cNvPr id="163" name="Google Shape;163;p3" descr="Trabajo en equipo - Iconos gratis de negoci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28463" y="3330201"/>
              <a:ext cx="896927" cy="9807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3"/>
            <p:cNvSpPr/>
            <p:nvPr/>
          </p:nvSpPr>
          <p:spPr>
            <a:xfrm>
              <a:off x="6271212" y="5093157"/>
              <a:ext cx="4190816" cy="12792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indent="-171450" algn="just">
                <a:buClr>
                  <a:srgbClr val="1F3864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s-ES" sz="1200" dirty="0">
                  <a:solidFill>
                    <a:srgbClr val="1F3864"/>
                  </a:solidFill>
                  <a:latin typeface="Montserrat"/>
                </a:rPr>
                <a:t>Tiene un alcance nacional y está orientado a la mejora de la infraestructura y el equipamiento de las instituciones de educación superior públicas, tanto universitarias como tecnológicas. Comprende la construcción, ampliación, rehabilitación y adecuación de ambientes académicos y administrativos, así como la dotación de mobiliario, laboratorios y equipamiento especializado para fortalecer la formación profesional. </a:t>
              </a:r>
              <a:endParaRPr sz="1200" dirty="0">
                <a:solidFill>
                  <a:srgbClr val="1F3864"/>
                </a:solidFill>
                <a:latin typeface="Montserrat"/>
                <a:sym typeface="Montserrat"/>
              </a:endParaRPr>
            </a:p>
          </p:txBody>
        </p:sp>
      </p:grpSp>
      <p:sp>
        <p:nvSpPr>
          <p:cNvPr id="2" name="Google Shape;115;p32">
            <a:extLst>
              <a:ext uri="{FF2B5EF4-FFF2-40B4-BE49-F238E27FC236}">
                <a16:creationId xmlns:a16="http://schemas.microsoft.com/office/drawing/2014/main" id="{A9696410-FD6D-EC5F-A8DF-AB36D167E592}"/>
              </a:ext>
            </a:extLst>
          </p:cNvPr>
          <p:cNvSpPr/>
          <p:nvPr/>
        </p:nvSpPr>
        <p:spPr>
          <a:xfrm>
            <a:off x="10088" y="1491"/>
            <a:ext cx="12181912" cy="9672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" sz="1600" b="1" dirty="0">
                <a:solidFill>
                  <a:srgbClr val="1F3864"/>
                </a:solidFill>
                <a:latin typeface="Montserrat"/>
              </a:rPr>
              <a:t>PROGRAMA DE INVERSIÓN: “MEJORA DE LA CALIDAD Y PERTINENCIA DE LOS SERVICIOS DE EDUCACIÓN SUPERIOR UNIVERSITARIA Y TECNOLÓGICA A NIVEL NACIONAL” PMESUT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8E347A-886B-A05D-4ED6-DC7A6A8D9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410" y="3307348"/>
            <a:ext cx="1048653" cy="107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2C883E8-B0FB-33C4-29D4-60E91A80E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795" y="3006481"/>
            <a:ext cx="1048653" cy="106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C76ECA9-0E7C-75FF-60CE-ED97696DF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545" y="5625515"/>
            <a:ext cx="895350" cy="89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167;p3">
            <a:extLst>
              <a:ext uri="{FF2B5EF4-FFF2-40B4-BE49-F238E27FC236}">
                <a16:creationId xmlns:a16="http://schemas.microsoft.com/office/drawing/2014/main" id="{539836CC-E7A8-BDD8-4548-ACBE45293175}"/>
              </a:ext>
            </a:extLst>
          </p:cNvPr>
          <p:cNvSpPr/>
          <p:nvPr/>
        </p:nvSpPr>
        <p:spPr>
          <a:xfrm>
            <a:off x="427399" y="5703131"/>
            <a:ext cx="315295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100" b="1">
                <a:solidFill>
                  <a:srgbClr val="CC0000"/>
                </a:solidFill>
                <a:latin typeface="Century Gothic"/>
              </a:defRPr>
            </a:pPr>
            <a:endParaRPr lang="es-PE" sz="1100" b="1" dirty="0">
              <a:solidFill>
                <a:srgbClr val="CC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141884-4DD8-093C-914D-58B8C77486C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36" y="4822216"/>
            <a:ext cx="604491" cy="742147"/>
          </a:xfrm>
          <a:prstGeom prst="rect">
            <a:avLst/>
          </a:prstGeom>
        </p:spPr>
      </p:pic>
      <p:sp>
        <p:nvSpPr>
          <p:cNvPr id="7" name="Google Shape;159;p3">
            <a:extLst>
              <a:ext uri="{FF2B5EF4-FFF2-40B4-BE49-F238E27FC236}">
                <a16:creationId xmlns:a16="http://schemas.microsoft.com/office/drawing/2014/main" id="{65E5AD4D-C6F3-D5E2-C917-A092685CC2D9}"/>
              </a:ext>
            </a:extLst>
          </p:cNvPr>
          <p:cNvSpPr/>
          <p:nvPr/>
        </p:nvSpPr>
        <p:spPr>
          <a:xfrm>
            <a:off x="6334888" y="2257427"/>
            <a:ext cx="4467121" cy="584222"/>
          </a:xfrm>
          <a:prstGeom prst="rect">
            <a:avLst/>
          </a:prstGeom>
          <a:solidFill>
            <a:srgbClr val="2994B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s-ES" sz="1100" b="1" dirty="0">
                <a:solidFill>
                  <a:schemeClr val="lt1"/>
                </a:solidFill>
                <a:latin typeface="Montserrat"/>
              </a:rPr>
              <a:t>Componente 2. Fortalecimiento de la gestión institucional de las Instituciones de Educación Superior (IES) públicas:</a:t>
            </a:r>
            <a:endParaRPr lang="es-PE" sz="1100" b="1" dirty="0">
              <a:solidFill>
                <a:schemeClr val="lt1"/>
              </a:solidFill>
              <a:latin typeface="Montserrat"/>
              <a:sym typeface="Montserrat"/>
            </a:endParaRPr>
          </a:p>
        </p:txBody>
      </p:sp>
      <p:sp>
        <p:nvSpPr>
          <p:cNvPr id="9" name="Google Shape;159;p3">
            <a:extLst>
              <a:ext uri="{FF2B5EF4-FFF2-40B4-BE49-F238E27FC236}">
                <a16:creationId xmlns:a16="http://schemas.microsoft.com/office/drawing/2014/main" id="{73863EF9-9A9A-D66D-F181-6D4D7182AF68}"/>
              </a:ext>
            </a:extLst>
          </p:cNvPr>
          <p:cNvSpPr/>
          <p:nvPr/>
        </p:nvSpPr>
        <p:spPr>
          <a:xfrm>
            <a:off x="6441744" y="4537304"/>
            <a:ext cx="4422413" cy="778892"/>
          </a:xfrm>
          <a:prstGeom prst="rect">
            <a:avLst/>
          </a:prstGeom>
          <a:solidFill>
            <a:srgbClr val="2994B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s-ES" sz="1100" b="1" dirty="0">
                <a:solidFill>
                  <a:schemeClr val="lt1"/>
                </a:solidFill>
                <a:latin typeface="Montserrat"/>
              </a:rPr>
              <a:t>Componente 3. Fortalecimiento de la gestión institucional de las Instituciones de Educación Superior (IES) públicas</a:t>
            </a:r>
            <a:endParaRPr lang="es-PE" sz="1100" b="1" dirty="0">
              <a:solidFill>
                <a:schemeClr val="lt1"/>
              </a:solidFill>
              <a:latin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52">
          <a:extLst>
            <a:ext uri="{FF2B5EF4-FFF2-40B4-BE49-F238E27FC236}">
              <a16:creationId xmlns:a16="http://schemas.microsoft.com/office/drawing/2014/main" id="{253F03DF-3237-8277-713C-F1D4917F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>
            <a:extLst>
              <a:ext uri="{FF2B5EF4-FFF2-40B4-BE49-F238E27FC236}">
                <a16:creationId xmlns:a16="http://schemas.microsoft.com/office/drawing/2014/main" id="{8613A029-D3CC-2050-0232-FC7F3CBCFBE1}"/>
              </a:ext>
            </a:extLst>
          </p:cNvPr>
          <p:cNvSpPr/>
          <p:nvPr/>
        </p:nvSpPr>
        <p:spPr>
          <a:xfrm rot="10800000">
            <a:off x="0" y="0"/>
            <a:ext cx="12192000" cy="82999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15;p32">
            <a:extLst>
              <a:ext uri="{FF2B5EF4-FFF2-40B4-BE49-F238E27FC236}">
                <a16:creationId xmlns:a16="http://schemas.microsoft.com/office/drawing/2014/main" id="{DE15865C-0ABD-0B51-7FF0-CB77141AB920}"/>
              </a:ext>
            </a:extLst>
          </p:cNvPr>
          <p:cNvSpPr/>
          <p:nvPr/>
        </p:nvSpPr>
        <p:spPr>
          <a:xfrm>
            <a:off x="10088" y="1491"/>
            <a:ext cx="12181912" cy="9672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" sz="1600" b="1" dirty="0">
                <a:solidFill>
                  <a:srgbClr val="1F3864"/>
                </a:solidFill>
                <a:latin typeface="Montserrat"/>
              </a:rPr>
              <a:t>PROGRAMA DE INVERSIÓN: “MEJORA DE LA CALIDAD Y PERTINENCIA DE LOS SERVICIOS DE EDUCACIÓN SUPERIOR UNIVERSITARIA Y TECNOLÓGICA A NIVEL NACIONAL” PMESUT</a:t>
            </a:r>
          </a:p>
        </p:txBody>
      </p:sp>
      <p:sp>
        <p:nvSpPr>
          <p:cNvPr id="4" name="Google Shape;118;p32">
            <a:extLst>
              <a:ext uri="{FF2B5EF4-FFF2-40B4-BE49-F238E27FC236}">
                <a16:creationId xmlns:a16="http://schemas.microsoft.com/office/drawing/2014/main" id="{06F89E7C-68A1-69D8-EED6-88395A332E17}"/>
              </a:ext>
            </a:extLst>
          </p:cNvPr>
          <p:cNvSpPr txBox="1"/>
          <p:nvPr/>
        </p:nvSpPr>
        <p:spPr>
          <a:xfrm>
            <a:off x="413674" y="837400"/>
            <a:ext cx="5510822" cy="76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C60010-C744-D294-FB1D-3FE91E40BE2B}"/>
              </a:ext>
            </a:extLst>
          </p:cNvPr>
          <p:cNvSpPr txBox="1"/>
          <p:nvPr/>
        </p:nvSpPr>
        <p:spPr>
          <a:xfrm>
            <a:off x="413673" y="1105961"/>
            <a:ext cx="11619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>
                <a:solidFill>
                  <a:srgbClr val="0070C0"/>
                </a:solidFill>
                <a:latin typeface="Poppins"/>
                <a:cs typeface="Poppins"/>
              </a:rPr>
              <a:t>COMPONENTE 1: Generación de conocimiento e información para un mejor diseño de las políticas de fomento de la calidad y pertinencia</a:t>
            </a:r>
          </a:p>
        </p:txBody>
      </p:sp>
      <p:pic>
        <p:nvPicPr>
          <p:cNvPr id="3" name="Google Shape;163;p3" descr="Trabajo en equipo - Iconos gratis de negocio">
            <a:extLst>
              <a:ext uri="{FF2B5EF4-FFF2-40B4-BE49-F238E27FC236}">
                <a16:creationId xmlns:a16="http://schemas.microsoft.com/office/drawing/2014/main" id="{27DF4644-921A-2BD8-912B-4FBCA57B2D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4182" y="1617265"/>
            <a:ext cx="1021985" cy="11629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72B9069-9C5A-C635-D248-B5C384D1C377}"/>
              </a:ext>
            </a:extLst>
          </p:cNvPr>
          <p:cNvSpPr txBox="1"/>
          <p:nvPr/>
        </p:nvSpPr>
        <p:spPr>
          <a:xfrm>
            <a:off x="3790629" y="1779385"/>
            <a:ext cx="486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800" b="1" dirty="0"/>
              <a:t>ESTUDIOS E INVERSIÓN POR PRODUCTO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5DCBB2E-2AAC-83F5-85BB-24035094547C}"/>
              </a:ext>
            </a:extLst>
          </p:cNvPr>
          <p:cNvSpPr/>
          <p:nvPr/>
        </p:nvSpPr>
        <p:spPr>
          <a:xfrm>
            <a:off x="8993629" y="5526441"/>
            <a:ext cx="2761673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TOTAL ESTUDIOS</a:t>
            </a:r>
          </a:p>
          <a:p>
            <a:pPr algn="ctr"/>
            <a:r>
              <a:rPr lang="es-PE" sz="2000" b="1" dirty="0">
                <a:solidFill>
                  <a:schemeClr val="accent6">
                    <a:lumMod val="50000"/>
                  </a:schemeClr>
                </a:solidFill>
              </a:rPr>
              <a:t>118</a:t>
            </a:r>
            <a:r>
              <a:rPr lang="es-PE" dirty="0"/>
              <a:t> (2 Pendientes)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EB03E7E-DF1A-0486-BA71-A4ADF9E45637}"/>
              </a:ext>
            </a:extLst>
          </p:cNvPr>
          <p:cNvSpPr/>
          <p:nvPr/>
        </p:nvSpPr>
        <p:spPr>
          <a:xfrm>
            <a:off x="1951301" y="5513040"/>
            <a:ext cx="3348180" cy="711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/>
              <a:t>INVERSIÓN: </a:t>
            </a:r>
            <a:r>
              <a:rPr lang="es-PE" dirty="0"/>
              <a:t>31,3 MILLONES S/</a:t>
            </a:r>
          </a:p>
          <a:p>
            <a:pPr algn="ctr"/>
            <a:r>
              <a:rPr lang="es-PE" b="1" dirty="0"/>
              <a:t>EJECUTADO: </a:t>
            </a:r>
            <a:r>
              <a:rPr lang="es-PE" dirty="0"/>
              <a:t>30,1 MILLONES S/ </a:t>
            </a:r>
            <a:r>
              <a:rPr lang="es-PE" sz="1600" b="1" dirty="0">
                <a:solidFill>
                  <a:srgbClr val="0070C0"/>
                </a:solidFill>
              </a:rPr>
              <a:t>(96.1%)</a:t>
            </a:r>
            <a:endParaRPr lang="es-PE" b="1" dirty="0">
              <a:solidFill>
                <a:srgbClr val="0070C0"/>
              </a:solidFill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E660CF43-EE79-EC3F-39ED-E150F1EF2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826035"/>
              </p:ext>
            </p:extLst>
          </p:nvPr>
        </p:nvGraphicFramePr>
        <p:xfrm>
          <a:off x="455833" y="2274684"/>
          <a:ext cx="11079712" cy="3225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5" name="Imagen 14">
            <a:extLst>
              <a:ext uri="{FF2B5EF4-FFF2-40B4-BE49-F238E27FC236}">
                <a16:creationId xmlns:a16="http://schemas.microsoft.com/office/drawing/2014/main" id="{DDF9F66A-B143-679E-B3E2-509FD2264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848" y="5437060"/>
            <a:ext cx="863159" cy="86315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700DAA7-73A5-490E-E3BC-E1B255878D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1489" y="5366533"/>
            <a:ext cx="863160" cy="86316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5EA7EB5B-78AD-2E34-6CFF-E041BDD52526}"/>
              </a:ext>
            </a:extLst>
          </p:cNvPr>
          <p:cNvSpPr txBox="1"/>
          <p:nvPr/>
        </p:nvSpPr>
        <p:spPr>
          <a:xfrm>
            <a:off x="256803" y="6521905"/>
            <a:ext cx="93474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900" dirty="0"/>
              <a:t>Nota:. En los productos 1.4 y 1.8 se cumplirá hasta el hito 2: </a:t>
            </a:r>
            <a:r>
              <a:rPr lang="es-ES" sz="900" dirty="0"/>
              <a:t>Metodología para la generación y uso de cualificaciones diseñada y Guías estandarizadas realizadas respectivamente</a:t>
            </a:r>
            <a:endParaRPr lang="es-PE" sz="90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9DAB0BE-92C9-E196-543B-138AD1106BD6}"/>
              </a:ext>
            </a:extLst>
          </p:cNvPr>
          <p:cNvSpPr/>
          <p:nvPr/>
        </p:nvSpPr>
        <p:spPr>
          <a:xfrm>
            <a:off x="5097482" y="5526441"/>
            <a:ext cx="2761673" cy="711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/>
              <a:t>TOTAL ESTUDIOS</a:t>
            </a:r>
          </a:p>
          <a:p>
            <a:pPr algn="ctr"/>
            <a:r>
              <a:rPr lang="es-PE" sz="2000" b="1" dirty="0">
                <a:solidFill>
                  <a:schemeClr val="accent6">
                    <a:lumMod val="50000"/>
                  </a:schemeClr>
                </a:solidFill>
              </a:rPr>
              <a:t>120</a:t>
            </a:r>
            <a:r>
              <a:rPr lang="es-PE" dirty="0"/>
              <a:t> (PROGRAMADOS)</a:t>
            </a:r>
          </a:p>
        </p:txBody>
      </p:sp>
    </p:spTree>
    <p:extLst>
      <p:ext uri="{BB962C8B-B14F-4D97-AF65-F5344CB8AC3E}">
        <p14:creationId xmlns:p14="http://schemas.microsoft.com/office/powerpoint/2010/main" val="3836570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52">
          <a:extLst>
            <a:ext uri="{FF2B5EF4-FFF2-40B4-BE49-F238E27FC236}">
              <a16:creationId xmlns:a16="http://schemas.microsoft.com/office/drawing/2014/main" id="{E6F42BA0-C6F4-A281-44E3-12E5073D8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>
            <a:extLst>
              <a:ext uri="{FF2B5EF4-FFF2-40B4-BE49-F238E27FC236}">
                <a16:creationId xmlns:a16="http://schemas.microsoft.com/office/drawing/2014/main" id="{644B8524-0FC4-0951-EAAB-FB6E70DE6D1A}"/>
              </a:ext>
            </a:extLst>
          </p:cNvPr>
          <p:cNvSpPr/>
          <p:nvPr/>
        </p:nvSpPr>
        <p:spPr>
          <a:xfrm rot="10800000">
            <a:off x="0" y="0"/>
            <a:ext cx="12192000" cy="82999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15;p32">
            <a:extLst>
              <a:ext uri="{FF2B5EF4-FFF2-40B4-BE49-F238E27FC236}">
                <a16:creationId xmlns:a16="http://schemas.microsoft.com/office/drawing/2014/main" id="{CBED4A47-63B2-E6DB-B311-3C5848307D0E}"/>
              </a:ext>
            </a:extLst>
          </p:cNvPr>
          <p:cNvSpPr/>
          <p:nvPr/>
        </p:nvSpPr>
        <p:spPr>
          <a:xfrm>
            <a:off x="10088" y="1491"/>
            <a:ext cx="12181912" cy="9672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" sz="1600" b="1" dirty="0">
                <a:solidFill>
                  <a:srgbClr val="1F3864"/>
                </a:solidFill>
                <a:latin typeface="Montserrat"/>
              </a:rPr>
              <a:t>PROGRAMA DE INVERSIÓN: “MEJORA DE LA CALIDAD Y PERTINENCIA DE LOS SERVICIOS DE EDUCACIÓN SUPERIOR UNIVERSITARIA Y TECNOLÓGICA A NIVEL NACIONAL” PMESUT</a:t>
            </a:r>
          </a:p>
        </p:txBody>
      </p:sp>
      <p:sp>
        <p:nvSpPr>
          <p:cNvPr id="4" name="Google Shape;118;p32">
            <a:extLst>
              <a:ext uri="{FF2B5EF4-FFF2-40B4-BE49-F238E27FC236}">
                <a16:creationId xmlns:a16="http://schemas.microsoft.com/office/drawing/2014/main" id="{3BA1DEA9-3354-D6C3-B0AE-45AB7A081AF3}"/>
              </a:ext>
            </a:extLst>
          </p:cNvPr>
          <p:cNvSpPr txBox="1"/>
          <p:nvPr/>
        </p:nvSpPr>
        <p:spPr>
          <a:xfrm>
            <a:off x="413674" y="837400"/>
            <a:ext cx="5510822" cy="76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5568D34-19C9-8730-00EB-CA539C30BA63}"/>
              </a:ext>
            </a:extLst>
          </p:cNvPr>
          <p:cNvSpPr txBox="1"/>
          <p:nvPr/>
        </p:nvSpPr>
        <p:spPr>
          <a:xfrm>
            <a:off x="413673" y="1105961"/>
            <a:ext cx="101434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>
                <a:solidFill>
                  <a:srgbClr val="0070C0"/>
                </a:solidFill>
                <a:latin typeface="Poppins"/>
                <a:cs typeface="Poppins"/>
              </a:rPr>
              <a:t>COMPONENTE 2: </a:t>
            </a:r>
            <a:r>
              <a:rPr lang="es-ES" sz="1600" b="1" dirty="0">
                <a:solidFill>
                  <a:srgbClr val="0070C0"/>
                </a:solidFill>
                <a:latin typeface="Poppins"/>
                <a:cs typeface="Poppins"/>
              </a:rPr>
              <a:t>Fortalecimiento de la gestión institucional de las IES públicas - Institutos</a:t>
            </a:r>
            <a:endParaRPr lang="es-PE" sz="1600" b="1" dirty="0">
              <a:solidFill>
                <a:srgbClr val="0070C0"/>
              </a:solidFill>
              <a:latin typeface="Poppins"/>
              <a:cs typeface="Poppin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6F960EE-5D24-2908-B0BC-FAE524E516B5}"/>
              </a:ext>
            </a:extLst>
          </p:cNvPr>
          <p:cNvSpPr txBox="1"/>
          <p:nvPr/>
        </p:nvSpPr>
        <p:spPr>
          <a:xfrm>
            <a:off x="621157" y="5840565"/>
            <a:ext cx="106066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Asignación de cerca de S/ 149.9 millones para beneficiar a 342 institutos (IEST) públicos, concentrando el mayor esfuerzo financiero en mejorar las condiciones de calidad y la gestión académica mediante la adquisición de equipos.</a:t>
            </a:r>
            <a:endParaRPr lang="es-P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1C118A-A59E-9CBA-F626-4130CFE0F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543" y="4696395"/>
            <a:ext cx="929918" cy="94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3953688-4505-66C6-EDFD-6D6B66C0F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34432"/>
              </p:ext>
            </p:extLst>
          </p:nvPr>
        </p:nvGraphicFramePr>
        <p:xfrm>
          <a:off x="158336" y="1780558"/>
          <a:ext cx="6761017" cy="280918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660073">
                  <a:extLst>
                    <a:ext uri="{9D8B030D-6E8A-4147-A177-3AD203B41FA5}">
                      <a16:colId xmlns:a16="http://schemas.microsoft.com/office/drawing/2014/main" val="3296542211"/>
                    </a:ext>
                  </a:extLst>
                </a:gridCol>
                <a:gridCol w="834441">
                  <a:extLst>
                    <a:ext uri="{9D8B030D-6E8A-4147-A177-3AD203B41FA5}">
                      <a16:colId xmlns:a16="http://schemas.microsoft.com/office/drawing/2014/main" val="3159003143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3384039640"/>
                    </a:ext>
                  </a:extLst>
                </a:gridCol>
                <a:gridCol w="489527">
                  <a:extLst>
                    <a:ext uri="{9D8B030D-6E8A-4147-A177-3AD203B41FA5}">
                      <a16:colId xmlns:a16="http://schemas.microsoft.com/office/drawing/2014/main" val="329487680"/>
                    </a:ext>
                  </a:extLst>
                </a:gridCol>
                <a:gridCol w="517236">
                  <a:extLst>
                    <a:ext uri="{9D8B030D-6E8A-4147-A177-3AD203B41FA5}">
                      <a16:colId xmlns:a16="http://schemas.microsoft.com/office/drawing/2014/main" val="1448483564"/>
                    </a:ext>
                  </a:extLst>
                </a:gridCol>
                <a:gridCol w="628073">
                  <a:extLst>
                    <a:ext uri="{9D8B030D-6E8A-4147-A177-3AD203B41FA5}">
                      <a16:colId xmlns:a16="http://schemas.microsoft.com/office/drawing/2014/main" val="2401898544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3022482121"/>
                    </a:ext>
                  </a:extLst>
                </a:gridCol>
                <a:gridCol w="597194">
                  <a:extLst>
                    <a:ext uri="{9D8B030D-6E8A-4147-A177-3AD203B41FA5}">
                      <a16:colId xmlns:a16="http://schemas.microsoft.com/office/drawing/2014/main" val="668253729"/>
                    </a:ext>
                  </a:extLst>
                </a:gridCol>
              </a:tblGrid>
              <a:tr h="394769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b="1" u="none" strike="noStrike" dirty="0">
                          <a:effectLst/>
                        </a:rPr>
                        <a:t>Producto</a:t>
                      </a:r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b="1" u="none" strike="noStrike" dirty="0">
                          <a:effectLst/>
                        </a:rPr>
                        <a:t>Beneficiarios </a:t>
                      </a:r>
                      <a:endParaRPr lang="es-P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b="1" u="none" strike="noStrike">
                          <a:effectLst/>
                        </a:rPr>
                        <a:t>Inversión ( millones de US$)</a:t>
                      </a:r>
                      <a:endParaRPr lang="es-PE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398390"/>
                  </a:ext>
                </a:extLst>
              </a:tr>
              <a:tr h="654314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u="none" strike="noStrike" dirty="0">
                          <a:effectLst/>
                        </a:rPr>
                        <a:t>Unidad de medida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u="none" strike="noStrike" dirty="0">
                          <a:effectLst/>
                        </a:rPr>
                        <a:t>Meta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u="none" strike="noStrike" dirty="0" err="1">
                          <a:effectLst/>
                        </a:rPr>
                        <a:t>Ejecu-tado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u="none" strike="noStrike" dirty="0">
                          <a:effectLst/>
                        </a:rPr>
                        <a:t>% </a:t>
                      </a:r>
                      <a:r>
                        <a:rPr lang="es-PE" sz="900" b="1" u="none" strike="noStrike" dirty="0" err="1">
                          <a:effectLst/>
                        </a:rPr>
                        <a:t>Ejecu-tado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u="none" strike="noStrike" dirty="0">
                          <a:effectLst/>
                        </a:rPr>
                        <a:t>Meta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u="none" strike="noStrike" dirty="0" err="1">
                          <a:effectLst/>
                        </a:rPr>
                        <a:t>Ejecu-tado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900" b="1" u="none" strike="noStrike" dirty="0">
                          <a:effectLst/>
                        </a:rPr>
                        <a:t>% </a:t>
                      </a:r>
                      <a:r>
                        <a:rPr lang="es-PE" sz="900" b="1" u="none" strike="noStrike" dirty="0" err="1">
                          <a:effectLst/>
                        </a:rPr>
                        <a:t>Ejecu-tado</a:t>
                      </a:r>
                      <a:endParaRPr lang="es-P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534996"/>
                  </a:ext>
                </a:extLst>
              </a:tr>
              <a:tr h="5867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2.2. Programas de mejora de la gestión administrativa de las IEST públicas (Fondos 12, 17 y 04)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Programas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472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471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100%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5.84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5.84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100%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07240790"/>
                  </a:ext>
                </a:extLst>
              </a:tr>
              <a:tr h="5867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2.5. Programas de mejora de la gestión académica de las IEST públicas (Fondos 02, 05 y 14)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Programas de estudios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360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360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100%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132.18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122.18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92%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125318"/>
                  </a:ext>
                </a:extLst>
              </a:tr>
              <a:tr h="5867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2.6. Programas de capacitación virtual para la mejora de gestión académica de las IEST públicas (Fondos 09, 07, 10)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Programas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752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754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100%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11.89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100" u="none" strike="noStrike">
                          <a:effectLst/>
                        </a:rPr>
                        <a:t>11.89</a:t>
                      </a:r>
                      <a:endParaRPr lang="es-P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100" u="none" strike="noStrike" dirty="0">
                          <a:effectLst/>
                        </a:rPr>
                        <a:t>100%</a:t>
                      </a:r>
                      <a:endParaRPr lang="es-P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689513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3EC21F59-EB94-3C74-B028-5D3DAF16B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304" y="4739462"/>
            <a:ext cx="863159" cy="863159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7A7EC1-326B-F8B6-4884-30700DC1F7E0}"/>
              </a:ext>
            </a:extLst>
          </p:cNvPr>
          <p:cNvSpPr/>
          <p:nvPr/>
        </p:nvSpPr>
        <p:spPr>
          <a:xfrm>
            <a:off x="2137238" y="4859556"/>
            <a:ext cx="3348180" cy="711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/>
              <a:t>INVERSIÓN: 149</a:t>
            </a:r>
            <a:r>
              <a:rPr lang="es-PE" dirty="0"/>
              <a:t>,9 MILLONES S/</a:t>
            </a:r>
          </a:p>
          <a:p>
            <a:pPr algn="ctr"/>
            <a:r>
              <a:rPr lang="es-PE" b="1" dirty="0"/>
              <a:t>EJECUTADO: 139.1</a:t>
            </a:r>
            <a:r>
              <a:rPr lang="es-PE" dirty="0"/>
              <a:t> MILLONES S/ </a:t>
            </a:r>
            <a:r>
              <a:rPr lang="es-PE" sz="1600" b="1" dirty="0">
                <a:solidFill>
                  <a:srgbClr val="0070C0"/>
                </a:solidFill>
              </a:rPr>
              <a:t>(93.3%)</a:t>
            </a:r>
            <a:endParaRPr lang="es-PE" b="1" dirty="0">
              <a:solidFill>
                <a:srgbClr val="0070C0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4C178E3-AC68-111C-6E39-1E6A2571E716}"/>
              </a:ext>
            </a:extLst>
          </p:cNvPr>
          <p:cNvSpPr/>
          <p:nvPr/>
        </p:nvSpPr>
        <p:spPr>
          <a:xfrm>
            <a:off x="8305695" y="4859556"/>
            <a:ext cx="2251469" cy="711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b="1" dirty="0"/>
              <a:t>META: </a:t>
            </a:r>
            <a:r>
              <a:rPr lang="es-PE" dirty="0"/>
              <a:t>342 </a:t>
            </a:r>
            <a:r>
              <a:rPr lang="es-PE" sz="1400" u="none" strike="noStrike" dirty="0">
                <a:effectLst/>
              </a:rPr>
              <a:t>IEST</a:t>
            </a:r>
            <a:endParaRPr lang="es-PE" dirty="0"/>
          </a:p>
          <a:p>
            <a:r>
              <a:rPr lang="es-PE" b="1" dirty="0"/>
              <a:t>EJECUTADO: </a:t>
            </a:r>
            <a:r>
              <a:rPr kumimoji="0" lang="es-PE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342 IEST</a:t>
            </a:r>
            <a:endParaRPr lang="es-PE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6" name="Gráfico 5">
                <a:extLst>
                  <a:ext uri="{FF2B5EF4-FFF2-40B4-BE49-F238E27FC236}">
                    <a16:creationId xmlns:a16="http://schemas.microsoft.com/office/drawing/2014/main" id="{DCC0EC79-E1D2-4286-E065-DC2BDCAA273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3175295"/>
                  </p:ext>
                </p:extLst>
              </p:nvPr>
            </p:nvGraphicFramePr>
            <p:xfrm>
              <a:off x="7171543" y="1813552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6" name="Gráfico 5">
                <a:extLst>
                  <a:ext uri="{FF2B5EF4-FFF2-40B4-BE49-F238E27FC236}">
                    <a16:creationId xmlns:a16="http://schemas.microsoft.com/office/drawing/2014/main" id="{DCC0EC79-E1D2-4286-E065-DC2BDCAA27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71543" y="1813552"/>
                <a:ext cx="4572000" cy="274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9553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52">
          <a:extLst>
            <a:ext uri="{FF2B5EF4-FFF2-40B4-BE49-F238E27FC236}">
              <a16:creationId xmlns:a16="http://schemas.microsoft.com/office/drawing/2014/main" id="{23B10D71-8F64-7BD6-5BCC-88E4B2506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>
            <a:extLst>
              <a:ext uri="{FF2B5EF4-FFF2-40B4-BE49-F238E27FC236}">
                <a16:creationId xmlns:a16="http://schemas.microsoft.com/office/drawing/2014/main" id="{C03381F8-F89E-7BA5-7B8E-FE2243C52895}"/>
              </a:ext>
            </a:extLst>
          </p:cNvPr>
          <p:cNvSpPr/>
          <p:nvPr/>
        </p:nvSpPr>
        <p:spPr>
          <a:xfrm rot="10800000">
            <a:off x="0" y="0"/>
            <a:ext cx="12192000" cy="82999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15;p32">
            <a:extLst>
              <a:ext uri="{FF2B5EF4-FFF2-40B4-BE49-F238E27FC236}">
                <a16:creationId xmlns:a16="http://schemas.microsoft.com/office/drawing/2014/main" id="{1B37CDE4-9416-8AF1-0CB6-AA098246B3C8}"/>
              </a:ext>
            </a:extLst>
          </p:cNvPr>
          <p:cNvSpPr/>
          <p:nvPr/>
        </p:nvSpPr>
        <p:spPr>
          <a:xfrm>
            <a:off x="10088" y="1491"/>
            <a:ext cx="12181912" cy="9672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" sz="1600" b="1" dirty="0">
                <a:solidFill>
                  <a:srgbClr val="1F3864"/>
                </a:solidFill>
                <a:latin typeface="Montserrat"/>
              </a:rPr>
              <a:t>PROGRAMA DE INVERSIÓN: “MEJORA DE LA CALIDAD Y PERTINENCIA DE LOS SERVICIOS DE EDUCACIÓN SUPERIOR UNIVERSITARIA Y TECNOLÓGICA A NIVEL NACIONAL” PMESUT</a:t>
            </a:r>
          </a:p>
        </p:txBody>
      </p:sp>
      <p:sp>
        <p:nvSpPr>
          <p:cNvPr id="4" name="Google Shape;118;p32">
            <a:extLst>
              <a:ext uri="{FF2B5EF4-FFF2-40B4-BE49-F238E27FC236}">
                <a16:creationId xmlns:a16="http://schemas.microsoft.com/office/drawing/2014/main" id="{55D8CE74-C001-FF20-D3B2-F805CD072621}"/>
              </a:ext>
            </a:extLst>
          </p:cNvPr>
          <p:cNvSpPr txBox="1"/>
          <p:nvPr/>
        </p:nvSpPr>
        <p:spPr>
          <a:xfrm>
            <a:off x="413674" y="837400"/>
            <a:ext cx="5510822" cy="76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endParaRPr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E9FF9A-5F4E-C592-BF54-5F9A3EFCEC6F}"/>
              </a:ext>
            </a:extLst>
          </p:cNvPr>
          <p:cNvSpPr txBox="1"/>
          <p:nvPr/>
        </p:nvSpPr>
        <p:spPr>
          <a:xfrm>
            <a:off x="413673" y="1105961"/>
            <a:ext cx="101434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>
                <a:solidFill>
                  <a:srgbClr val="0070C0"/>
                </a:solidFill>
                <a:latin typeface="Poppins"/>
                <a:cs typeface="Poppins"/>
              </a:rPr>
              <a:t>COMPONENTE 2: </a:t>
            </a:r>
            <a:r>
              <a:rPr lang="es-ES" sz="1600" b="1" dirty="0">
                <a:solidFill>
                  <a:srgbClr val="0070C0"/>
                </a:solidFill>
                <a:latin typeface="Poppins"/>
                <a:cs typeface="Poppins"/>
              </a:rPr>
              <a:t>Fortalecimiento de la gestión institucional de las IES públicas - Universidades</a:t>
            </a:r>
            <a:endParaRPr lang="es-PE" sz="1600" b="1" dirty="0">
              <a:solidFill>
                <a:srgbClr val="0070C0"/>
              </a:solidFill>
              <a:latin typeface="Poppins"/>
              <a:cs typeface="Poppins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571F9C-7FD7-CB67-4D10-D924959E37A2}"/>
              </a:ext>
            </a:extLst>
          </p:cNvPr>
          <p:cNvSpPr/>
          <p:nvPr/>
        </p:nvSpPr>
        <p:spPr>
          <a:xfrm>
            <a:off x="460640" y="5851610"/>
            <a:ext cx="11187024" cy="7850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Más de </a:t>
            </a:r>
            <a:r>
              <a:rPr lang="es-ES" b="1" dirty="0"/>
              <a:t>S/ 99.8 millones </a:t>
            </a:r>
            <a:r>
              <a:rPr lang="es-ES" dirty="0"/>
              <a:t>asignados a </a:t>
            </a:r>
            <a:r>
              <a:rPr lang="es-ES" b="1" dirty="0"/>
              <a:t>52 universidades públicas</a:t>
            </a:r>
            <a:r>
              <a:rPr lang="es-ES" dirty="0"/>
              <a:t>, priorizando la </a:t>
            </a:r>
            <a:r>
              <a:rPr lang="es-ES" b="1" dirty="0"/>
              <a:t>continuidad del servicio educativo</a:t>
            </a:r>
            <a:r>
              <a:rPr lang="es-ES" dirty="0"/>
              <a:t>, la </a:t>
            </a:r>
            <a:r>
              <a:rPr lang="es-ES" b="1" dirty="0"/>
              <a:t>investigación</a:t>
            </a:r>
            <a:r>
              <a:rPr lang="es-ES" dirty="0"/>
              <a:t> y la </a:t>
            </a:r>
            <a:r>
              <a:rPr lang="es-ES" b="1" dirty="0"/>
              <a:t>mejora en la gestión académica</a:t>
            </a:r>
            <a:r>
              <a:rPr lang="es-ES" dirty="0"/>
              <a:t>.</a:t>
            </a:r>
            <a:endParaRPr lang="es-PE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45E1DE09-3428-CBA5-9B1C-87B6BCBF8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576500"/>
              </p:ext>
            </p:extLst>
          </p:nvPr>
        </p:nvGraphicFramePr>
        <p:xfrm>
          <a:off x="323273" y="1453470"/>
          <a:ext cx="11324391" cy="35581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842077">
                  <a:extLst>
                    <a:ext uri="{9D8B030D-6E8A-4147-A177-3AD203B41FA5}">
                      <a16:colId xmlns:a16="http://schemas.microsoft.com/office/drawing/2014/main" val="3750700963"/>
                    </a:ext>
                  </a:extLst>
                </a:gridCol>
                <a:gridCol w="1023624">
                  <a:extLst>
                    <a:ext uri="{9D8B030D-6E8A-4147-A177-3AD203B41FA5}">
                      <a16:colId xmlns:a16="http://schemas.microsoft.com/office/drawing/2014/main" val="1170724842"/>
                    </a:ext>
                  </a:extLst>
                </a:gridCol>
                <a:gridCol w="868219">
                  <a:extLst>
                    <a:ext uri="{9D8B030D-6E8A-4147-A177-3AD203B41FA5}">
                      <a16:colId xmlns:a16="http://schemas.microsoft.com/office/drawing/2014/main" val="3592074113"/>
                    </a:ext>
                  </a:extLst>
                </a:gridCol>
                <a:gridCol w="942109">
                  <a:extLst>
                    <a:ext uri="{9D8B030D-6E8A-4147-A177-3AD203B41FA5}">
                      <a16:colId xmlns:a16="http://schemas.microsoft.com/office/drawing/2014/main" val="1390990152"/>
                    </a:ext>
                  </a:extLst>
                </a:gridCol>
                <a:gridCol w="932872">
                  <a:extLst>
                    <a:ext uri="{9D8B030D-6E8A-4147-A177-3AD203B41FA5}">
                      <a16:colId xmlns:a16="http://schemas.microsoft.com/office/drawing/2014/main" val="300094628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1435678513"/>
                    </a:ext>
                  </a:extLst>
                </a:gridCol>
                <a:gridCol w="960582">
                  <a:extLst>
                    <a:ext uri="{9D8B030D-6E8A-4147-A177-3AD203B41FA5}">
                      <a16:colId xmlns:a16="http://schemas.microsoft.com/office/drawing/2014/main" val="2278393188"/>
                    </a:ext>
                  </a:extLst>
                </a:gridCol>
                <a:gridCol w="923635">
                  <a:extLst>
                    <a:ext uri="{9D8B030D-6E8A-4147-A177-3AD203B41FA5}">
                      <a16:colId xmlns:a16="http://schemas.microsoft.com/office/drawing/2014/main" val="383472354"/>
                    </a:ext>
                  </a:extLst>
                </a:gridCol>
              </a:tblGrid>
              <a:tr h="29757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 dirty="0">
                          <a:effectLst/>
                        </a:rPr>
                        <a:t>Producto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>
                          <a:effectLst/>
                        </a:rPr>
                        <a:t>Beneficiarios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>
                          <a:effectLst/>
                        </a:rPr>
                        <a:t> 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>
                          <a:effectLst/>
                        </a:rPr>
                        <a:t>Inversión ( millones de US$)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683521"/>
                  </a:ext>
                </a:extLst>
              </a:tr>
              <a:tr h="892720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 dirty="0">
                          <a:effectLst/>
                        </a:rPr>
                        <a:t>Unidad de medida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>
                          <a:effectLst/>
                        </a:rPr>
                        <a:t>Meta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>
                          <a:effectLst/>
                        </a:rPr>
                        <a:t>Ejecutado</a:t>
                      </a:r>
                      <a:endParaRPr lang="es-PE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 dirty="0">
                          <a:effectLst/>
                        </a:rPr>
                        <a:t>% Ejecutado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 dirty="0">
                          <a:effectLst/>
                        </a:rPr>
                        <a:t>Meta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 dirty="0">
                          <a:effectLst/>
                        </a:rPr>
                        <a:t>Ejecutado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b="1" u="none" strike="noStrike" dirty="0">
                          <a:effectLst/>
                        </a:rPr>
                        <a:t>% Ejecutado</a:t>
                      </a:r>
                      <a:endParaRPr lang="es-PE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271816"/>
                  </a:ext>
                </a:extLst>
              </a:tr>
              <a:tr h="5951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 dirty="0">
                          <a:effectLst/>
                        </a:rPr>
                        <a:t>2.1. Programas de </a:t>
                      </a:r>
                      <a:r>
                        <a:rPr lang="es-ES" sz="1400" b="1" u="none" strike="noStrike" dirty="0">
                          <a:effectLst/>
                        </a:rPr>
                        <a:t>mejora </a:t>
                      </a:r>
                      <a:r>
                        <a:rPr lang="es-ES" sz="1400" u="none" strike="noStrike" dirty="0">
                          <a:effectLst/>
                        </a:rPr>
                        <a:t>de la </a:t>
                      </a:r>
                      <a:r>
                        <a:rPr lang="es-ES" sz="1400" b="1" u="none" strike="noStrike" dirty="0">
                          <a:effectLst/>
                        </a:rPr>
                        <a:t>gestión administrativa </a:t>
                      </a:r>
                      <a:r>
                        <a:rPr lang="es-ES" sz="1400" u="none" strike="noStrike" dirty="0">
                          <a:effectLst/>
                        </a:rPr>
                        <a:t>de las universidades públicas (Fondos 03 y 11 1/)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Programas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80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76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95%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11.36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11.36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100%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43829028"/>
                  </a:ext>
                </a:extLst>
              </a:tr>
              <a:tr h="5951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 dirty="0">
                          <a:effectLst/>
                        </a:rPr>
                        <a:t>2.3. Programas de </a:t>
                      </a:r>
                      <a:r>
                        <a:rPr lang="es-ES" sz="1400" b="1" u="none" strike="noStrike" dirty="0">
                          <a:effectLst/>
                        </a:rPr>
                        <a:t>mejora</a:t>
                      </a:r>
                      <a:r>
                        <a:rPr lang="es-ES" sz="1400" u="none" strike="noStrike" dirty="0">
                          <a:effectLst/>
                        </a:rPr>
                        <a:t> de la </a:t>
                      </a:r>
                      <a:r>
                        <a:rPr lang="es-ES" sz="1400" b="1" u="none" strike="noStrike" dirty="0">
                          <a:effectLst/>
                        </a:rPr>
                        <a:t>gestión académica </a:t>
                      </a:r>
                      <a:r>
                        <a:rPr lang="es-ES" sz="1400" u="none" strike="noStrike" dirty="0">
                          <a:effectLst/>
                        </a:rPr>
                        <a:t>de las universidades públicas (Fondos 16 y 18)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Programas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77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77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100%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37.23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37.23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100%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3216933"/>
                  </a:ext>
                </a:extLst>
              </a:tr>
              <a:tr h="5951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 dirty="0">
                          <a:effectLst/>
                        </a:rPr>
                        <a:t>2.4. Programas de capacitación virtual de </a:t>
                      </a:r>
                      <a:r>
                        <a:rPr lang="es-ES" sz="1400" b="1" u="none" strike="noStrike" dirty="0">
                          <a:effectLst/>
                        </a:rPr>
                        <a:t>mejora</a:t>
                      </a:r>
                      <a:r>
                        <a:rPr lang="es-ES" sz="1400" u="none" strike="noStrike" dirty="0">
                          <a:effectLst/>
                        </a:rPr>
                        <a:t> de la </a:t>
                      </a:r>
                      <a:r>
                        <a:rPr lang="es-ES" sz="1400" b="1" u="none" strike="noStrike" dirty="0">
                          <a:effectLst/>
                        </a:rPr>
                        <a:t>gestión académica </a:t>
                      </a:r>
                      <a:r>
                        <a:rPr lang="es-ES" sz="1400" u="none" strike="noStrike" dirty="0">
                          <a:effectLst/>
                        </a:rPr>
                        <a:t>de las universidades públicas (Fondos 08, 13, 06)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Programas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134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134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100%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29.32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29.32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100%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4598948"/>
                  </a:ext>
                </a:extLst>
              </a:tr>
              <a:tr h="5279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 dirty="0">
                          <a:effectLst/>
                        </a:rPr>
                        <a:t>2.7. Programas de </a:t>
                      </a:r>
                      <a:r>
                        <a:rPr lang="es-ES" sz="1400" b="1" u="none" strike="noStrike" dirty="0">
                          <a:effectLst/>
                        </a:rPr>
                        <a:t>mejora</a:t>
                      </a:r>
                      <a:r>
                        <a:rPr lang="es-ES" sz="1400" u="none" strike="noStrike" dirty="0">
                          <a:effectLst/>
                        </a:rPr>
                        <a:t> de </a:t>
                      </a:r>
                      <a:r>
                        <a:rPr lang="es-ES" sz="1400" b="1" u="none" strike="noStrike" dirty="0">
                          <a:effectLst/>
                        </a:rPr>
                        <a:t>gestión de la I+D+i </a:t>
                      </a:r>
                      <a:r>
                        <a:rPr lang="es-ES" sz="1400" u="none" strike="noStrike" dirty="0">
                          <a:effectLst/>
                        </a:rPr>
                        <a:t>de las universidades públicas (Fondos 01 y 15)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Programas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25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25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100%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>
                          <a:effectLst/>
                        </a:rPr>
                        <a:t>21.66</a:t>
                      </a:r>
                      <a:endParaRPr lang="es-PE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21.66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PE" sz="1400" u="none" strike="noStrike" dirty="0">
                          <a:effectLst/>
                        </a:rPr>
                        <a:t>100%</a:t>
                      </a:r>
                      <a:endParaRPr lang="es-P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397424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CA9D94D5-333E-8BD4-8CA1-DFC075FDC53D}"/>
              </a:ext>
            </a:extLst>
          </p:cNvPr>
          <p:cNvSpPr txBox="1"/>
          <p:nvPr/>
        </p:nvSpPr>
        <p:spPr>
          <a:xfrm>
            <a:off x="10088" y="6636701"/>
            <a:ext cx="815479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50" dirty="0"/>
              <a:t>1/ Para el PMR 2.1 se desestimo el fondo 20. En la meta ejecutada se incluye beneficiarios administrativos de los fondos 01, 15 y 16.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882C585-BF47-CEC5-FF8C-A934FEFB1F47}"/>
              </a:ext>
            </a:extLst>
          </p:cNvPr>
          <p:cNvSpPr/>
          <p:nvPr/>
        </p:nvSpPr>
        <p:spPr>
          <a:xfrm>
            <a:off x="8309066" y="5080488"/>
            <a:ext cx="3348180" cy="711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/>
              <a:t>INVERSIÓN: 99</a:t>
            </a:r>
            <a:r>
              <a:rPr lang="es-PE" dirty="0"/>
              <a:t>,8 MILLONES S/</a:t>
            </a:r>
          </a:p>
          <a:p>
            <a:pPr algn="ctr"/>
            <a:r>
              <a:rPr lang="es-PE" b="1" dirty="0"/>
              <a:t>EJECUTADO: 99</a:t>
            </a:r>
            <a:r>
              <a:rPr lang="es-PE" dirty="0"/>
              <a:t>,8 MILLONES S/ </a:t>
            </a:r>
            <a:r>
              <a:rPr lang="es-PE" sz="1600" b="1" dirty="0">
                <a:solidFill>
                  <a:srgbClr val="0070C0"/>
                </a:solidFill>
              </a:rPr>
              <a:t>(100%)</a:t>
            </a:r>
            <a:endParaRPr lang="es-PE" b="1" dirty="0">
              <a:solidFill>
                <a:srgbClr val="0070C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65E173-9235-075F-CA82-F9E88CE2F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801" y="4982483"/>
            <a:ext cx="863159" cy="863159"/>
          </a:xfrm>
          <a:prstGeom prst="rect">
            <a:avLst/>
          </a:prstGeom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5C3900A-933A-60E6-8A10-CFDEE549114E}"/>
              </a:ext>
            </a:extLst>
          </p:cNvPr>
          <p:cNvSpPr/>
          <p:nvPr/>
        </p:nvSpPr>
        <p:spPr>
          <a:xfrm>
            <a:off x="3169085" y="5058463"/>
            <a:ext cx="3602737" cy="7112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PE" b="1" dirty="0"/>
              <a:t>META: 52</a:t>
            </a:r>
            <a:r>
              <a:rPr lang="es-PE" dirty="0"/>
              <a:t> Universidades Publicas</a:t>
            </a:r>
          </a:p>
          <a:p>
            <a:r>
              <a:rPr lang="es-PE" b="1" dirty="0"/>
              <a:t>EJECUTADO: </a:t>
            </a:r>
            <a:r>
              <a:rPr kumimoji="0" lang="es-PE" sz="1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52 Universidades Publicas</a:t>
            </a:r>
            <a:endParaRPr lang="es-PE" dirty="0">
              <a:solidFill>
                <a:srgbClr val="0070C0"/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6F96B4C-ADC3-EECC-729D-3FF77C7FE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479" y="5006597"/>
            <a:ext cx="774187" cy="785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81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/>
          <p:nvPr/>
        </p:nvSpPr>
        <p:spPr>
          <a:xfrm>
            <a:off x="10088" y="1491"/>
            <a:ext cx="12181912" cy="9672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" sz="1616" b="1" dirty="0">
                <a:solidFill>
                  <a:schemeClr val="tx1"/>
                </a:solidFill>
                <a:latin typeface="Blogger Sans" panose="02000506030000020004"/>
                <a:cs typeface="Calibri" panose="020F0502020204030204" pitchFamily="34" charset="0"/>
              </a:rPr>
              <a:t>PROGRAMA DE INVERSIÓN: “MEJORA DE LA CALIDAD Y PERTINENCIA DE LOS SERVICIOS DE EDUCACIÓN SUPERIOR UNIVERSITARIA Y TECNOLÓGICA A NIVEL NACIONAL” PMESUT</a:t>
            </a:r>
          </a:p>
        </p:txBody>
      </p:sp>
      <p:sp>
        <p:nvSpPr>
          <p:cNvPr id="118" name="Google Shape;118;p32"/>
          <p:cNvSpPr txBox="1"/>
          <p:nvPr/>
        </p:nvSpPr>
        <p:spPr>
          <a:xfrm>
            <a:off x="468538" y="837400"/>
            <a:ext cx="5510822" cy="76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endParaRPr dirty="0"/>
          </a:p>
        </p:txBody>
      </p:sp>
      <p:grpSp>
        <p:nvGrpSpPr>
          <p:cNvPr id="120" name="Google Shape;120;p32"/>
          <p:cNvGrpSpPr/>
          <p:nvPr/>
        </p:nvGrpSpPr>
        <p:grpSpPr>
          <a:xfrm>
            <a:off x="915211" y="1363780"/>
            <a:ext cx="3366926" cy="4934478"/>
            <a:chOff x="2701589" y="875418"/>
            <a:chExt cx="3366926" cy="4934478"/>
          </a:xfrm>
        </p:grpSpPr>
        <p:sp>
          <p:nvSpPr>
            <p:cNvPr id="121" name="Google Shape;121;p32"/>
            <p:cNvSpPr/>
            <p:nvPr/>
          </p:nvSpPr>
          <p:spPr>
            <a:xfrm>
              <a:off x="5057440" y="1943936"/>
              <a:ext cx="105883" cy="1184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2"/>
            <p:cNvSpPr/>
            <p:nvPr/>
          </p:nvSpPr>
          <p:spPr>
            <a:xfrm>
              <a:off x="3461460" y="1651892"/>
              <a:ext cx="424944" cy="1085460"/>
            </a:xfrm>
            <a:custGeom>
              <a:avLst/>
              <a:gdLst/>
              <a:ahLst/>
              <a:cxnLst/>
              <a:rect l="l" t="t" r="r" b="b"/>
              <a:pathLst>
                <a:path w="366" h="746" extrusionOk="0">
                  <a:moveTo>
                    <a:pt x="39" y="575"/>
                  </a:moveTo>
                  <a:lnTo>
                    <a:pt x="25" y="575"/>
                  </a:lnTo>
                  <a:lnTo>
                    <a:pt x="25" y="565"/>
                  </a:lnTo>
                  <a:lnTo>
                    <a:pt x="13" y="565"/>
                  </a:lnTo>
                  <a:lnTo>
                    <a:pt x="13" y="554"/>
                  </a:lnTo>
                  <a:lnTo>
                    <a:pt x="13" y="544"/>
                  </a:lnTo>
                  <a:lnTo>
                    <a:pt x="0" y="544"/>
                  </a:lnTo>
                  <a:lnTo>
                    <a:pt x="0" y="535"/>
                  </a:lnTo>
                  <a:lnTo>
                    <a:pt x="0" y="523"/>
                  </a:lnTo>
                  <a:lnTo>
                    <a:pt x="0" y="514"/>
                  </a:lnTo>
                  <a:lnTo>
                    <a:pt x="13" y="514"/>
                  </a:lnTo>
                  <a:lnTo>
                    <a:pt x="13" y="504"/>
                  </a:lnTo>
                  <a:lnTo>
                    <a:pt x="0" y="504"/>
                  </a:lnTo>
                  <a:lnTo>
                    <a:pt x="13" y="504"/>
                  </a:lnTo>
                  <a:lnTo>
                    <a:pt x="13" y="494"/>
                  </a:lnTo>
                  <a:lnTo>
                    <a:pt x="13" y="483"/>
                  </a:lnTo>
                  <a:lnTo>
                    <a:pt x="25" y="483"/>
                  </a:lnTo>
                  <a:lnTo>
                    <a:pt x="25" y="474"/>
                  </a:lnTo>
                  <a:lnTo>
                    <a:pt x="39" y="474"/>
                  </a:lnTo>
                  <a:lnTo>
                    <a:pt x="39" y="464"/>
                  </a:lnTo>
                  <a:lnTo>
                    <a:pt x="25" y="464"/>
                  </a:lnTo>
                  <a:lnTo>
                    <a:pt x="39" y="464"/>
                  </a:lnTo>
                  <a:lnTo>
                    <a:pt x="39" y="454"/>
                  </a:lnTo>
                  <a:lnTo>
                    <a:pt x="52" y="454"/>
                  </a:lnTo>
                  <a:lnTo>
                    <a:pt x="39" y="443"/>
                  </a:lnTo>
                  <a:lnTo>
                    <a:pt x="39" y="434"/>
                  </a:lnTo>
                  <a:lnTo>
                    <a:pt x="25" y="434"/>
                  </a:lnTo>
                  <a:lnTo>
                    <a:pt x="25" y="423"/>
                  </a:lnTo>
                  <a:lnTo>
                    <a:pt x="13" y="423"/>
                  </a:lnTo>
                  <a:lnTo>
                    <a:pt x="13" y="434"/>
                  </a:lnTo>
                  <a:lnTo>
                    <a:pt x="13" y="423"/>
                  </a:lnTo>
                  <a:lnTo>
                    <a:pt x="0" y="423"/>
                  </a:lnTo>
                  <a:lnTo>
                    <a:pt x="0" y="414"/>
                  </a:lnTo>
                  <a:lnTo>
                    <a:pt x="0" y="403"/>
                  </a:lnTo>
                  <a:lnTo>
                    <a:pt x="0" y="394"/>
                  </a:lnTo>
                  <a:lnTo>
                    <a:pt x="0" y="383"/>
                  </a:lnTo>
                  <a:lnTo>
                    <a:pt x="13" y="383"/>
                  </a:lnTo>
                  <a:lnTo>
                    <a:pt x="13" y="374"/>
                  </a:lnTo>
                  <a:lnTo>
                    <a:pt x="13" y="363"/>
                  </a:lnTo>
                  <a:lnTo>
                    <a:pt x="13" y="353"/>
                  </a:lnTo>
                  <a:lnTo>
                    <a:pt x="13" y="343"/>
                  </a:lnTo>
                  <a:lnTo>
                    <a:pt x="13" y="332"/>
                  </a:lnTo>
                  <a:lnTo>
                    <a:pt x="13" y="323"/>
                  </a:lnTo>
                  <a:lnTo>
                    <a:pt x="13" y="312"/>
                  </a:lnTo>
                  <a:lnTo>
                    <a:pt x="0" y="312"/>
                  </a:lnTo>
                  <a:lnTo>
                    <a:pt x="0" y="303"/>
                  </a:lnTo>
                  <a:lnTo>
                    <a:pt x="0" y="292"/>
                  </a:lnTo>
                  <a:lnTo>
                    <a:pt x="13" y="292"/>
                  </a:lnTo>
                  <a:lnTo>
                    <a:pt x="0" y="292"/>
                  </a:lnTo>
                  <a:lnTo>
                    <a:pt x="13" y="292"/>
                  </a:lnTo>
                  <a:lnTo>
                    <a:pt x="13" y="282"/>
                  </a:lnTo>
                  <a:lnTo>
                    <a:pt x="13" y="272"/>
                  </a:lnTo>
                  <a:lnTo>
                    <a:pt x="25" y="272"/>
                  </a:lnTo>
                  <a:lnTo>
                    <a:pt x="25" y="263"/>
                  </a:lnTo>
                  <a:lnTo>
                    <a:pt x="13" y="263"/>
                  </a:lnTo>
                  <a:lnTo>
                    <a:pt x="13" y="252"/>
                  </a:lnTo>
                  <a:lnTo>
                    <a:pt x="13" y="242"/>
                  </a:lnTo>
                  <a:lnTo>
                    <a:pt x="13" y="232"/>
                  </a:lnTo>
                  <a:lnTo>
                    <a:pt x="25" y="232"/>
                  </a:lnTo>
                  <a:lnTo>
                    <a:pt x="25" y="223"/>
                  </a:lnTo>
                  <a:lnTo>
                    <a:pt x="25" y="211"/>
                  </a:lnTo>
                  <a:lnTo>
                    <a:pt x="25" y="202"/>
                  </a:lnTo>
                  <a:lnTo>
                    <a:pt x="39" y="202"/>
                  </a:lnTo>
                  <a:lnTo>
                    <a:pt x="25" y="202"/>
                  </a:lnTo>
                  <a:lnTo>
                    <a:pt x="25" y="192"/>
                  </a:lnTo>
                  <a:lnTo>
                    <a:pt x="25" y="182"/>
                  </a:lnTo>
                  <a:lnTo>
                    <a:pt x="39" y="182"/>
                  </a:lnTo>
                  <a:lnTo>
                    <a:pt x="39" y="171"/>
                  </a:lnTo>
                  <a:lnTo>
                    <a:pt x="52" y="171"/>
                  </a:lnTo>
                  <a:lnTo>
                    <a:pt x="52" y="162"/>
                  </a:lnTo>
                  <a:lnTo>
                    <a:pt x="52" y="152"/>
                  </a:lnTo>
                  <a:lnTo>
                    <a:pt x="63" y="152"/>
                  </a:lnTo>
                  <a:lnTo>
                    <a:pt x="63" y="142"/>
                  </a:lnTo>
                  <a:lnTo>
                    <a:pt x="63" y="131"/>
                  </a:lnTo>
                  <a:lnTo>
                    <a:pt x="63" y="121"/>
                  </a:lnTo>
                  <a:lnTo>
                    <a:pt x="63" y="111"/>
                  </a:lnTo>
                  <a:lnTo>
                    <a:pt x="63" y="100"/>
                  </a:lnTo>
                  <a:lnTo>
                    <a:pt x="76" y="100"/>
                  </a:lnTo>
                  <a:lnTo>
                    <a:pt x="76" y="91"/>
                  </a:lnTo>
                  <a:lnTo>
                    <a:pt x="76" y="81"/>
                  </a:lnTo>
                  <a:lnTo>
                    <a:pt x="76" y="71"/>
                  </a:lnTo>
                  <a:lnTo>
                    <a:pt x="88" y="71"/>
                  </a:lnTo>
                  <a:lnTo>
                    <a:pt x="88" y="81"/>
                  </a:lnTo>
                  <a:lnTo>
                    <a:pt x="101" y="81"/>
                  </a:lnTo>
                  <a:lnTo>
                    <a:pt x="101" y="91"/>
                  </a:lnTo>
                  <a:lnTo>
                    <a:pt x="101" y="100"/>
                  </a:lnTo>
                  <a:lnTo>
                    <a:pt x="115" y="100"/>
                  </a:lnTo>
                  <a:lnTo>
                    <a:pt x="115" y="91"/>
                  </a:lnTo>
                  <a:lnTo>
                    <a:pt x="126" y="91"/>
                  </a:lnTo>
                  <a:lnTo>
                    <a:pt x="126" y="81"/>
                  </a:lnTo>
                  <a:lnTo>
                    <a:pt x="115" y="81"/>
                  </a:lnTo>
                  <a:lnTo>
                    <a:pt x="115" y="71"/>
                  </a:lnTo>
                  <a:lnTo>
                    <a:pt x="126" y="71"/>
                  </a:lnTo>
                  <a:lnTo>
                    <a:pt x="126" y="60"/>
                  </a:lnTo>
                  <a:lnTo>
                    <a:pt x="140" y="60"/>
                  </a:lnTo>
                  <a:lnTo>
                    <a:pt x="140" y="51"/>
                  </a:lnTo>
                  <a:lnTo>
                    <a:pt x="140" y="41"/>
                  </a:lnTo>
                  <a:lnTo>
                    <a:pt x="153" y="41"/>
                  </a:lnTo>
                  <a:lnTo>
                    <a:pt x="153" y="31"/>
                  </a:lnTo>
                  <a:lnTo>
                    <a:pt x="164" y="31"/>
                  </a:lnTo>
                  <a:lnTo>
                    <a:pt x="164" y="20"/>
                  </a:lnTo>
                  <a:lnTo>
                    <a:pt x="164" y="11"/>
                  </a:lnTo>
                  <a:lnTo>
                    <a:pt x="177" y="11"/>
                  </a:lnTo>
                  <a:lnTo>
                    <a:pt x="189" y="11"/>
                  </a:lnTo>
                  <a:lnTo>
                    <a:pt x="189" y="0"/>
                  </a:lnTo>
                  <a:lnTo>
                    <a:pt x="202" y="0"/>
                  </a:lnTo>
                  <a:lnTo>
                    <a:pt x="202" y="11"/>
                  </a:lnTo>
                  <a:lnTo>
                    <a:pt x="202" y="20"/>
                  </a:lnTo>
                  <a:lnTo>
                    <a:pt x="216" y="20"/>
                  </a:lnTo>
                  <a:lnTo>
                    <a:pt x="202" y="20"/>
                  </a:lnTo>
                  <a:lnTo>
                    <a:pt x="216" y="20"/>
                  </a:lnTo>
                  <a:lnTo>
                    <a:pt x="216" y="31"/>
                  </a:lnTo>
                  <a:lnTo>
                    <a:pt x="216" y="41"/>
                  </a:lnTo>
                  <a:lnTo>
                    <a:pt x="216" y="51"/>
                  </a:lnTo>
                  <a:lnTo>
                    <a:pt x="216" y="60"/>
                  </a:lnTo>
                  <a:lnTo>
                    <a:pt x="216" y="71"/>
                  </a:lnTo>
                  <a:lnTo>
                    <a:pt x="216" y="81"/>
                  </a:lnTo>
                  <a:lnTo>
                    <a:pt x="216" y="91"/>
                  </a:lnTo>
                  <a:lnTo>
                    <a:pt x="227" y="91"/>
                  </a:lnTo>
                  <a:lnTo>
                    <a:pt x="227" y="100"/>
                  </a:lnTo>
                  <a:lnTo>
                    <a:pt x="241" y="100"/>
                  </a:lnTo>
                  <a:lnTo>
                    <a:pt x="241" y="111"/>
                  </a:lnTo>
                  <a:lnTo>
                    <a:pt x="241" y="121"/>
                  </a:lnTo>
                  <a:lnTo>
                    <a:pt x="252" y="121"/>
                  </a:lnTo>
                  <a:lnTo>
                    <a:pt x="252" y="131"/>
                  </a:lnTo>
                  <a:lnTo>
                    <a:pt x="252" y="142"/>
                  </a:lnTo>
                  <a:lnTo>
                    <a:pt x="241" y="142"/>
                  </a:lnTo>
                  <a:lnTo>
                    <a:pt x="241" y="152"/>
                  </a:lnTo>
                  <a:lnTo>
                    <a:pt x="252" y="152"/>
                  </a:lnTo>
                  <a:lnTo>
                    <a:pt x="252" y="162"/>
                  </a:lnTo>
                  <a:lnTo>
                    <a:pt x="265" y="162"/>
                  </a:lnTo>
                  <a:lnTo>
                    <a:pt x="265" y="171"/>
                  </a:lnTo>
                  <a:lnTo>
                    <a:pt x="265" y="182"/>
                  </a:lnTo>
                  <a:lnTo>
                    <a:pt x="265" y="192"/>
                  </a:lnTo>
                  <a:lnTo>
                    <a:pt x="265" y="202"/>
                  </a:lnTo>
                  <a:lnTo>
                    <a:pt x="265" y="211"/>
                  </a:lnTo>
                  <a:lnTo>
                    <a:pt x="265" y="223"/>
                  </a:lnTo>
                  <a:lnTo>
                    <a:pt x="252" y="223"/>
                  </a:lnTo>
                  <a:lnTo>
                    <a:pt x="252" y="232"/>
                  </a:lnTo>
                  <a:lnTo>
                    <a:pt x="252" y="242"/>
                  </a:lnTo>
                  <a:lnTo>
                    <a:pt x="265" y="242"/>
                  </a:lnTo>
                  <a:lnTo>
                    <a:pt x="265" y="252"/>
                  </a:lnTo>
                  <a:lnTo>
                    <a:pt x="265" y="263"/>
                  </a:lnTo>
                  <a:lnTo>
                    <a:pt x="265" y="272"/>
                  </a:lnTo>
                  <a:lnTo>
                    <a:pt x="252" y="272"/>
                  </a:lnTo>
                  <a:lnTo>
                    <a:pt x="252" y="282"/>
                  </a:lnTo>
                  <a:lnTo>
                    <a:pt x="241" y="282"/>
                  </a:lnTo>
                  <a:lnTo>
                    <a:pt x="241" y="292"/>
                  </a:lnTo>
                  <a:lnTo>
                    <a:pt x="241" y="303"/>
                  </a:lnTo>
                  <a:lnTo>
                    <a:pt x="241" y="312"/>
                  </a:lnTo>
                  <a:lnTo>
                    <a:pt x="227" y="312"/>
                  </a:lnTo>
                  <a:lnTo>
                    <a:pt x="216" y="312"/>
                  </a:lnTo>
                  <a:lnTo>
                    <a:pt x="216" y="323"/>
                  </a:lnTo>
                  <a:lnTo>
                    <a:pt x="216" y="332"/>
                  </a:lnTo>
                  <a:lnTo>
                    <a:pt x="202" y="332"/>
                  </a:lnTo>
                  <a:lnTo>
                    <a:pt x="202" y="343"/>
                  </a:lnTo>
                  <a:lnTo>
                    <a:pt x="202" y="353"/>
                  </a:lnTo>
                  <a:lnTo>
                    <a:pt x="216" y="353"/>
                  </a:lnTo>
                  <a:lnTo>
                    <a:pt x="216" y="363"/>
                  </a:lnTo>
                  <a:lnTo>
                    <a:pt x="227" y="363"/>
                  </a:lnTo>
                  <a:lnTo>
                    <a:pt x="227" y="374"/>
                  </a:lnTo>
                  <a:lnTo>
                    <a:pt x="227" y="383"/>
                  </a:lnTo>
                  <a:lnTo>
                    <a:pt x="227" y="394"/>
                  </a:lnTo>
                  <a:lnTo>
                    <a:pt x="227" y="403"/>
                  </a:lnTo>
                  <a:lnTo>
                    <a:pt x="227" y="414"/>
                  </a:lnTo>
                  <a:lnTo>
                    <a:pt x="241" y="423"/>
                  </a:lnTo>
                  <a:lnTo>
                    <a:pt x="241" y="434"/>
                  </a:lnTo>
                  <a:lnTo>
                    <a:pt x="227" y="443"/>
                  </a:lnTo>
                  <a:lnTo>
                    <a:pt x="227" y="454"/>
                  </a:lnTo>
                  <a:lnTo>
                    <a:pt x="227" y="443"/>
                  </a:lnTo>
                  <a:lnTo>
                    <a:pt x="216" y="443"/>
                  </a:lnTo>
                  <a:lnTo>
                    <a:pt x="216" y="454"/>
                  </a:lnTo>
                  <a:lnTo>
                    <a:pt x="227" y="454"/>
                  </a:lnTo>
                  <a:lnTo>
                    <a:pt x="216" y="454"/>
                  </a:lnTo>
                  <a:lnTo>
                    <a:pt x="216" y="464"/>
                  </a:lnTo>
                  <a:lnTo>
                    <a:pt x="216" y="474"/>
                  </a:lnTo>
                  <a:lnTo>
                    <a:pt x="227" y="474"/>
                  </a:lnTo>
                  <a:lnTo>
                    <a:pt x="227" y="483"/>
                  </a:lnTo>
                  <a:lnTo>
                    <a:pt x="216" y="494"/>
                  </a:lnTo>
                  <a:lnTo>
                    <a:pt x="216" y="504"/>
                  </a:lnTo>
                  <a:lnTo>
                    <a:pt x="216" y="514"/>
                  </a:lnTo>
                  <a:lnTo>
                    <a:pt x="216" y="523"/>
                  </a:lnTo>
                  <a:lnTo>
                    <a:pt x="227" y="523"/>
                  </a:lnTo>
                  <a:lnTo>
                    <a:pt x="241" y="523"/>
                  </a:lnTo>
                  <a:lnTo>
                    <a:pt x="241" y="535"/>
                  </a:lnTo>
                  <a:lnTo>
                    <a:pt x="241" y="544"/>
                  </a:lnTo>
                  <a:lnTo>
                    <a:pt x="241" y="554"/>
                  </a:lnTo>
                  <a:lnTo>
                    <a:pt x="252" y="554"/>
                  </a:lnTo>
                  <a:lnTo>
                    <a:pt x="252" y="565"/>
                  </a:lnTo>
                  <a:lnTo>
                    <a:pt x="252" y="554"/>
                  </a:lnTo>
                  <a:lnTo>
                    <a:pt x="265" y="554"/>
                  </a:lnTo>
                  <a:lnTo>
                    <a:pt x="265" y="565"/>
                  </a:lnTo>
                  <a:lnTo>
                    <a:pt x="278" y="565"/>
                  </a:lnTo>
                  <a:lnTo>
                    <a:pt x="265" y="565"/>
                  </a:lnTo>
                  <a:lnTo>
                    <a:pt x="265" y="575"/>
                  </a:lnTo>
                  <a:lnTo>
                    <a:pt x="278" y="575"/>
                  </a:lnTo>
                  <a:lnTo>
                    <a:pt x="278" y="565"/>
                  </a:lnTo>
                  <a:lnTo>
                    <a:pt x="278" y="554"/>
                  </a:lnTo>
                  <a:lnTo>
                    <a:pt x="290" y="554"/>
                  </a:lnTo>
                  <a:lnTo>
                    <a:pt x="290" y="565"/>
                  </a:lnTo>
                  <a:lnTo>
                    <a:pt x="290" y="575"/>
                  </a:lnTo>
                  <a:lnTo>
                    <a:pt x="290" y="565"/>
                  </a:lnTo>
                  <a:lnTo>
                    <a:pt x="303" y="565"/>
                  </a:lnTo>
                  <a:lnTo>
                    <a:pt x="303" y="575"/>
                  </a:lnTo>
                  <a:lnTo>
                    <a:pt x="315" y="575"/>
                  </a:lnTo>
                  <a:lnTo>
                    <a:pt x="315" y="585"/>
                  </a:lnTo>
                  <a:lnTo>
                    <a:pt x="328" y="585"/>
                  </a:lnTo>
                  <a:lnTo>
                    <a:pt x="342" y="585"/>
                  </a:lnTo>
                  <a:lnTo>
                    <a:pt x="342" y="594"/>
                  </a:lnTo>
                  <a:lnTo>
                    <a:pt x="354" y="594"/>
                  </a:lnTo>
                  <a:lnTo>
                    <a:pt x="342" y="594"/>
                  </a:lnTo>
                  <a:lnTo>
                    <a:pt x="354" y="594"/>
                  </a:lnTo>
                  <a:lnTo>
                    <a:pt x="354" y="606"/>
                  </a:lnTo>
                  <a:lnTo>
                    <a:pt x="354" y="615"/>
                  </a:lnTo>
                  <a:lnTo>
                    <a:pt x="366" y="615"/>
                  </a:lnTo>
                  <a:lnTo>
                    <a:pt x="366" y="625"/>
                  </a:lnTo>
                  <a:lnTo>
                    <a:pt x="354" y="625"/>
                  </a:lnTo>
                  <a:lnTo>
                    <a:pt x="354" y="635"/>
                  </a:lnTo>
                  <a:lnTo>
                    <a:pt x="342" y="635"/>
                  </a:lnTo>
                  <a:lnTo>
                    <a:pt x="342" y="625"/>
                  </a:lnTo>
                  <a:lnTo>
                    <a:pt x="328" y="625"/>
                  </a:lnTo>
                  <a:lnTo>
                    <a:pt x="328" y="635"/>
                  </a:lnTo>
                  <a:lnTo>
                    <a:pt x="328" y="646"/>
                  </a:lnTo>
                  <a:lnTo>
                    <a:pt x="315" y="646"/>
                  </a:lnTo>
                  <a:lnTo>
                    <a:pt x="315" y="655"/>
                  </a:lnTo>
                  <a:lnTo>
                    <a:pt x="315" y="665"/>
                  </a:lnTo>
                  <a:lnTo>
                    <a:pt x="303" y="665"/>
                  </a:lnTo>
                  <a:lnTo>
                    <a:pt x="290" y="665"/>
                  </a:lnTo>
                  <a:lnTo>
                    <a:pt x="290" y="675"/>
                  </a:lnTo>
                  <a:lnTo>
                    <a:pt x="303" y="675"/>
                  </a:lnTo>
                  <a:lnTo>
                    <a:pt x="290" y="675"/>
                  </a:lnTo>
                  <a:lnTo>
                    <a:pt x="303" y="675"/>
                  </a:lnTo>
                  <a:lnTo>
                    <a:pt x="303" y="686"/>
                  </a:lnTo>
                  <a:lnTo>
                    <a:pt x="303" y="695"/>
                  </a:lnTo>
                  <a:lnTo>
                    <a:pt x="303" y="686"/>
                  </a:lnTo>
                  <a:lnTo>
                    <a:pt x="290" y="695"/>
                  </a:lnTo>
                  <a:lnTo>
                    <a:pt x="290" y="686"/>
                  </a:lnTo>
                  <a:lnTo>
                    <a:pt x="278" y="686"/>
                  </a:lnTo>
                  <a:lnTo>
                    <a:pt x="278" y="695"/>
                  </a:lnTo>
                  <a:lnTo>
                    <a:pt x="278" y="686"/>
                  </a:lnTo>
                  <a:lnTo>
                    <a:pt x="265" y="686"/>
                  </a:lnTo>
                  <a:lnTo>
                    <a:pt x="265" y="675"/>
                  </a:lnTo>
                  <a:lnTo>
                    <a:pt x="252" y="675"/>
                  </a:lnTo>
                  <a:lnTo>
                    <a:pt x="241" y="675"/>
                  </a:lnTo>
                  <a:lnTo>
                    <a:pt x="227" y="675"/>
                  </a:lnTo>
                  <a:lnTo>
                    <a:pt x="227" y="686"/>
                  </a:lnTo>
                  <a:lnTo>
                    <a:pt x="227" y="695"/>
                  </a:lnTo>
                  <a:lnTo>
                    <a:pt x="227" y="706"/>
                  </a:lnTo>
                  <a:lnTo>
                    <a:pt x="216" y="706"/>
                  </a:lnTo>
                  <a:lnTo>
                    <a:pt x="227" y="706"/>
                  </a:lnTo>
                  <a:lnTo>
                    <a:pt x="227" y="715"/>
                  </a:lnTo>
                  <a:lnTo>
                    <a:pt x="227" y="726"/>
                  </a:lnTo>
                  <a:lnTo>
                    <a:pt x="227" y="735"/>
                  </a:lnTo>
                  <a:lnTo>
                    <a:pt x="216" y="735"/>
                  </a:lnTo>
                  <a:lnTo>
                    <a:pt x="216" y="726"/>
                  </a:lnTo>
                  <a:lnTo>
                    <a:pt x="216" y="735"/>
                  </a:lnTo>
                  <a:lnTo>
                    <a:pt x="202" y="735"/>
                  </a:lnTo>
                  <a:lnTo>
                    <a:pt x="189" y="735"/>
                  </a:lnTo>
                  <a:lnTo>
                    <a:pt x="177" y="746"/>
                  </a:lnTo>
                  <a:lnTo>
                    <a:pt x="177" y="735"/>
                  </a:lnTo>
                  <a:lnTo>
                    <a:pt x="164" y="735"/>
                  </a:lnTo>
                  <a:lnTo>
                    <a:pt x="164" y="726"/>
                  </a:lnTo>
                  <a:lnTo>
                    <a:pt x="164" y="715"/>
                  </a:lnTo>
                  <a:lnTo>
                    <a:pt x="153" y="715"/>
                  </a:lnTo>
                  <a:lnTo>
                    <a:pt x="164" y="715"/>
                  </a:lnTo>
                  <a:lnTo>
                    <a:pt x="164" y="706"/>
                  </a:lnTo>
                  <a:lnTo>
                    <a:pt x="153" y="706"/>
                  </a:lnTo>
                  <a:lnTo>
                    <a:pt x="164" y="706"/>
                  </a:lnTo>
                  <a:lnTo>
                    <a:pt x="153" y="706"/>
                  </a:lnTo>
                  <a:lnTo>
                    <a:pt x="164" y="706"/>
                  </a:lnTo>
                  <a:lnTo>
                    <a:pt x="153" y="706"/>
                  </a:lnTo>
                  <a:lnTo>
                    <a:pt x="153" y="695"/>
                  </a:lnTo>
                  <a:lnTo>
                    <a:pt x="153" y="686"/>
                  </a:lnTo>
                  <a:lnTo>
                    <a:pt x="140" y="686"/>
                  </a:lnTo>
                  <a:lnTo>
                    <a:pt x="153" y="686"/>
                  </a:lnTo>
                  <a:lnTo>
                    <a:pt x="140" y="686"/>
                  </a:lnTo>
                  <a:lnTo>
                    <a:pt x="140" y="675"/>
                  </a:lnTo>
                  <a:lnTo>
                    <a:pt x="140" y="665"/>
                  </a:lnTo>
                  <a:lnTo>
                    <a:pt x="126" y="665"/>
                  </a:lnTo>
                  <a:lnTo>
                    <a:pt x="126" y="655"/>
                  </a:lnTo>
                  <a:lnTo>
                    <a:pt x="126" y="646"/>
                  </a:lnTo>
                  <a:lnTo>
                    <a:pt x="115" y="646"/>
                  </a:lnTo>
                  <a:lnTo>
                    <a:pt x="115" y="635"/>
                  </a:lnTo>
                  <a:lnTo>
                    <a:pt x="101" y="635"/>
                  </a:lnTo>
                  <a:lnTo>
                    <a:pt x="101" y="625"/>
                  </a:lnTo>
                  <a:lnTo>
                    <a:pt x="88" y="625"/>
                  </a:lnTo>
                  <a:lnTo>
                    <a:pt x="88" y="615"/>
                  </a:lnTo>
                  <a:lnTo>
                    <a:pt x="76" y="615"/>
                  </a:lnTo>
                  <a:lnTo>
                    <a:pt x="76" y="606"/>
                  </a:lnTo>
                  <a:lnTo>
                    <a:pt x="63" y="606"/>
                  </a:lnTo>
                  <a:lnTo>
                    <a:pt x="63" y="594"/>
                  </a:lnTo>
                  <a:lnTo>
                    <a:pt x="63" y="585"/>
                  </a:lnTo>
                  <a:lnTo>
                    <a:pt x="52" y="585"/>
                  </a:lnTo>
                  <a:lnTo>
                    <a:pt x="52" y="575"/>
                  </a:lnTo>
                  <a:lnTo>
                    <a:pt x="39" y="57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2"/>
            <p:cNvSpPr/>
            <p:nvPr/>
          </p:nvSpPr>
          <p:spPr>
            <a:xfrm>
              <a:off x="3480560" y="3023372"/>
              <a:ext cx="523621" cy="726601"/>
            </a:xfrm>
            <a:custGeom>
              <a:avLst/>
              <a:gdLst/>
              <a:ahLst/>
              <a:cxnLst/>
              <a:rect l="l" t="t" r="r" b="b"/>
              <a:pathLst>
                <a:path w="450" h="500" extrusionOk="0">
                  <a:moveTo>
                    <a:pt x="236" y="0"/>
                  </a:moveTo>
                  <a:lnTo>
                    <a:pt x="236" y="9"/>
                  </a:lnTo>
                  <a:lnTo>
                    <a:pt x="236" y="19"/>
                  </a:lnTo>
                  <a:lnTo>
                    <a:pt x="250" y="19"/>
                  </a:lnTo>
                  <a:lnTo>
                    <a:pt x="250" y="29"/>
                  </a:lnTo>
                  <a:lnTo>
                    <a:pt x="250" y="40"/>
                  </a:lnTo>
                  <a:lnTo>
                    <a:pt x="250" y="29"/>
                  </a:lnTo>
                  <a:lnTo>
                    <a:pt x="250" y="40"/>
                  </a:lnTo>
                  <a:lnTo>
                    <a:pt x="263" y="40"/>
                  </a:lnTo>
                  <a:lnTo>
                    <a:pt x="275" y="49"/>
                  </a:lnTo>
                  <a:lnTo>
                    <a:pt x="263" y="49"/>
                  </a:lnTo>
                  <a:lnTo>
                    <a:pt x="275" y="49"/>
                  </a:lnTo>
                  <a:lnTo>
                    <a:pt x="275" y="59"/>
                  </a:lnTo>
                  <a:lnTo>
                    <a:pt x="275" y="70"/>
                  </a:lnTo>
                  <a:lnTo>
                    <a:pt x="288" y="70"/>
                  </a:lnTo>
                  <a:lnTo>
                    <a:pt x="288" y="79"/>
                  </a:lnTo>
                  <a:lnTo>
                    <a:pt x="299" y="79"/>
                  </a:lnTo>
                  <a:lnTo>
                    <a:pt x="299" y="90"/>
                  </a:lnTo>
                  <a:lnTo>
                    <a:pt x="313" y="90"/>
                  </a:lnTo>
                  <a:lnTo>
                    <a:pt x="313" y="100"/>
                  </a:lnTo>
                  <a:lnTo>
                    <a:pt x="313" y="110"/>
                  </a:lnTo>
                  <a:lnTo>
                    <a:pt x="326" y="110"/>
                  </a:lnTo>
                  <a:lnTo>
                    <a:pt x="326" y="119"/>
                  </a:lnTo>
                  <a:lnTo>
                    <a:pt x="326" y="129"/>
                  </a:lnTo>
                  <a:lnTo>
                    <a:pt x="337" y="129"/>
                  </a:lnTo>
                  <a:lnTo>
                    <a:pt x="337" y="139"/>
                  </a:lnTo>
                  <a:lnTo>
                    <a:pt x="337" y="150"/>
                  </a:lnTo>
                  <a:lnTo>
                    <a:pt x="337" y="159"/>
                  </a:lnTo>
                  <a:lnTo>
                    <a:pt x="350" y="159"/>
                  </a:lnTo>
                  <a:lnTo>
                    <a:pt x="350" y="170"/>
                  </a:lnTo>
                  <a:lnTo>
                    <a:pt x="350" y="159"/>
                  </a:lnTo>
                  <a:lnTo>
                    <a:pt x="350" y="170"/>
                  </a:lnTo>
                  <a:lnTo>
                    <a:pt x="361" y="170"/>
                  </a:lnTo>
                  <a:lnTo>
                    <a:pt x="350" y="170"/>
                  </a:lnTo>
                  <a:lnTo>
                    <a:pt x="361" y="170"/>
                  </a:lnTo>
                  <a:lnTo>
                    <a:pt x="375" y="170"/>
                  </a:lnTo>
                  <a:lnTo>
                    <a:pt x="375" y="179"/>
                  </a:lnTo>
                  <a:lnTo>
                    <a:pt x="388" y="179"/>
                  </a:lnTo>
                  <a:lnTo>
                    <a:pt x="388" y="189"/>
                  </a:lnTo>
                  <a:lnTo>
                    <a:pt x="399" y="189"/>
                  </a:lnTo>
                  <a:lnTo>
                    <a:pt x="413" y="189"/>
                  </a:lnTo>
                  <a:lnTo>
                    <a:pt x="413" y="199"/>
                  </a:lnTo>
                  <a:lnTo>
                    <a:pt x="426" y="199"/>
                  </a:lnTo>
                  <a:lnTo>
                    <a:pt x="438" y="199"/>
                  </a:lnTo>
                  <a:lnTo>
                    <a:pt x="438" y="210"/>
                  </a:lnTo>
                  <a:lnTo>
                    <a:pt x="438" y="219"/>
                  </a:lnTo>
                  <a:lnTo>
                    <a:pt x="450" y="219"/>
                  </a:lnTo>
                  <a:lnTo>
                    <a:pt x="438" y="219"/>
                  </a:lnTo>
                  <a:lnTo>
                    <a:pt x="438" y="229"/>
                  </a:lnTo>
                  <a:lnTo>
                    <a:pt x="438" y="239"/>
                  </a:lnTo>
                  <a:lnTo>
                    <a:pt x="426" y="239"/>
                  </a:lnTo>
                  <a:lnTo>
                    <a:pt x="426" y="229"/>
                  </a:lnTo>
                  <a:lnTo>
                    <a:pt x="426" y="219"/>
                  </a:lnTo>
                  <a:lnTo>
                    <a:pt x="413" y="219"/>
                  </a:lnTo>
                  <a:lnTo>
                    <a:pt x="413" y="229"/>
                  </a:lnTo>
                  <a:lnTo>
                    <a:pt x="413" y="239"/>
                  </a:lnTo>
                  <a:lnTo>
                    <a:pt x="399" y="239"/>
                  </a:lnTo>
                  <a:lnTo>
                    <a:pt x="399" y="249"/>
                  </a:lnTo>
                  <a:lnTo>
                    <a:pt x="399" y="259"/>
                  </a:lnTo>
                  <a:lnTo>
                    <a:pt x="388" y="259"/>
                  </a:lnTo>
                  <a:lnTo>
                    <a:pt x="399" y="259"/>
                  </a:lnTo>
                  <a:lnTo>
                    <a:pt x="399" y="270"/>
                  </a:lnTo>
                  <a:lnTo>
                    <a:pt x="388" y="270"/>
                  </a:lnTo>
                  <a:lnTo>
                    <a:pt x="388" y="280"/>
                  </a:lnTo>
                  <a:lnTo>
                    <a:pt x="388" y="289"/>
                  </a:lnTo>
                  <a:lnTo>
                    <a:pt x="375" y="289"/>
                  </a:lnTo>
                  <a:lnTo>
                    <a:pt x="375" y="300"/>
                  </a:lnTo>
                  <a:lnTo>
                    <a:pt x="375" y="310"/>
                  </a:lnTo>
                  <a:lnTo>
                    <a:pt x="388" y="310"/>
                  </a:lnTo>
                  <a:lnTo>
                    <a:pt x="388" y="300"/>
                  </a:lnTo>
                  <a:lnTo>
                    <a:pt x="399" y="300"/>
                  </a:lnTo>
                  <a:lnTo>
                    <a:pt x="399" y="310"/>
                  </a:lnTo>
                  <a:lnTo>
                    <a:pt x="399" y="320"/>
                  </a:lnTo>
                  <a:lnTo>
                    <a:pt x="399" y="310"/>
                  </a:lnTo>
                  <a:lnTo>
                    <a:pt x="399" y="320"/>
                  </a:lnTo>
                  <a:lnTo>
                    <a:pt x="413" y="330"/>
                  </a:lnTo>
                  <a:lnTo>
                    <a:pt x="413" y="340"/>
                  </a:lnTo>
                  <a:lnTo>
                    <a:pt x="413" y="349"/>
                  </a:lnTo>
                  <a:lnTo>
                    <a:pt x="426" y="349"/>
                  </a:lnTo>
                  <a:lnTo>
                    <a:pt x="426" y="360"/>
                  </a:lnTo>
                  <a:lnTo>
                    <a:pt x="413" y="360"/>
                  </a:lnTo>
                  <a:lnTo>
                    <a:pt x="413" y="370"/>
                  </a:lnTo>
                  <a:lnTo>
                    <a:pt x="413" y="380"/>
                  </a:lnTo>
                  <a:lnTo>
                    <a:pt x="399" y="380"/>
                  </a:lnTo>
                  <a:lnTo>
                    <a:pt x="399" y="389"/>
                  </a:lnTo>
                  <a:lnTo>
                    <a:pt x="399" y="400"/>
                  </a:lnTo>
                  <a:lnTo>
                    <a:pt x="399" y="409"/>
                  </a:lnTo>
                  <a:lnTo>
                    <a:pt x="388" y="409"/>
                  </a:lnTo>
                  <a:lnTo>
                    <a:pt x="375" y="409"/>
                  </a:lnTo>
                  <a:lnTo>
                    <a:pt x="375" y="420"/>
                  </a:lnTo>
                  <a:lnTo>
                    <a:pt x="361" y="420"/>
                  </a:lnTo>
                  <a:lnTo>
                    <a:pt x="361" y="430"/>
                  </a:lnTo>
                  <a:lnTo>
                    <a:pt x="361" y="420"/>
                  </a:lnTo>
                  <a:lnTo>
                    <a:pt x="361" y="430"/>
                  </a:lnTo>
                  <a:lnTo>
                    <a:pt x="350" y="430"/>
                  </a:lnTo>
                  <a:lnTo>
                    <a:pt x="350" y="440"/>
                  </a:lnTo>
                  <a:lnTo>
                    <a:pt x="337" y="440"/>
                  </a:lnTo>
                  <a:lnTo>
                    <a:pt x="337" y="449"/>
                  </a:lnTo>
                  <a:lnTo>
                    <a:pt x="350" y="449"/>
                  </a:lnTo>
                  <a:lnTo>
                    <a:pt x="337" y="449"/>
                  </a:lnTo>
                  <a:lnTo>
                    <a:pt x="337" y="459"/>
                  </a:lnTo>
                  <a:lnTo>
                    <a:pt x="326" y="459"/>
                  </a:lnTo>
                  <a:lnTo>
                    <a:pt x="313" y="459"/>
                  </a:lnTo>
                  <a:lnTo>
                    <a:pt x="313" y="469"/>
                  </a:lnTo>
                  <a:lnTo>
                    <a:pt x="299" y="469"/>
                  </a:lnTo>
                  <a:lnTo>
                    <a:pt x="299" y="480"/>
                  </a:lnTo>
                  <a:lnTo>
                    <a:pt x="288" y="480"/>
                  </a:lnTo>
                  <a:lnTo>
                    <a:pt x="288" y="490"/>
                  </a:lnTo>
                  <a:lnTo>
                    <a:pt x="299" y="490"/>
                  </a:lnTo>
                  <a:lnTo>
                    <a:pt x="288" y="490"/>
                  </a:lnTo>
                  <a:lnTo>
                    <a:pt x="275" y="490"/>
                  </a:lnTo>
                  <a:lnTo>
                    <a:pt x="275" y="500"/>
                  </a:lnTo>
                  <a:lnTo>
                    <a:pt x="275" y="490"/>
                  </a:lnTo>
                  <a:lnTo>
                    <a:pt x="263" y="490"/>
                  </a:lnTo>
                  <a:lnTo>
                    <a:pt x="263" y="500"/>
                  </a:lnTo>
                  <a:lnTo>
                    <a:pt x="250" y="500"/>
                  </a:lnTo>
                  <a:lnTo>
                    <a:pt x="250" y="490"/>
                  </a:lnTo>
                  <a:lnTo>
                    <a:pt x="250" y="480"/>
                  </a:lnTo>
                  <a:lnTo>
                    <a:pt x="250" y="469"/>
                  </a:lnTo>
                  <a:lnTo>
                    <a:pt x="236" y="469"/>
                  </a:lnTo>
                  <a:lnTo>
                    <a:pt x="236" y="459"/>
                  </a:lnTo>
                  <a:lnTo>
                    <a:pt x="225" y="459"/>
                  </a:lnTo>
                  <a:lnTo>
                    <a:pt x="213" y="459"/>
                  </a:lnTo>
                  <a:lnTo>
                    <a:pt x="213" y="449"/>
                  </a:lnTo>
                  <a:lnTo>
                    <a:pt x="225" y="449"/>
                  </a:lnTo>
                  <a:lnTo>
                    <a:pt x="225" y="440"/>
                  </a:lnTo>
                  <a:lnTo>
                    <a:pt x="236" y="440"/>
                  </a:lnTo>
                  <a:lnTo>
                    <a:pt x="236" y="430"/>
                  </a:lnTo>
                  <a:lnTo>
                    <a:pt x="236" y="440"/>
                  </a:lnTo>
                  <a:lnTo>
                    <a:pt x="236" y="430"/>
                  </a:lnTo>
                  <a:lnTo>
                    <a:pt x="250" y="430"/>
                  </a:lnTo>
                  <a:lnTo>
                    <a:pt x="250" y="420"/>
                  </a:lnTo>
                  <a:lnTo>
                    <a:pt x="236" y="420"/>
                  </a:lnTo>
                  <a:lnTo>
                    <a:pt x="225" y="420"/>
                  </a:lnTo>
                  <a:lnTo>
                    <a:pt x="213" y="420"/>
                  </a:lnTo>
                  <a:lnTo>
                    <a:pt x="213" y="430"/>
                  </a:lnTo>
                  <a:lnTo>
                    <a:pt x="213" y="440"/>
                  </a:lnTo>
                  <a:lnTo>
                    <a:pt x="201" y="440"/>
                  </a:lnTo>
                  <a:lnTo>
                    <a:pt x="201" y="449"/>
                  </a:lnTo>
                  <a:lnTo>
                    <a:pt x="213" y="449"/>
                  </a:lnTo>
                  <a:lnTo>
                    <a:pt x="213" y="459"/>
                  </a:lnTo>
                  <a:lnTo>
                    <a:pt x="213" y="469"/>
                  </a:lnTo>
                  <a:lnTo>
                    <a:pt x="201" y="469"/>
                  </a:lnTo>
                  <a:lnTo>
                    <a:pt x="201" y="459"/>
                  </a:lnTo>
                  <a:lnTo>
                    <a:pt x="201" y="469"/>
                  </a:lnTo>
                  <a:lnTo>
                    <a:pt x="201" y="459"/>
                  </a:lnTo>
                  <a:lnTo>
                    <a:pt x="188" y="459"/>
                  </a:lnTo>
                  <a:lnTo>
                    <a:pt x="188" y="469"/>
                  </a:lnTo>
                  <a:lnTo>
                    <a:pt x="174" y="469"/>
                  </a:lnTo>
                  <a:lnTo>
                    <a:pt x="174" y="459"/>
                  </a:lnTo>
                  <a:lnTo>
                    <a:pt x="174" y="449"/>
                  </a:lnTo>
                  <a:lnTo>
                    <a:pt x="163" y="449"/>
                  </a:lnTo>
                  <a:lnTo>
                    <a:pt x="163" y="440"/>
                  </a:lnTo>
                  <a:lnTo>
                    <a:pt x="150" y="440"/>
                  </a:lnTo>
                  <a:lnTo>
                    <a:pt x="150" y="430"/>
                  </a:lnTo>
                  <a:lnTo>
                    <a:pt x="150" y="420"/>
                  </a:lnTo>
                  <a:lnTo>
                    <a:pt x="138" y="420"/>
                  </a:lnTo>
                  <a:lnTo>
                    <a:pt x="138" y="409"/>
                  </a:lnTo>
                  <a:lnTo>
                    <a:pt x="138" y="400"/>
                  </a:lnTo>
                  <a:lnTo>
                    <a:pt x="125" y="400"/>
                  </a:lnTo>
                  <a:lnTo>
                    <a:pt x="125" y="389"/>
                  </a:lnTo>
                  <a:lnTo>
                    <a:pt x="112" y="389"/>
                  </a:lnTo>
                  <a:lnTo>
                    <a:pt x="112" y="380"/>
                  </a:lnTo>
                  <a:lnTo>
                    <a:pt x="112" y="370"/>
                  </a:lnTo>
                  <a:lnTo>
                    <a:pt x="112" y="360"/>
                  </a:lnTo>
                  <a:lnTo>
                    <a:pt x="112" y="349"/>
                  </a:lnTo>
                  <a:lnTo>
                    <a:pt x="100" y="349"/>
                  </a:lnTo>
                  <a:lnTo>
                    <a:pt x="100" y="340"/>
                  </a:lnTo>
                  <a:lnTo>
                    <a:pt x="100" y="330"/>
                  </a:lnTo>
                  <a:lnTo>
                    <a:pt x="100" y="320"/>
                  </a:lnTo>
                  <a:lnTo>
                    <a:pt x="88" y="320"/>
                  </a:lnTo>
                  <a:lnTo>
                    <a:pt x="88" y="310"/>
                  </a:lnTo>
                  <a:lnTo>
                    <a:pt x="88" y="300"/>
                  </a:lnTo>
                  <a:lnTo>
                    <a:pt x="74" y="300"/>
                  </a:lnTo>
                  <a:lnTo>
                    <a:pt x="88" y="300"/>
                  </a:lnTo>
                  <a:lnTo>
                    <a:pt x="74" y="300"/>
                  </a:lnTo>
                  <a:lnTo>
                    <a:pt x="74" y="289"/>
                  </a:lnTo>
                  <a:lnTo>
                    <a:pt x="74" y="280"/>
                  </a:lnTo>
                  <a:lnTo>
                    <a:pt x="63" y="280"/>
                  </a:lnTo>
                  <a:lnTo>
                    <a:pt x="74" y="280"/>
                  </a:lnTo>
                  <a:lnTo>
                    <a:pt x="63" y="280"/>
                  </a:lnTo>
                  <a:lnTo>
                    <a:pt x="63" y="270"/>
                  </a:lnTo>
                  <a:lnTo>
                    <a:pt x="63" y="259"/>
                  </a:lnTo>
                  <a:lnTo>
                    <a:pt x="63" y="249"/>
                  </a:lnTo>
                  <a:lnTo>
                    <a:pt x="63" y="259"/>
                  </a:lnTo>
                  <a:lnTo>
                    <a:pt x="63" y="249"/>
                  </a:lnTo>
                  <a:lnTo>
                    <a:pt x="63" y="259"/>
                  </a:lnTo>
                  <a:lnTo>
                    <a:pt x="63" y="249"/>
                  </a:lnTo>
                  <a:lnTo>
                    <a:pt x="50" y="249"/>
                  </a:lnTo>
                  <a:lnTo>
                    <a:pt x="63" y="249"/>
                  </a:lnTo>
                  <a:lnTo>
                    <a:pt x="50" y="249"/>
                  </a:lnTo>
                  <a:lnTo>
                    <a:pt x="63" y="249"/>
                  </a:lnTo>
                  <a:lnTo>
                    <a:pt x="50" y="249"/>
                  </a:lnTo>
                  <a:lnTo>
                    <a:pt x="63" y="239"/>
                  </a:lnTo>
                  <a:lnTo>
                    <a:pt x="50" y="239"/>
                  </a:lnTo>
                  <a:lnTo>
                    <a:pt x="63" y="239"/>
                  </a:lnTo>
                  <a:lnTo>
                    <a:pt x="50" y="239"/>
                  </a:lnTo>
                  <a:lnTo>
                    <a:pt x="50" y="229"/>
                  </a:lnTo>
                  <a:lnTo>
                    <a:pt x="50" y="239"/>
                  </a:lnTo>
                  <a:lnTo>
                    <a:pt x="38" y="239"/>
                  </a:lnTo>
                  <a:lnTo>
                    <a:pt x="50" y="239"/>
                  </a:lnTo>
                  <a:lnTo>
                    <a:pt x="38" y="239"/>
                  </a:lnTo>
                  <a:lnTo>
                    <a:pt x="50" y="239"/>
                  </a:lnTo>
                  <a:lnTo>
                    <a:pt x="38" y="239"/>
                  </a:lnTo>
                  <a:lnTo>
                    <a:pt x="50" y="239"/>
                  </a:lnTo>
                  <a:lnTo>
                    <a:pt x="38" y="239"/>
                  </a:lnTo>
                  <a:lnTo>
                    <a:pt x="38" y="229"/>
                  </a:lnTo>
                  <a:lnTo>
                    <a:pt x="38" y="219"/>
                  </a:lnTo>
                  <a:lnTo>
                    <a:pt x="38" y="210"/>
                  </a:lnTo>
                  <a:lnTo>
                    <a:pt x="25" y="210"/>
                  </a:lnTo>
                  <a:lnTo>
                    <a:pt x="25" y="219"/>
                  </a:lnTo>
                  <a:lnTo>
                    <a:pt x="25" y="210"/>
                  </a:lnTo>
                  <a:lnTo>
                    <a:pt x="25" y="219"/>
                  </a:lnTo>
                  <a:lnTo>
                    <a:pt x="25" y="210"/>
                  </a:lnTo>
                  <a:lnTo>
                    <a:pt x="11" y="210"/>
                  </a:lnTo>
                  <a:lnTo>
                    <a:pt x="25" y="210"/>
                  </a:lnTo>
                  <a:lnTo>
                    <a:pt x="25" y="199"/>
                  </a:lnTo>
                  <a:lnTo>
                    <a:pt x="25" y="189"/>
                  </a:lnTo>
                  <a:lnTo>
                    <a:pt x="11" y="189"/>
                  </a:lnTo>
                  <a:lnTo>
                    <a:pt x="11" y="179"/>
                  </a:lnTo>
                  <a:lnTo>
                    <a:pt x="0" y="179"/>
                  </a:lnTo>
                  <a:lnTo>
                    <a:pt x="0" y="170"/>
                  </a:lnTo>
                  <a:lnTo>
                    <a:pt x="0" y="179"/>
                  </a:lnTo>
                  <a:lnTo>
                    <a:pt x="0" y="170"/>
                  </a:lnTo>
                  <a:lnTo>
                    <a:pt x="11" y="170"/>
                  </a:lnTo>
                  <a:lnTo>
                    <a:pt x="11" y="159"/>
                  </a:lnTo>
                  <a:lnTo>
                    <a:pt x="25" y="159"/>
                  </a:lnTo>
                  <a:lnTo>
                    <a:pt x="25" y="150"/>
                  </a:lnTo>
                  <a:lnTo>
                    <a:pt x="11" y="150"/>
                  </a:lnTo>
                  <a:lnTo>
                    <a:pt x="25" y="150"/>
                  </a:lnTo>
                  <a:lnTo>
                    <a:pt x="25" y="139"/>
                  </a:lnTo>
                  <a:lnTo>
                    <a:pt x="25" y="129"/>
                  </a:lnTo>
                  <a:lnTo>
                    <a:pt x="38" y="129"/>
                  </a:lnTo>
                  <a:lnTo>
                    <a:pt x="50" y="129"/>
                  </a:lnTo>
                  <a:lnTo>
                    <a:pt x="50" y="119"/>
                  </a:lnTo>
                  <a:lnTo>
                    <a:pt x="63" y="119"/>
                  </a:lnTo>
                  <a:lnTo>
                    <a:pt x="74" y="119"/>
                  </a:lnTo>
                  <a:lnTo>
                    <a:pt x="74" y="110"/>
                  </a:lnTo>
                  <a:lnTo>
                    <a:pt x="74" y="119"/>
                  </a:lnTo>
                  <a:lnTo>
                    <a:pt x="74" y="110"/>
                  </a:lnTo>
                  <a:lnTo>
                    <a:pt x="74" y="119"/>
                  </a:lnTo>
                  <a:lnTo>
                    <a:pt x="88" y="119"/>
                  </a:lnTo>
                  <a:lnTo>
                    <a:pt x="88" y="110"/>
                  </a:lnTo>
                  <a:lnTo>
                    <a:pt x="100" y="110"/>
                  </a:lnTo>
                  <a:lnTo>
                    <a:pt x="112" y="100"/>
                  </a:lnTo>
                  <a:lnTo>
                    <a:pt x="100" y="100"/>
                  </a:lnTo>
                  <a:lnTo>
                    <a:pt x="100" y="90"/>
                  </a:lnTo>
                  <a:lnTo>
                    <a:pt x="112" y="90"/>
                  </a:lnTo>
                  <a:lnTo>
                    <a:pt x="112" y="79"/>
                  </a:lnTo>
                  <a:lnTo>
                    <a:pt x="112" y="70"/>
                  </a:lnTo>
                  <a:lnTo>
                    <a:pt x="125" y="70"/>
                  </a:lnTo>
                  <a:lnTo>
                    <a:pt x="125" y="59"/>
                  </a:lnTo>
                  <a:lnTo>
                    <a:pt x="125" y="49"/>
                  </a:lnTo>
                  <a:lnTo>
                    <a:pt x="138" y="40"/>
                  </a:lnTo>
                  <a:lnTo>
                    <a:pt x="150" y="40"/>
                  </a:lnTo>
                  <a:lnTo>
                    <a:pt x="150" y="29"/>
                  </a:lnTo>
                  <a:lnTo>
                    <a:pt x="163" y="29"/>
                  </a:lnTo>
                  <a:lnTo>
                    <a:pt x="163" y="19"/>
                  </a:lnTo>
                  <a:lnTo>
                    <a:pt x="174" y="19"/>
                  </a:lnTo>
                  <a:lnTo>
                    <a:pt x="174" y="9"/>
                  </a:lnTo>
                  <a:lnTo>
                    <a:pt x="174" y="0"/>
                  </a:lnTo>
                  <a:lnTo>
                    <a:pt x="188" y="0"/>
                  </a:lnTo>
                  <a:lnTo>
                    <a:pt x="188" y="9"/>
                  </a:lnTo>
                  <a:lnTo>
                    <a:pt x="188" y="0"/>
                  </a:lnTo>
                  <a:lnTo>
                    <a:pt x="201" y="0"/>
                  </a:lnTo>
                  <a:lnTo>
                    <a:pt x="201" y="9"/>
                  </a:lnTo>
                  <a:lnTo>
                    <a:pt x="213" y="9"/>
                  </a:lnTo>
                  <a:lnTo>
                    <a:pt x="213" y="0"/>
                  </a:lnTo>
                  <a:lnTo>
                    <a:pt x="213" y="9"/>
                  </a:lnTo>
                  <a:lnTo>
                    <a:pt x="213" y="0"/>
                  </a:lnTo>
                  <a:lnTo>
                    <a:pt x="213" y="9"/>
                  </a:lnTo>
                  <a:lnTo>
                    <a:pt x="213" y="0"/>
                  </a:lnTo>
                  <a:lnTo>
                    <a:pt x="225" y="0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2"/>
            <p:cNvSpPr/>
            <p:nvPr/>
          </p:nvSpPr>
          <p:spPr>
            <a:xfrm>
              <a:off x="4760166" y="4396629"/>
              <a:ext cx="469508" cy="454791"/>
            </a:xfrm>
            <a:custGeom>
              <a:avLst/>
              <a:gdLst/>
              <a:ahLst/>
              <a:cxnLst/>
              <a:rect l="l" t="t" r="r" b="b"/>
              <a:pathLst>
                <a:path w="404" h="314" extrusionOk="0">
                  <a:moveTo>
                    <a:pt x="76" y="40"/>
                  </a:moveTo>
                  <a:lnTo>
                    <a:pt x="76" y="51"/>
                  </a:lnTo>
                  <a:lnTo>
                    <a:pt x="89" y="51"/>
                  </a:lnTo>
                  <a:lnTo>
                    <a:pt x="101" y="51"/>
                  </a:lnTo>
                  <a:lnTo>
                    <a:pt x="114" y="51"/>
                  </a:lnTo>
                  <a:lnTo>
                    <a:pt x="127" y="51"/>
                  </a:lnTo>
                  <a:lnTo>
                    <a:pt x="127" y="61"/>
                  </a:lnTo>
                  <a:lnTo>
                    <a:pt x="139" y="61"/>
                  </a:lnTo>
                  <a:lnTo>
                    <a:pt x="139" y="51"/>
                  </a:lnTo>
                  <a:lnTo>
                    <a:pt x="152" y="51"/>
                  </a:lnTo>
                  <a:lnTo>
                    <a:pt x="164" y="51"/>
                  </a:lnTo>
                  <a:lnTo>
                    <a:pt x="177" y="51"/>
                  </a:lnTo>
                  <a:lnTo>
                    <a:pt x="190" y="51"/>
                  </a:lnTo>
                  <a:lnTo>
                    <a:pt x="190" y="40"/>
                  </a:lnTo>
                  <a:lnTo>
                    <a:pt x="202" y="40"/>
                  </a:lnTo>
                  <a:lnTo>
                    <a:pt x="215" y="40"/>
                  </a:lnTo>
                  <a:lnTo>
                    <a:pt x="215" y="51"/>
                  </a:lnTo>
                  <a:lnTo>
                    <a:pt x="227" y="51"/>
                  </a:lnTo>
                  <a:lnTo>
                    <a:pt x="240" y="51"/>
                  </a:lnTo>
                  <a:lnTo>
                    <a:pt x="240" y="61"/>
                  </a:lnTo>
                  <a:lnTo>
                    <a:pt x="240" y="51"/>
                  </a:lnTo>
                  <a:lnTo>
                    <a:pt x="240" y="61"/>
                  </a:lnTo>
                  <a:lnTo>
                    <a:pt x="254" y="61"/>
                  </a:lnTo>
                  <a:lnTo>
                    <a:pt x="265" y="61"/>
                  </a:lnTo>
                  <a:lnTo>
                    <a:pt x="265" y="72"/>
                  </a:lnTo>
                  <a:lnTo>
                    <a:pt x="279" y="72"/>
                  </a:lnTo>
                  <a:lnTo>
                    <a:pt x="290" y="72"/>
                  </a:lnTo>
                  <a:lnTo>
                    <a:pt x="303" y="81"/>
                  </a:lnTo>
                  <a:lnTo>
                    <a:pt x="316" y="81"/>
                  </a:lnTo>
                  <a:lnTo>
                    <a:pt x="328" y="81"/>
                  </a:lnTo>
                  <a:lnTo>
                    <a:pt x="328" y="91"/>
                  </a:lnTo>
                  <a:lnTo>
                    <a:pt x="328" y="101"/>
                  </a:lnTo>
                  <a:lnTo>
                    <a:pt x="341" y="101"/>
                  </a:lnTo>
                  <a:lnTo>
                    <a:pt x="355" y="101"/>
                  </a:lnTo>
                  <a:lnTo>
                    <a:pt x="366" y="101"/>
                  </a:lnTo>
                  <a:lnTo>
                    <a:pt x="366" y="112"/>
                  </a:lnTo>
                  <a:lnTo>
                    <a:pt x="380" y="112"/>
                  </a:lnTo>
                  <a:lnTo>
                    <a:pt x="380" y="121"/>
                  </a:lnTo>
                  <a:lnTo>
                    <a:pt x="391" y="121"/>
                  </a:lnTo>
                  <a:lnTo>
                    <a:pt x="391" y="132"/>
                  </a:lnTo>
                  <a:lnTo>
                    <a:pt x="391" y="142"/>
                  </a:lnTo>
                  <a:lnTo>
                    <a:pt x="404" y="142"/>
                  </a:lnTo>
                  <a:lnTo>
                    <a:pt x="404" y="152"/>
                  </a:lnTo>
                  <a:lnTo>
                    <a:pt x="404" y="162"/>
                  </a:lnTo>
                  <a:lnTo>
                    <a:pt x="404" y="173"/>
                  </a:lnTo>
                  <a:lnTo>
                    <a:pt x="404" y="182"/>
                  </a:lnTo>
                  <a:lnTo>
                    <a:pt x="391" y="193"/>
                  </a:lnTo>
                  <a:lnTo>
                    <a:pt x="391" y="203"/>
                  </a:lnTo>
                  <a:lnTo>
                    <a:pt x="380" y="203"/>
                  </a:lnTo>
                  <a:lnTo>
                    <a:pt x="380" y="214"/>
                  </a:lnTo>
                  <a:lnTo>
                    <a:pt x="366" y="214"/>
                  </a:lnTo>
                  <a:lnTo>
                    <a:pt x="380" y="214"/>
                  </a:lnTo>
                  <a:lnTo>
                    <a:pt x="366" y="214"/>
                  </a:lnTo>
                  <a:lnTo>
                    <a:pt x="366" y="224"/>
                  </a:lnTo>
                  <a:lnTo>
                    <a:pt x="355" y="224"/>
                  </a:lnTo>
                  <a:lnTo>
                    <a:pt x="355" y="233"/>
                  </a:lnTo>
                  <a:lnTo>
                    <a:pt x="341" y="233"/>
                  </a:lnTo>
                  <a:lnTo>
                    <a:pt x="341" y="244"/>
                  </a:lnTo>
                  <a:lnTo>
                    <a:pt x="341" y="233"/>
                  </a:lnTo>
                  <a:lnTo>
                    <a:pt x="328" y="244"/>
                  </a:lnTo>
                  <a:lnTo>
                    <a:pt x="316" y="244"/>
                  </a:lnTo>
                  <a:lnTo>
                    <a:pt x="316" y="254"/>
                  </a:lnTo>
                  <a:lnTo>
                    <a:pt x="303" y="254"/>
                  </a:lnTo>
                  <a:lnTo>
                    <a:pt x="303" y="265"/>
                  </a:lnTo>
                  <a:lnTo>
                    <a:pt x="303" y="274"/>
                  </a:lnTo>
                  <a:lnTo>
                    <a:pt x="316" y="274"/>
                  </a:lnTo>
                  <a:lnTo>
                    <a:pt x="303" y="274"/>
                  </a:lnTo>
                  <a:lnTo>
                    <a:pt x="303" y="285"/>
                  </a:lnTo>
                  <a:lnTo>
                    <a:pt x="290" y="285"/>
                  </a:lnTo>
                  <a:lnTo>
                    <a:pt x="279" y="285"/>
                  </a:lnTo>
                  <a:lnTo>
                    <a:pt x="279" y="294"/>
                  </a:lnTo>
                  <a:lnTo>
                    <a:pt x="279" y="285"/>
                  </a:lnTo>
                  <a:lnTo>
                    <a:pt x="265" y="285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40" y="274"/>
                  </a:lnTo>
                  <a:lnTo>
                    <a:pt x="240" y="285"/>
                  </a:lnTo>
                  <a:lnTo>
                    <a:pt x="240" y="274"/>
                  </a:lnTo>
                  <a:lnTo>
                    <a:pt x="240" y="285"/>
                  </a:lnTo>
                  <a:lnTo>
                    <a:pt x="227" y="285"/>
                  </a:lnTo>
                  <a:lnTo>
                    <a:pt x="227" y="294"/>
                  </a:lnTo>
                  <a:lnTo>
                    <a:pt x="215" y="294"/>
                  </a:lnTo>
                  <a:lnTo>
                    <a:pt x="215" y="285"/>
                  </a:lnTo>
                  <a:lnTo>
                    <a:pt x="202" y="285"/>
                  </a:lnTo>
                  <a:lnTo>
                    <a:pt x="190" y="285"/>
                  </a:lnTo>
                  <a:lnTo>
                    <a:pt x="190" y="274"/>
                  </a:lnTo>
                  <a:lnTo>
                    <a:pt x="177" y="274"/>
                  </a:lnTo>
                  <a:lnTo>
                    <a:pt x="177" y="285"/>
                  </a:lnTo>
                  <a:lnTo>
                    <a:pt x="164" y="285"/>
                  </a:lnTo>
                  <a:lnTo>
                    <a:pt x="164" y="274"/>
                  </a:lnTo>
                  <a:lnTo>
                    <a:pt x="164" y="285"/>
                  </a:lnTo>
                  <a:lnTo>
                    <a:pt x="152" y="285"/>
                  </a:lnTo>
                  <a:lnTo>
                    <a:pt x="139" y="285"/>
                  </a:lnTo>
                  <a:lnTo>
                    <a:pt x="127" y="294"/>
                  </a:lnTo>
                  <a:lnTo>
                    <a:pt x="127" y="285"/>
                  </a:lnTo>
                  <a:lnTo>
                    <a:pt x="127" y="294"/>
                  </a:lnTo>
                  <a:lnTo>
                    <a:pt x="114" y="294"/>
                  </a:lnTo>
                  <a:lnTo>
                    <a:pt x="114" y="285"/>
                  </a:lnTo>
                  <a:lnTo>
                    <a:pt x="101" y="285"/>
                  </a:lnTo>
                  <a:lnTo>
                    <a:pt x="101" y="294"/>
                  </a:lnTo>
                  <a:lnTo>
                    <a:pt x="101" y="305"/>
                  </a:lnTo>
                  <a:lnTo>
                    <a:pt x="89" y="305"/>
                  </a:lnTo>
                  <a:lnTo>
                    <a:pt x="89" y="314"/>
                  </a:lnTo>
                  <a:lnTo>
                    <a:pt x="76" y="314"/>
                  </a:lnTo>
                  <a:lnTo>
                    <a:pt x="76" y="305"/>
                  </a:lnTo>
                  <a:lnTo>
                    <a:pt x="65" y="305"/>
                  </a:lnTo>
                  <a:lnTo>
                    <a:pt x="65" y="294"/>
                  </a:lnTo>
                  <a:lnTo>
                    <a:pt x="65" y="285"/>
                  </a:lnTo>
                  <a:lnTo>
                    <a:pt x="76" y="285"/>
                  </a:lnTo>
                  <a:lnTo>
                    <a:pt x="76" y="274"/>
                  </a:lnTo>
                  <a:lnTo>
                    <a:pt x="65" y="265"/>
                  </a:lnTo>
                  <a:lnTo>
                    <a:pt x="76" y="265"/>
                  </a:lnTo>
                  <a:lnTo>
                    <a:pt x="76" y="254"/>
                  </a:lnTo>
                  <a:lnTo>
                    <a:pt x="65" y="254"/>
                  </a:lnTo>
                  <a:lnTo>
                    <a:pt x="65" y="244"/>
                  </a:lnTo>
                  <a:lnTo>
                    <a:pt x="65" y="233"/>
                  </a:lnTo>
                  <a:lnTo>
                    <a:pt x="51" y="233"/>
                  </a:lnTo>
                  <a:lnTo>
                    <a:pt x="65" y="233"/>
                  </a:lnTo>
                  <a:lnTo>
                    <a:pt x="65" y="224"/>
                  </a:lnTo>
                  <a:lnTo>
                    <a:pt x="65" y="214"/>
                  </a:lnTo>
                  <a:lnTo>
                    <a:pt x="76" y="214"/>
                  </a:lnTo>
                  <a:lnTo>
                    <a:pt x="76" y="203"/>
                  </a:lnTo>
                  <a:lnTo>
                    <a:pt x="65" y="203"/>
                  </a:lnTo>
                  <a:lnTo>
                    <a:pt x="65" y="193"/>
                  </a:lnTo>
                  <a:lnTo>
                    <a:pt x="65" y="182"/>
                  </a:lnTo>
                  <a:lnTo>
                    <a:pt x="51" y="182"/>
                  </a:lnTo>
                  <a:lnTo>
                    <a:pt x="51" y="173"/>
                  </a:lnTo>
                  <a:lnTo>
                    <a:pt x="51" y="162"/>
                  </a:lnTo>
                  <a:lnTo>
                    <a:pt x="51" y="152"/>
                  </a:lnTo>
                  <a:lnTo>
                    <a:pt x="38" y="152"/>
                  </a:lnTo>
                  <a:lnTo>
                    <a:pt x="38" y="142"/>
                  </a:lnTo>
                  <a:lnTo>
                    <a:pt x="38" y="132"/>
                  </a:lnTo>
                  <a:lnTo>
                    <a:pt x="26" y="132"/>
                  </a:lnTo>
                  <a:lnTo>
                    <a:pt x="38" y="132"/>
                  </a:lnTo>
                  <a:lnTo>
                    <a:pt x="26" y="132"/>
                  </a:lnTo>
                  <a:lnTo>
                    <a:pt x="26" y="121"/>
                  </a:lnTo>
                  <a:lnTo>
                    <a:pt x="26" y="112"/>
                  </a:lnTo>
                  <a:lnTo>
                    <a:pt x="38" y="112"/>
                  </a:lnTo>
                  <a:lnTo>
                    <a:pt x="38" y="101"/>
                  </a:lnTo>
                  <a:lnTo>
                    <a:pt x="26" y="101"/>
                  </a:lnTo>
                  <a:lnTo>
                    <a:pt x="26" y="91"/>
                  </a:lnTo>
                  <a:lnTo>
                    <a:pt x="26" y="101"/>
                  </a:lnTo>
                  <a:lnTo>
                    <a:pt x="26" y="91"/>
                  </a:lnTo>
                  <a:lnTo>
                    <a:pt x="13" y="91"/>
                  </a:lnTo>
                  <a:lnTo>
                    <a:pt x="13" y="81"/>
                  </a:lnTo>
                  <a:lnTo>
                    <a:pt x="0" y="81"/>
                  </a:lnTo>
                  <a:lnTo>
                    <a:pt x="13" y="81"/>
                  </a:lnTo>
                  <a:lnTo>
                    <a:pt x="13" y="72"/>
                  </a:lnTo>
                  <a:lnTo>
                    <a:pt x="0" y="72"/>
                  </a:lnTo>
                  <a:lnTo>
                    <a:pt x="13" y="72"/>
                  </a:lnTo>
                  <a:lnTo>
                    <a:pt x="0" y="72"/>
                  </a:lnTo>
                  <a:lnTo>
                    <a:pt x="0" y="61"/>
                  </a:lnTo>
                  <a:lnTo>
                    <a:pt x="0" y="51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13" y="31"/>
                  </a:lnTo>
                  <a:lnTo>
                    <a:pt x="0" y="31"/>
                  </a:lnTo>
                  <a:lnTo>
                    <a:pt x="13" y="31"/>
                  </a:lnTo>
                  <a:lnTo>
                    <a:pt x="0" y="31"/>
                  </a:lnTo>
                  <a:lnTo>
                    <a:pt x="0" y="20"/>
                  </a:lnTo>
                  <a:lnTo>
                    <a:pt x="0" y="11"/>
                  </a:lnTo>
                  <a:lnTo>
                    <a:pt x="13" y="11"/>
                  </a:lnTo>
                  <a:lnTo>
                    <a:pt x="0" y="11"/>
                  </a:lnTo>
                  <a:lnTo>
                    <a:pt x="13" y="1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26" y="11"/>
                  </a:lnTo>
                  <a:lnTo>
                    <a:pt x="26" y="20"/>
                  </a:lnTo>
                  <a:lnTo>
                    <a:pt x="38" y="20"/>
                  </a:lnTo>
                  <a:lnTo>
                    <a:pt x="51" y="20"/>
                  </a:lnTo>
                  <a:lnTo>
                    <a:pt x="51" y="31"/>
                  </a:lnTo>
                  <a:lnTo>
                    <a:pt x="65" y="31"/>
                  </a:lnTo>
                  <a:lnTo>
                    <a:pt x="65" y="40"/>
                  </a:lnTo>
                  <a:lnTo>
                    <a:pt x="76" y="40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2"/>
            <p:cNvSpPr/>
            <p:nvPr/>
          </p:nvSpPr>
          <p:spPr>
            <a:xfrm>
              <a:off x="4440266" y="4794572"/>
              <a:ext cx="1106127" cy="721271"/>
            </a:xfrm>
            <a:custGeom>
              <a:avLst/>
              <a:gdLst/>
              <a:ahLst/>
              <a:cxnLst/>
              <a:rect l="l" t="t" r="r" b="b"/>
              <a:pathLst>
                <a:path w="956" h="495" extrusionOk="0">
                  <a:moveTo>
                    <a:pt x="617" y="40"/>
                  </a:moveTo>
                  <a:lnTo>
                    <a:pt x="630" y="40"/>
                  </a:lnTo>
                  <a:lnTo>
                    <a:pt x="630" y="31"/>
                  </a:lnTo>
                  <a:lnTo>
                    <a:pt x="630" y="40"/>
                  </a:lnTo>
                  <a:lnTo>
                    <a:pt x="642" y="31"/>
                  </a:lnTo>
                  <a:lnTo>
                    <a:pt x="655" y="31"/>
                  </a:lnTo>
                  <a:lnTo>
                    <a:pt x="667" y="31"/>
                  </a:lnTo>
                  <a:lnTo>
                    <a:pt x="655" y="31"/>
                  </a:lnTo>
                  <a:lnTo>
                    <a:pt x="655" y="40"/>
                  </a:lnTo>
                  <a:lnTo>
                    <a:pt x="667" y="40"/>
                  </a:lnTo>
                  <a:lnTo>
                    <a:pt x="667" y="51"/>
                  </a:lnTo>
                  <a:lnTo>
                    <a:pt x="679" y="51"/>
                  </a:lnTo>
                  <a:lnTo>
                    <a:pt x="679" y="40"/>
                  </a:lnTo>
                  <a:lnTo>
                    <a:pt x="679" y="31"/>
                  </a:lnTo>
                  <a:lnTo>
                    <a:pt x="679" y="21"/>
                  </a:lnTo>
                  <a:lnTo>
                    <a:pt x="679" y="11"/>
                  </a:lnTo>
                  <a:lnTo>
                    <a:pt x="693" y="11"/>
                  </a:lnTo>
                  <a:lnTo>
                    <a:pt x="693" y="0"/>
                  </a:lnTo>
                  <a:lnTo>
                    <a:pt x="693" y="11"/>
                  </a:lnTo>
                  <a:lnTo>
                    <a:pt x="704" y="11"/>
                  </a:lnTo>
                  <a:lnTo>
                    <a:pt x="704" y="21"/>
                  </a:lnTo>
                  <a:lnTo>
                    <a:pt x="693" y="21"/>
                  </a:lnTo>
                  <a:lnTo>
                    <a:pt x="704" y="21"/>
                  </a:lnTo>
                  <a:lnTo>
                    <a:pt x="693" y="21"/>
                  </a:lnTo>
                  <a:lnTo>
                    <a:pt x="704" y="21"/>
                  </a:lnTo>
                  <a:lnTo>
                    <a:pt x="704" y="31"/>
                  </a:lnTo>
                  <a:lnTo>
                    <a:pt x="718" y="31"/>
                  </a:lnTo>
                  <a:lnTo>
                    <a:pt x="718" y="40"/>
                  </a:lnTo>
                  <a:lnTo>
                    <a:pt x="718" y="51"/>
                  </a:lnTo>
                  <a:lnTo>
                    <a:pt x="729" y="51"/>
                  </a:lnTo>
                  <a:lnTo>
                    <a:pt x="743" y="51"/>
                  </a:lnTo>
                  <a:lnTo>
                    <a:pt x="743" y="61"/>
                  </a:lnTo>
                  <a:lnTo>
                    <a:pt x="743" y="71"/>
                  </a:lnTo>
                  <a:lnTo>
                    <a:pt x="729" y="71"/>
                  </a:lnTo>
                  <a:lnTo>
                    <a:pt x="729" y="81"/>
                  </a:lnTo>
                  <a:lnTo>
                    <a:pt x="718" y="81"/>
                  </a:lnTo>
                  <a:lnTo>
                    <a:pt x="729" y="81"/>
                  </a:lnTo>
                  <a:lnTo>
                    <a:pt x="729" y="92"/>
                  </a:lnTo>
                  <a:lnTo>
                    <a:pt x="729" y="81"/>
                  </a:lnTo>
                  <a:lnTo>
                    <a:pt x="743" y="81"/>
                  </a:lnTo>
                  <a:lnTo>
                    <a:pt x="743" y="92"/>
                  </a:lnTo>
                  <a:lnTo>
                    <a:pt x="756" y="92"/>
                  </a:lnTo>
                  <a:lnTo>
                    <a:pt x="768" y="92"/>
                  </a:lnTo>
                  <a:lnTo>
                    <a:pt x="768" y="101"/>
                  </a:lnTo>
                  <a:lnTo>
                    <a:pt x="780" y="101"/>
                  </a:lnTo>
                  <a:lnTo>
                    <a:pt x="780" y="92"/>
                  </a:lnTo>
                  <a:lnTo>
                    <a:pt x="780" y="81"/>
                  </a:lnTo>
                  <a:lnTo>
                    <a:pt x="792" y="81"/>
                  </a:lnTo>
                  <a:lnTo>
                    <a:pt x="792" y="92"/>
                  </a:lnTo>
                  <a:lnTo>
                    <a:pt x="792" y="81"/>
                  </a:lnTo>
                  <a:lnTo>
                    <a:pt x="805" y="81"/>
                  </a:lnTo>
                  <a:lnTo>
                    <a:pt x="805" y="71"/>
                  </a:lnTo>
                  <a:lnTo>
                    <a:pt x="792" y="71"/>
                  </a:lnTo>
                  <a:lnTo>
                    <a:pt x="805" y="71"/>
                  </a:lnTo>
                  <a:lnTo>
                    <a:pt x="819" y="71"/>
                  </a:lnTo>
                  <a:lnTo>
                    <a:pt x="819" y="81"/>
                  </a:lnTo>
                  <a:lnTo>
                    <a:pt x="830" y="81"/>
                  </a:lnTo>
                  <a:lnTo>
                    <a:pt x="830" y="92"/>
                  </a:lnTo>
                  <a:lnTo>
                    <a:pt x="844" y="92"/>
                  </a:lnTo>
                  <a:lnTo>
                    <a:pt x="857" y="92"/>
                  </a:lnTo>
                  <a:lnTo>
                    <a:pt x="857" y="81"/>
                  </a:lnTo>
                  <a:lnTo>
                    <a:pt x="857" y="92"/>
                  </a:lnTo>
                  <a:lnTo>
                    <a:pt x="869" y="92"/>
                  </a:lnTo>
                  <a:lnTo>
                    <a:pt x="869" y="81"/>
                  </a:lnTo>
                  <a:lnTo>
                    <a:pt x="869" y="92"/>
                  </a:lnTo>
                  <a:lnTo>
                    <a:pt x="881" y="92"/>
                  </a:lnTo>
                  <a:lnTo>
                    <a:pt x="881" y="101"/>
                  </a:lnTo>
                  <a:lnTo>
                    <a:pt x="869" y="101"/>
                  </a:lnTo>
                  <a:lnTo>
                    <a:pt x="869" y="111"/>
                  </a:lnTo>
                  <a:lnTo>
                    <a:pt x="881" y="111"/>
                  </a:lnTo>
                  <a:lnTo>
                    <a:pt x="869" y="111"/>
                  </a:lnTo>
                  <a:lnTo>
                    <a:pt x="869" y="121"/>
                  </a:lnTo>
                  <a:lnTo>
                    <a:pt x="881" y="132"/>
                  </a:lnTo>
                  <a:lnTo>
                    <a:pt x="881" y="142"/>
                  </a:lnTo>
                  <a:lnTo>
                    <a:pt x="869" y="142"/>
                  </a:lnTo>
                  <a:lnTo>
                    <a:pt x="869" y="151"/>
                  </a:lnTo>
                  <a:lnTo>
                    <a:pt x="881" y="151"/>
                  </a:lnTo>
                  <a:lnTo>
                    <a:pt x="881" y="163"/>
                  </a:lnTo>
                  <a:lnTo>
                    <a:pt x="893" y="163"/>
                  </a:lnTo>
                  <a:lnTo>
                    <a:pt x="893" y="151"/>
                  </a:lnTo>
                  <a:lnTo>
                    <a:pt x="906" y="151"/>
                  </a:lnTo>
                  <a:lnTo>
                    <a:pt x="906" y="163"/>
                  </a:lnTo>
                  <a:lnTo>
                    <a:pt x="919" y="163"/>
                  </a:lnTo>
                  <a:lnTo>
                    <a:pt x="906" y="163"/>
                  </a:lnTo>
                  <a:lnTo>
                    <a:pt x="906" y="172"/>
                  </a:lnTo>
                  <a:lnTo>
                    <a:pt x="906" y="182"/>
                  </a:lnTo>
                  <a:lnTo>
                    <a:pt x="919" y="182"/>
                  </a:lnTo>
                  <a:lnTo>
                    <a:pt x="919" y="192"/>
                  </a:lnTo>
                  <a:lnTo>
                    <a:pt x="919" y="182"/>
                  </a:lnTo>
                  <a:lnTo>
                    <a:pt x="919" y="192"/>
                  </a:lnTo>
                  <a:lnTo>
                    <a:pt x="931" y="192"/>
                  </a:lnTo>
                  <a:lnTo>
                    <a:pt x="931" y="203"/>
                  </a:lnTo>
                  <a:lnTo>
                    <a:pt x="931" y="212"/>
                  </a:lnTo>
                  <a:lnTo>
                    <a:pt x="931" y="222"/>
                  </a:lnTo>
                  <a:lnTo>
                    <a:pt x="919" y="222"/>
                  </a:lnTo>
                  <a:lnTo>
                    <a:pt x="931" y="222"/>
                  </a:lnTo>
                  <a:lnTo>
                    <a:pt x="931" y="232"/>
                  </a:lnTo>
                  <a:lnTo>
                    <a:pt x="931" y="243"/>
                  </a:lnTo>
                  <a:lnTo>
                    <a:pt x="944" y="243"/>
                  </a:lnTo>
                  <a:lnTo>
                    <a:pt x="944" y="252"/>
                  </a:lnTo>
                  <a:lnTo>
                    <a:pt x="944" y="263"/>
                  </a:lnTo>
                  <a:lnTo>
                    <a:pt x="956" y="263"/>
                  </a:lnTo>
                  <a:lnTo>
                    <a:pt x="944" y="263"/>
                  </a:lnTo>
                  <a:lnTo>
                    <a:pt x="956" y="263"/>
                  </a:lnTo>
                  <a:lnTo>
                    <a:pt x="956" y="273"/>
                  </a:lnTo>
                  <a:lnTo>
                    <a:pt x="944" y="273"/>
                  </a:lnTo>
                  <a:lnTo>
                    <a:pt x="931" y="273"/>
                  </a:lnTo>
                  <a:lnTo>
                    <a:pt x="931" y="283"/>
                  </a:lnTo>
                  <a:lnTo>
                    <a:pt x="944" y="283"/>
                  </a:lnTo>
                  <a:lnTo>
                    <a:pt x="931" y="283"/>
                  </a:lnTo>
                  <a:lnTo>
                    <a:pt x="944" y="283"/>
                  </a:lnTo>
                  <a:lnTo>
                    <a:pt x="944" y="292"/>
                  </a:lnTo>
                  <a:lnTo>
                    <a:pt x="931" y="292"/>
                  </a:lnTo>
                  <a:lnTo>
                    <a:pt x="944" y="292"/>
                  </a:lnTo>
                  <a:lnTo>
                    <a:pt x="944" y="304"/>
                  </a:lnTo>
                  <a:lnTo>
                    <a:pt x="944" y="313"/>
                  </a:lnTo>
                  <a:lnTo>
                    <a:pt x="931" y="313"/>
                  </a:lnTo>
                  <a:lnTo>
                    <a:pt x="919" y="313"/>
                  </a:lnTo>
                  <a:lnTo>
                    <a:pt x="919" y="323"/>
                  </a:lnTo>
                  <a:lnTo>
                    <a:pt x="919" y="313"/>
                  </a:lnTo>
                  <a:lnTo>
                    <a:pt x="906" y="313"/>
                  </a:lnTo>
                  <a:lnTo>
                    <a:pt x="906" y="323"/>
                  </a:lnTo>
                  <a:lnTo>
                    <a:pt x="919" y="323"/>
                  </a:lnTo>
                  <a:lnTo>
                    <a:pt x="919" y="333"/>
                  </a:lnTo>
                  <a:lnTo>
                    <a:pt x="919" y="344"/>
                  </a:lnTo>
                  <a:lnTo>
                    <a:pt x="919" y="354"/>
                  </a:lnTo>
                  <a:lnTo>
                    <a:pt x="906" y="354"/>
                  </a:lnTo>
                  <a:lnTo>
                    <a:pt x="893" y="354"/>
                  </a:lnTo>
                  <a:lnTo>
                    <a:pt x="893" y="344"/>
                  </a:lnTo>
                  <a:lnTo>
                    <a:pt x="881" y="344"/>
                  </a:lnTo>
                  <a:lnTo>
                    <a:pt x="869" y="344"/>
                  </a:lnTo>
                  <a:lnTo>
                    <a:pt x="857" y="344"/>
                  </a:lnTo>
                  <a:lnTo>
                    <a:pt x="857" y="354"/>
                  </a:lnTo>
                  <a:lnTo>
                    <a:pt x="857" y="363"/>
                  </a:lnTo>
                  <a:lnTo>
                    <a:pt x="844" y="363"/>
                  </a:lnTo>
                  <a:lnTo>
                    <a:pt x="844" y="375"/>
                  </a:lnTo>
                  <a:lnTo>
                    <a:pt x="844" y="384"/>
                  </a:lnTo>
                  <a:lnTo>
                    <a:pt x="844" y="394"/>
                  </a:lnTo>
                  <a:lnTo>
                    <a:pt x="830" y="394"/>
                  </a:lnTo>
                  <a:lnTo>
                    <a:pt x="819" y="394"/>
                  </a:lnTo>
                  <a:lnTo>
                    <a:pt x="805" y="394"/>
                  </a:lnTo>
                  <a:lnTo>
                    <a:pt x="805" y="404"/>
                  </a:lnTo>
                  <a:lnTo>
                    <a:pt x="805" y="415"/>
                  </a:lnTo>
                  <a:lnTo>
                    <a:pt x="805" y="424"/>
                  </a:lnTo>
                  <a:lnTo>
                    <a:pt x="805" y="434"/>
                  </a:lnTo>
                  <a:lnTo>
                    <a:pt x="819" y="434"/>
                  </a:lnTo>
                  <a:lnTo>
                    <a:pt x="819" y="444"/>
                  </a:lnTo>
                  <a:lnTo>
                    <a:pt x="830" y="444"/>
                  </a:lnTo>
                  <a:lnTo>
                    <a:pt x="830" y="455"/>
                  </a:lnTo>
                  <a:lnTo>
                    <a:pt x="830" y="444"/>
                  </a:lnTo>
                  <a:lnTo>
                    <a:pt x="830" y="455"/>
                  </a:lnTo>
                  <a:lnTo>
                    <a:pt x="830" y="464"/>
                  </a:lnTo>
                  <a:lnTo>
                    <a:pt x="830" y="475"/>
                  </a:lnTo>
                  <a:lnTo>
                    <a:pt x="819" y="475"/>
                  </a:lnTo>
                  <a:lnTo>
                    <a:pt x="819" y="484"/>
                  </a:lnTo>
                  <a:lnTo>
                    <a:pt x="805" y="484"/>
                  </a:lnTo>
                  <a:lnTo>
                    <a:pt x="805" y="495"/>
                  </a:lnTo>
                  <a:lnTo>
                    <a:pt x="792" y="495"/>
                  </a:lnTo>
                  <a:lnTo>
                    <a:pt x="780" y="495"/>
                  </a:lnTo>
                  <a:lnTo>
                    <a:pt x="768" y="495"/>
                  </a:lnTo>
                  <a:lnTo>
                    <a:pt x="768" y="484"/>
                  </a:lnTo>
                  <a:lnTo>
                    <a:pt x="756" y="484"/>
                  </a:lnTo>
                  <a:lnTo>
                    <a:pt x="743" y="484"/>
                  </a:lnTo>
                  <a:lnTo>
                    <a:pt x="729" y="484"/>
                  </a:lnTo>
                  <a:lnTo>
                    <a:pt x="729" y="475"/>
                  </a:lnTo>
                  <a:lnTo>
                    <a:pt x="718" y="475"/>
                  </a:lnTo>
                  <a:lnTo>
                    <a:pt x="704" y="475"/>
                  </a:lnTo>
                  <a:lnTo>
                    <a:pt x="704" y="464"/>
                  </a:lnTo>
                  <a:lnTo>
                    <a:pt x="693" y="455"/>
                  </a:lnTo>
                  <a:lnTo>
                    <a:pt x="679" y="455"/>
                  </a:lnTo>
                  <a:lnTo>
                    <a:pt x="679" y="444"/>
                  </a:lnTo>
                  <a:lnTo>
                    <a:pt x="667" y="444"/>
                  </a:lnTo>
                  <a:lnTo>
                    <a:pt x="655" y="444"/>
                  </a:lnTo>
                  <a:lnTo>
                    <a:pt x="655" y="434"/>
                  </a:lnTo>
                  <a:lnTo>
                    <a:pt x="642" y="434"/>
                  </a:lnTo>
                  <a:lnTo>
                    <a:pt x="642" y="424"/>
                  </a:lnTo>
                  <a:lnTo>
                    <a:pt x="642" y="434"/>
                  </a:lnTo>
                  <a:lnTo>
                    <a:pt x="642" y="424"/>
                  </a:lnTo>
                  <a:lnTo>
                    <a:pt x="630" y="424"/>
                  </a:lnTo>
                  <a:lnTo>
                    <a:pt x="617" y="424"/>
                  </a:lnTo>
                  <a:lnTo>
                    <a:pt x="617" y="415"/>
                  </a:lnTo>
                  <a:lnTo>
                    <a:pt x="617" y="404"/>
                  </a:lnTo>
                  <a:lnTo>
                    <a:pt x="603" y="404"/>
                  </a:lnTo>
                  <a:lnTo>
                    <a:pt x="603" y="394"/>
                  </a:lnTo>
                  <a:lnTo>
                    <a:pt x="592" y="394"/>
                  </a:lnTo>
                  <a:lnTo>
                    <a:pt x="592" y="384"/>
                  </a:lnTo>
                  <a:lnTo>
                    <a:pt x="592" y="394"/>
                  </a:lnTo>
                  <a:lnTo>
                    <a:pt x="579" y="394"/>
                  </a:lnTo>
                  <a:lnTo>
                    <a:pt x="579" y="384"/>
                  </a:lnTo>
                  <a:lnTo>
                    <a:pt x="566" y="384"/>
                  </a:lnTo>
                  <a:lnTo>
                    <a:pt x="554" y="384"/>
                  </a:lnTo>
                  <a:lnTo>
                    <a:pt x="541" y="384"/>
                  </a:lnTo>
                  <a:lnTo>
                    <a:pt x="541" y="375"/>
                  </a:lnTo>
                  <a:lnTo>
                    <a:pt x="529" y="375"/>
                  </a:lnTo>
                  <a:lnTo>
                    <a:pt x="516" y="375"/>
                  </a:lnTo>
                  <a:lnTo>
                    <a:pt x="502" y="375"/>
                  </a:lnTo>
                  <a:lnTo>
                    <a:pt x="502" y="363"/>
                  </a:lnTo>
                  <a:lnTo>
                    <a:pt x="491" y="363"/>
                  </a:lnTo>
                  <a:lnTo>
                    <a:pt x="491" y="354"/>
                  </a:lnTo>
                  <a:lnTo>
                    <a:pt x="478" y="354"/>
                  </a:lnTo>
                  <a:lnTo>
                    <a:pt x="466" y="354"/>
                  </a:lnTo>
                  <a:lnTo>
                    <a:pt x="454" y="354"/>
                  </a:lnTo>
                  <a:lnTo>
                    <a:pt x="454" y="344"/>
                  </a:lnTo>
                  <a:lnTo>
                    <a:pt x="440" y="344"/>
                  </a:lnTo>
                  <a:lnTo>
                    <a:pt x="429" y="344"/>
                  </a:lnTo>
                  <a:lnTo>
                    <a:pt x="429" y="333"/>
                  </a:lnTo>
                  <a:lnTo>
                    <a:pt x="415" y="333"/>
                  </a:lnTo>
                  <a:lnTo>
                    <a:pt x="404" y="333"/>
                  </a:lnTo>
                  <a:lnTo>
                    <a:pt x="404" y="323"/>
                  </a:lnTo>
                  <a:lnTo>
                    <a:pt x="404" y="333"/>
                  </a:lnTo>
                  <a:lnTo>
                    <a:pt x="390" y="333"/>
                  </a:lnTo>
                  <a:lnTo>
                    <a:pt x="390" y="323"/>
                  </a:lnTo>
                  <a:lnTo>
                    <a:pt x="390" y="313"/>
                  </a:lnTo>
                  <a:lnTo>
                    <a:pt x="377" y="313"/>
                  </a:lnTo>
                  <a:lnTo>
                    <a:pt x="365" y="313"/>
                  </a:lnTo>
                  <a:lnTo>
                    <a:pt x="365" y="304"/>
                  </a:lnTo>
                  <a:lnTo>
                    <a:pt x="353" y="304"/>
                  </a:lnTo>
                  <a:lnTo>
                    <a:pt x="341" y="304"/>
                  </a:lnTo>
                  <a:lnTo>
                    <a:pt x="328" y="304"/>
                  </a:lnTo>
                  <a:lnTo>
                    <a:pt x="328" y="292"/>
                  </a:lnTo>
                  <a:lnTo>
                    <a:pt x="314" y="292"/>
                  </a:lnTo>
                  <a:lnTo>
                    <a:pt x="303" y="292"/>
                  </a:lnTo>
                  <a:lnTo>
                    <a:pt x="303" y="304"/>
                  </a:lnTo>
                  <a:lnTo>
                    <a:pt x="303" y="292"/>
                  </a:lnTo>
                  <a:lnTo>
                    <a:pt x="289" y="292"/>
                  </a:lnTo>
                  <a:lnTo>
                    <a:pt x="289" y="283"/>
                  </a:lnTo>
                  <a:lnTo>
                    <a:pt x="276" y="283"/>
                  </a:lnTo>
                  <a:lnTo>
                    <a:pt x="264" y="283"/>
                  </a:lnTo>
                  <a:lnTo>
                    <a:pt x="264" y="273"/>
                  </a:lnTo>
                  <a:lnTo>
                    <a:pt x="252" y="273"/>
                  </a:lnTo>
                  <a:lnTo>
                    <a:pt x="252" y="263"/>
                  </a:lnTo>
                  <a:lnTo>
                    <a:pt x="240" y="263"/>
                  </a:lnTo>
                  <a:lnTo>
                    <a:pt x="227" y="263"/>
                  </a:lnTo>
                  <a:lnTo>
                    <a:pt x="240" y="263"/>
                  </a:lnTo>
                  <a:lnTo>
                    <a:pt x="227" y="263"/>
                  </a:lnTo>
                  <a:lnTo>
                    <a:pt x="227" y="252"/>
                  </a:lnTo>
                  <a:lnTo>
                    <a:pt x="227" y="263"/>
                  </a:lnTo>
                  <a:lnTo>
                    <a:pt x="227" y="252"/>
                  </a:lnTo>
                  <a:lnTo>
                    <a:pt x="227" y="243"/>
                  </a:lnTo>
                  <a:lnTo>
                    <a:pt x="213" y="243"/>
                  </a:lnTo>
                  <a:lnTo>
                    <a:pt x="202" y="243"/>
                  </a:lnTo>
                  <a:lnTo>
                    <a:pt x="202" y="232"/>
                  </a:lnTo>
                  <a:lnTo>
                    <a:pt x="188" y="232"/>
                  </a:lnTo>
                  <a:lnTo>
                    <a:pt x="177" y="232"/>
                  </a:lnTo>
                  <a:lnTo>
                    <a:pt x="188" y="232"/>
                  </a:lnTo>
                  <a:lnTo>
                    <a:pt x="177" y="232"/>
                  </a:lnTo>
                  <a:lnTo>
                    <a:pt x="177" y="222"/>
                  </a:lnTo>
                  <a:lnTo>
                    <a:pt x="163" y="222"/>
                  </a:lnTo>
                  <a:lnTo>
                    <a:pt x="177" y="222"/>
                  </a:lnTo>
                  <a:lnTo>
                    <a:pt x="163" y="222"/>
                  </a:lnTo>
                  <a:lnTo>
                    <a:pt x="151" y="222"/>
                  </a:lnTo>
                  <a:lnTo>
                    <a:pt x="139" y="222"/>
                  </a:lnTo>
                  <a:lnTo>
                    <a:pt x="139" y="212"/>
                  </a:lnTo>
                  <a:lnTo>
                    <a:pt x="139" y="203"/>
                  </a:lnTo>
                  <a:lnTo>
                    <a:pt x="126" y="203"/>
                  </a:lnTo>
                  <a:lnTo>
                    <a:pt x="114" y="203"/>
                  </a:lnTo>
                  <a:lnTo>
                    <a:pt x="114" y="192"/>
                  </a:lnTo>
                  <a:lnTo>
                    <a:pt x="101" y="192"/>
                  </a:lnTo>
                  <a:lnTo>
                    <a:pt x="87" y="192"/>
                  </a:lnTo>
                  <a:lnTo>
                    <a:pt x="87" y="182"/>
                  </a:lnTo>
                  <a:lnTo>
                    <a:pt x="76" y="182"/>
                  </a:lnTo>
                  <a:lnTo>
                    <a:pt x="62" y="182"/>
                  </a:lnTo>
                  <a:lnTo>
                    <a:pt x="62" y="172"/>
                  </a:lnTo>
                  <a:lnTo>
                    <a:pt x="50" y="172"/>
                  </a:lnTo>
                  <a:lnTo>
                    <a:pt x="38" y="172"/>
                  </a:lnTo>
                  <a:lnTo>
                    <a:pt x="38" y="163"/>
                  </a:lnTo>
                  <a:lnTo>
                    <a:pt x="25" y="163"/>
                  </a:lnTo>
                  <a:lnTo>
                    <a:pt x="13" y="163"/>
                  </a:lnTo>
                  <a:lnTo>
                    <a:pt x="13" y="151"/>
                  </a:lnTo>
                  <a:lnTo>
                    <a:pt x="0" y="151"/>
                  </a:lnTo>
                  <a:lnTo>
                    <a:pt x="0" y="142"/>
                  </a:lnTo>
                  <a:lnTo>
                    <a:pt x="13" y="142"/>
                  </a:lnTo>
                  <a:lnTo>
                    <a:pt x="13" y="132"/>
                  </a:lnTo>
                  <a:lnTo>
                    <a:pt x="13" y="121"/>
                  </a:lnTo>
                  <a:lnTo>
                    <a:pt x="25" y="121"/>
                  </a:lnTo>
                  <a:lnTo>
                    <a:pt x="25" y="111"/>
                  </a:lnTo>
                  <a:lnTo>
                    <a:pt x="25" y="101"/>
                  </a:lnTo>
                  <a:lnTo>
                    <a:pt x="38" y="101"/>
                  </a:lnTo>
                  <a:lnTo>
                    <a:pt x="38" y="92"/>
                  </a:lnTo>
                  <a:lnTo>
                    <a:pt x="50" y="92"/>
                  </a:lnTo>
                  <a:lnTo>
                    <a:pt x="62" y="92"/>
                  </a:lnTo>
                  <a:lnTo>
                    <a:pt x="62" y="81"/>
                  </a:lnTo>
                  <a:lnTo>
                    <a:pt x="62" y="92"/>
                  </a:lnTo>
                  <a:lnTo>
                    <a:pt x="76" y="92"/>
                  </a:lnTo>
                  <a:lnTo>
                    <a:pt x="87" y="92"/>
                  </a:lnTo>
                  <a:lnTo>
                    <a:pt x="101" y="92"/>
                  </a:lnTo>
                  <a:lnTo>
                    <a:pt x="114" y="92"/>
                  </a:lnTo>
                  <a:lnTo>
                    <a:pt x="126" y="92"/>
                  </a:lnTo>
                  <a:lnTo>
                    <a:pt x="126" y="101"/>
                  </a:lnTo>
                  <a:lnTo>
                    <a:pt x="139" y="101"/>
                  </a:lnTo>
                  <a:lnTo>
                    <a:pt x="151" y="101"/>
                  </a:lnTo>
                  <a:lnTo>
                    <a:pt x="151" y="111"/>
                  </a:lnTo>
                  <a:lnTo>
                    <a:pt x="151" y="121"/>
                  </a:lnTo>
                  <a:lnTo>
                    <a:pt x="139" y="121"/>
                  </a:lnTo>
                  <a:lnTo>
                    <a:pt x="151" y="121"/>
                  </a:lnTo>
                  <a:lnTo>
                    <a:pt x="151" y="132"/>
                  </a:lnTo>
                  <a:lnTo>
                    <a:pt x="163" y="132"/>
                  </a:lnTo>
                  <a:lnTo>
                    <a:pt x="163" y="142"/>
                  </a:lnTo>
                  <a:lnTo>
                    <a:pt x="163" y="151"/>
                  </a:lnTo>
                  <a:lnTo>
                    <a:pt x="177" y="151"/>
                  </a:lnTo>
                  <a:lnTo>
                    <a:pt x="177" y="163"/>
                  </a:lnTo>
                  <a:lnTo>
                    <a:pt x="188" y="163"/>
                  </a:lnTo>
                  <a:lnTo>
                    <a:pt x="202" y="163"/>
                  </a:lnTo>
                  <a:lnTo>
                    <a:pt x="202" y="151"/>
                  </a:lnTo>
                  <a:lnTo>
                    <a:pt x="202" y="142"/>
                  </a:lnTo>
                  <a:lnTo>
                    <a:pt x="213" y="142"/>
                  </a:lnTo>
                  <a:lnTo>
                    <a:pt x="227" y="142"/>
                  </a:lnTo>
                  <a:lnTo>
                    <a:pt x="227" y="151"/>
                  </a:lnTo>
                  <a:lnTo>
                    <a:pt x="227" y="163"/>
                  </a:lnTo>
                  <a:lnTo>
                    <a:pt x="213" y="163"/>
                  </a:lnTo>
                  <a:lnTo>
                    <a:pt x="227" y="163"/>
                  </a:lnTo>
                  <a:lnTo>
                    <a:pt x="227" y="172"/>
                  </a:lnTo>
                  <a:lnTo>
                    <a:pt x="213" y="172"/>
                  </a:lnTo>
                  <a:lnTo>
                    <a:pt x="213" y="182"/>
                  </a:lnTo>
                  <a:lnTo>
                    <a:pt x="227" y="182"/>
                  </a:lnTo>
                  <a:lnTo>
                    <a:pt x="240" y="182"/>
                  </a:lnTo>
                  <a:lnTo>
                    <a:pt x="240" y="172"/>
                  </a:lnTo>
                  <a:lnTo>
                    <a:pt x="240" y="163"/>
                  </a:lnTo>
                  <a:lnTo>
                    <a:pt x="252" y="163"/>
                  </a:lnTo>
                  <a:lnTo>
                    <a:pt x="252" y="151"/>
                  </a:lnTo>
                  <a:lnTo>
                    <a:pt x="264" y="151"/>
                  </a:lnTo>
                  <a:lnTo>
                    <a:pt x="264" y="142"/>
                  </a:lnTo>
                  <a:lnTo>
                    <a:pt x="264" y="132"/>
                  </a:lnTo>
                  <a:lnTo>
                    <a:pt x="276" y="132"/>
                  </a:lnTo>
                  <a:lnTo>
                    <a:pt x="289" y="132"/>
                  </a:lnTo>
                  <a:lnTo>
                    <a:pt x="289" y="142"/>
                  </a:lnTo>
                  <a:lnTo>
                    <a:pt x="303" y="142"/>
                  </a:lnTo>
                  <a:lnTo>
                    <a:pt x="303" y="151"/>
                  </a:lnTo>
                  <a:lnTo>
                    <a:pt x="314" y="151"/>
                  </a:lnTo>
                  <a:lnTo>
                    <a:pt x="314" y="142"/>
                  </a:lnTo>
                  <a:lnTo>
                    <a:pt x="328" y="142"/>
                  </a:lnTo>
                  <a:lnTo>
                    <a:pt x="341" y="142"/>
                  </a:lnTo>
                  <a:lnTo>
                    <a:pt x="353" y="142"/>
                  </a:lnTo>
                  <a:lnTo>
                    <a:pt x="365" y="132"/>
                  </a:lnTo>
                  <a:lnTo>
                    <a:pt x="365" y="142"/>
                  </a:lnTo>
                  <a:lnTo>
                    <a:pt x="377" y="142"/>
                  </a:lnTo>
                  <a:lnTo>
                    <a:pt x="390" y="142"/>
                  </a:lnTo>
                  <a:lnTo>
                    <a:pt x="404" y="142"/>
                  </a:lnTo>
                  <a:lnTo>
                    <a:pt x="404" y="132"/>
                  </a:lnTo>
                  <a:lnTo>
                    <a:pt x="390" y="132"/>
                  </a:lnTo>
                  <a:lnTo>
                    <a:pt x="404" y="132"/>
                  </a:lnTo>
                  <a:lnTo>
                    <a:pt x="404" y="121"/>
                  </a:lnTo>
                  <a:lnTo>
                    <a:pt x="415" y="121"/>
                  </a:lnTo>
                  <a:lnTo>
                    <a:pt x="429" y="121"/>
                  </a:lnTo>
                  <a:lnTo>
                    <a:pt x="429" y="111"/>
                  </a:lnTo>
                  <a:lnTo>
                    <a:pt x="440" y="111"/>
                  </a:lnTo>
                  <a:lnTo>
                    <a:pt x="440" y="101"/>
                  </a:lnTo>
                  <a:lnTo>
                    <a:pt x="454" y="101"/>
                  </a:lnTo>
                  <a:lnTo>
                    <a:pt x="454" y="92"/>
                  </a:lnTo>
                  <a:lnTo>
                    <a:pt x="454" y="81"/>
                  </a:lnTo>
                  <a:lnTo>
                    <a:pt x="466" y="81"/>
                  </a:lnTo>
                  <a:lnTo>
                    <a:pt x="466" y="71"/>
                  </a:lnTo>
                  <a:lnTo>
                    <a:pt x="466" y="61"/>
                  </a:lnTo>
                  <a:lnTo>
                    <a:pt x="466" y="51"/>
                  </a:lnTo>
                  <a:lnTo>
                    <a:pt x="454" y="51"/>
                  </a:lnTo>
                  <a:lnTo>
                    <a:pt x="454" y="40"/>
                  </a:lnTo>
                  <a:lnTo>
                    <a:pt x="466" y="40"/>
                  </a:lnTo>
                  <a:lnTo>
                    <a:pt x="454" y="40"/>
                  </a:lnTo>
                  <a:lnTo>
                    <a:pt x="466" y="40"/>
                  </a:lnTo>
                  <a:lnTo>
                    <a:pt x="466" y="31"/>
                  </a:lnTo>
                  <a:lnTo>
                    <a:pt x="478" y="31"/>
                  </a:lnTo>
                  <a:lnTo>
                    <a:pt x="478" y="21"/>
                  </a:lnTo>
                  <a:lnTo>
                    <a:pt x="478" y="31"/>
                  </a:lnTo>
                  <a:lnTo>
                    <a:pt x="491" y="31"/>
                  </a:lnTo>
                  <a:lnTo>
                    <a:pt x="491" y="21"/>
                  </a:lnTo>
                  <a:lnTo>
                    <a:pt x="491" y="31"/>
                  </a:lnTo>
                  <a:lnTo>
                    <a:pt x="491" y="21"/>
                  </a:lnTo>
                  <a:lnTo>
                    <a:pt x="502" y="21"/>
                  </a:lnTo>
                  <a:lnTo>
                    <a:pt x="502" y="11"/>
                  </a:lnTo>
                  <a:lnTo>
                    <a:pt x="516" y="11"/>
                  </a:lnTo>
                  <a:lnTo>
                    <a:pt x="516" y="0"/>
                  </a:lnTo>
                  <a:lnTo>
                    <a:pt x="516" y="11"/>
                  </a:lnTo>
                  <a:lnTo>
                    <a:pt x="516" y="0"/>
                  </a:lnTo>
                  <a:lnTo>
                    <a:pt x="529" y="0"/>
                  </a:lnTo>
                  <a:lnTo>
                    <a:pt x="529" y="11"/>
                  </a:lnTo>
                  <a:lnTo>
                    <a:pt x="541" y="11"/>
                  </a:lnTo>
                  <a:lnTo>
                    <a:pt x="554" y="11"/>
                  </a:lnTo>
                  <a:lnTo>
                    <a:pt x="554" y="21"/>
                  </a:lnTo>
                  <a:lnTo>
                    <a:pt x="554" y="11"/>
                  </a:lnTo>
                  <a:lnTo>
                    <a:pt x="566" y="11"/>
                  </a:lnTo>
                  <a:lnTo>
                    <a:pt x="579" y="11"/>
                  </a:lnTo>
                  <a:lnTo>
                    <a:pt x="592" y="11"/>
                  </a:lnTo>
                  <a:lnTo>
                    <a:pt x="579" y="11"/>
                  </a:lnTo>
                  <a:lnTo>
                    <a:pt x="579" y="21"/>
                  </a:lnTo>
                  <a:lnTo>
                    <a:pt x="579" y="31"/>
                  </a:lnTo>
                  <a:lnTo>
                    <a:pt x="592" y="31"/>
                  </a:lnTo>
                  <a:lnTo>
                    <a:pt x="592" y="40"/>
                  </a:lnTo>
                  <a:lnTo>
                    <a:pt x="603" y="40"/>
                  </a:lnTo>
                  <a:lnTo>
                    <a:pt x="617" y="40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2"/>
            <p:cNvSpPr/>
            <p:nvPr/>
          </p:nvSpPr>
          <p:spPr>
            <a:xfrm>
              <a:off x="4429124" y="4135479"/>
              <a:ext cx="596832" cy="922019"/>
            </a:xfrm>
            <a:custGeom>
              <a:avLst/>
              <a:gdLst/>
              <a:ahLst/>
              <a:cxnLst/>
              <a:rect l="l" t="t" r="r" b="b"/>
              <a:pathLst>
                <a:path w="517" h="635" extrusionOk="0">
                  <a:moveTo>
                    <a:pt x="328" y="100"/>
                  </a:moveTo>
                  <a:lnTo>
                    <a:pt x="341" y="100"/>
                  </a:lnTo>
                  <a:lnTo>
                    <a:pt x="341" y="110"/>
                  </a:lnTo>
                  <a:lnTo>
                    <a:pt x="341" y="120"/>
                  </a:lnTo>
                  <a:lnTo>
                    <a:pt x="354" y="120"/>
                  </a:lnTo>
                  <a:lnTo>
                    <a:pt x="354" y="129"/>
                  </a:lnTo>
                  <a:lnTo>
                    <a:pt x="366" y="129"/>
                  </a:lnTo>
                  <a:lnTo>
                    <a:pt x="354" y="129"/>
                  </a:lnTo>
                  <a:lnTo>
                    <a:pt x="354" y="141"/>
                  </a:lnTo>
                  <a:lnTo>
                    <a:pt x="366" y="141"/>
                  </a:lnTo>
                  <a:lnTo>
                    <a:pt x="366" y="150"/>
                  </a:lnTo>
                  <a:lnTo>
                    <a:pt x="366" y="160"/>
                  </a:lnTo>
                  <a:lnTo>
                    <a:pt x="379" y="160"/>
                  </a:lnTo>
                  <a:lnTo>
                    <a:pt x="379" y="171"/>
                  </a:lnTo>
                  <a:lnTo>
                    <a:pt x="379" y="181"/>
                  </a:lnTo>
                  <a:lnTo>
                    <a:pt x="379" y="171"/>
                  </a:lnTo>
                  <a:lnTo>
                    <a:pt x="379" y="181"/>
                  </a:lnTo>
                  <a:lnTo>
                    <a:pt x="391" y="181"/>
                  </a:lnTo>
                  <a:lnTo>
                    <a:pt x="391" y="191"/>
                  </a:lnTo>
                  <a:lnTo>
                    <a:pt x="391" y="200"/>
                  </a:lnTo>
                  <a:lnTo>
                    <a:pt x="404" y="200"/>
                  </a:lnTo>
                  <a:lnTo>
                    <a:pt x="404" y="212"/>
                  </a:lnTo>
                  <a:lnTo>
                    <a:pt x="417" y="212"/>
                  </a:lnTo>
                  <a:lnTo>
                    <a:pt x="404" y="212"/>
                  </a:lnTo>
                  <a:lnTo>
                    <a:pt x="417" y="212"/>
                  </a:lnTo>
                  <a:lnTo>
                    <a:pt x="417" y="221"/>
                  </a:lnTo>
                  <a:lnTo>
                    <a:pt x="429" y="221"/>
                  </a:lnTo>
                  <a:lnTo>
                    <a:pt x="429" y="231"/>
                  </a:lnTo>
                  <a:lnTo>
                    <a:pt x="429" y="241"/>
                  </a:lnTo>
                  <a:lnTo>
                    <a:pt x="417" y="241"/>
                  </a:lnTo>
                  <a:lnTo>
                    <a:pt x="417" y="231"/>
                  </a:lnTo>
                  <a:lnTo>
                    <a:pt x="404" y="231"/>
                  </a:lnTo>
                  <a:lnTo>
                    <a:pt x="391" y="231"/>
                  </a:lnTo>
                  <a:lnTo>
                    <a:pt x="379" y="231"/>
                  </a:lnTo>
                  <a:lnTo>
                    <a:pt x="366" y="231"/>
                  </a:lnTo>
                  <a:lnTo>
                    <a:pt x="366" y="221"/>
                  </a:lnTo>
                  <a:lnTo>
                    <a:pt x="354" y="221"/>
                  </a:lnTo>
                  <a:lnTo>
                    <a:pt x="354" y="212"/>
                  </a:lnTo>
                  <a:lnTo>
                    <a:pt x="341" y="212"/>
                  </a:lnTo>
                  <a:lnTo>
                    <a:pt x="341" y="200"/>
                  </a:lnTo>
                  <a:lnTo>
                    <a:pt x="328" y="200"/>
                  </a:lnTo>
                  <a:lnTo>
                    <a:pt x="316" y="200"/>
                  </a:lnTo>
                  <a:lnTo>
                    <a:pt x="316" y="191"/>
                  </a:lnTo>
                  <a:lnTo>
                    <a:pt x="316" y="181"/>
                  </a:lnTo>
                  <a:lnTo>
                    <a:pt x="303" y="181"/>
                  </a:lnTo>
                  <a:lnTo>
                    <a:pt x="303" y="191"/>
                  </a:lnTo>
                  <a:lnTo>
                    <a:pt x="290" y="191"/>
                  </a:lnTo>
                  <a:lnTo>
                    <a:pt x="303" y="191"/>
                  </a:lnTo>
                  <a:lnTo>
                    <a:pt x="290" y="191"/>
                  </a:lnTo>
                  <a:lnTo>
                    <a:pt x="290" y="200"/>
                  </a:lnTo>
                  <a:lnTo>
                    <a:pt x="290" y="212"/>
                  </a:lnTo>
                  <a:lnTo>
                    <a:pt x="303" y="212"/>
                  </a:lnTo>
                  <a:lnTo>
                    <a:pt x="290" y="212"/>
                  </a:lnTo>
                  <a:lnTo>
                    <a:pt x="303" y="212"/>
                  </a:lnTo>
                  <a:lnTo>
                    <a:pt x="290" y="212"/>
                  </a:lnTo>
                  <a:lnTo>
                    <a:pt x="290" y="221"/>
                  </a:lnTo>
                  <a:lnTo>
                    <a:pt x="290" y="231"/>
                  </a:lnTo>
                  <a:lnTo>
                    <a:pt x="290" y="241"/>
                  </a:lnTo>
                  <a:lnTo>
                    <a:pt x="290" y="252"/>
                  </a:lnTo>
                  <a:lnTo>
                    <a:pt x="303" y="252"/>
                  </a:lnTo>
                  <a:lnTo>
                    <a:pt x="290" y="252"/>
                  </a:lnTo>
                  <a:lnTo>
                    <a:pt x="303" y="252"/>
                  </a:lnTo>
                  <a:lnTo>
                    <a:pt x="303" y="261"/>
                  </a:lnTo>
                  <a:lnTo>
                    <a:pt x="290" y="261"/>
                  </a:lnTo>
                  <a:lnTo>
                    <a:pt x="303" y="261"/>
                  </a:lnTo>
                  <a:lnTo>
                    <a:pt x="303" y="271"/>
                  </a:lnTo>
                  <a:lnTo>
                    <a:pt x="316" y="271"/>
                  </a:lnTo>
                  <a:lnTo>
                    <a:pt x="316" y="281"/>
                  </a:lnTo>
                  <a:lnTo>
                    <a:pt x="316" y="271"/>
                  </a:lnTo>
                  <a:lnTo>
                    <a:pt x="316" y="281"/>
                  </a:lnTo>
                  <a:lnTo>
                    <a:pt x="328" y="281"/>
                  </a:lnTo>
                  <a:lnTo>
                    <a:pt x="328" y="292"/>
                  </a:lnTo>
                  <a:lnTo>
                    <a:pt x="316" y="292"/>
                  </a:lnTo>
                  <a:lnTo>
                    <a:pt x="316" y="301"/>
                  </a:lnTo>
                  <a:lnTo>
                    <a:pt x="316" y="312"/>
                  </a:lnTo>
                  <a:lnTo>
                    <a:pt x="328" y="312"/>
                  </a:lnTo>
                  <a:lnTo>
                    <a:pt x="316" y="312"/>
                  </a:lnTo>
                  <a:lnTo>
                    <a:pt x="328" y="312"/>
                  </a:lnTo>
                  <a:lnTo>
                    <a:pt x="328" y="321"/>
                  </a:lnTo>
                  <a:lnTo>
                    <a:pt x="328" y="332"/>
                  </a:lnTo>
                  <a:lnTo>
                    <a:pt x="341" y="332"/>
                  </a:lnTo>
                  <a:lnTo>
                    <a:pt x="341" y="341"/>
                  </a:lnTo>
                  <a:lnTo>
                    <a:pt x="341" y="352"/>
                  </a:lnTo>
                  <a:lnTo>
                    <a:pt x="341" y="361"/>
                  </a:lnTo>
                  <a:lnTo>
                    <a:pt x="354" y="361"/>
                  </a:lnTo>
                  <a:lnTo>
                    <a:pt x="354" y="372"/>
                  </a:lnTo>
                  <a:lnTo>
                    <a:pt x="354" y="383"/>
                  </a:lnTo>
                  <a:lnTo>
                    <a:pt x="366" y="383"/>
                  </a:lnTo>
                  <a:lnTo>
                    <a:pt x="366" y="392"/>
                  </a:lnTo>
                  <a:lnTo>
                    <a:pt x="354" y="392"/>
                  </a:lnTo>
                  <a:lnTo>
                    <a:pt x="354" y="403"/>
                  </a:lnTo>
                  <a:lnTo>
                    <a:pt x="354" y="412"/>
                  </a:lnTo>
                  <a:lnTo>
                    <a:pt x="341" y="412"/>
                  </a:lnTo>
                  <a:lnTo>
                    <a:pt x="354" y="412"/>
                  </a:lnTo>
                  <a:lnTo>
                    <a:pt x="354" y="423"/>
                  </a:lnTo>
                  <a:lnTo>
                    <a:pt x="354" y="432"/>
                  </a:lnTo>
                  <a:lnTo>
                    <a:pt x="366" y="432"/>
                  </a:lnTo>
                  <a:lnTo>
                    <a:pt x="366" y="443"/>
                  </a:lnTo>
                  <a:lnTo>
                    <a:pt x="354" y="443"/>
                  </a:lnTo>
                  <a:lnTo>
                    <a:pt x="366" y="453"/>
                  </a:lnTo>
                  <a:lnTo>
                    <a:pt x="366" y="463"/>
                  </a:lnTo>
                  <a:lnTo>
                    <a:pt x="354" y="463"/>
                  </a:lnTo>
                  <a:lnTo>
                    <a:pt x="354" y="472"/>
                  </a:lnTo>
                  <a:lnTo>
                    <a:pt x="354" y="483"/>
                  </a:lnTo>
                  <a:lnTo>
                    <a:pt x="366" y="483"/>
                  </a:lnTo>
                  <a:lnTo>
                    <a:pt x="366" y="493"/>
                  </a:lnTo>
                  <a:lnTo>
                    <a:pt x="379" y="493"/>
                  </a:lnTo>
                  <a:lnTo>
                    <a:pt x="379" y="483"/>
                  </a:lnTo>
                  <a:lnTo>
                    <a:pt x="391" y="483"/>
                  </a:lnTo>
                  <a:lnTo>
                    <a:pt x="391" y="472"/>
                  </a:lnTo>
                  <a:lnTo>
                    <a:pt x="391" y="463"/>
                  </a:lnTo>
                  <a:lnTo>
                    <a:pt x="404" y="463"/>
                  </a:lnTo>
                  <a:lnTo>
                    <a:pt x="404" y="472"/>
                  </a:lnTo>
                  <a:lnTo>
                    <a:pt x="417" y="472"/>
                  </a:lnTo>
                  <a:lnTo>
                    <a:pt x="417" y="463"/>
                  </a:lnTo>
                  <a:lnTo>
                    <a:pt x="417" y="472"/>
                  </a:lnTo>
                  <a:lnTo>
                    <a:pt x="429" y="463"/>
                  </a:lnTo>
                  <a:lnTo>
                    <a:pt x="442" y="463"/>
                  </a:lnTo>
                  <a:lnTo>
                    <a:pt x="453" y="463"/>
                  </a:lnTo>
                  <a:lnTo>
                    <a:pt x="453" y="453"/>
                  </a:lnTo>
                  <a:lnTo>
                    <a:pt x="453" y="463"/>
                  </a:lnTo>
                  <a:lnTo>
                    <a:pt x="467" y="463"/>
                  </a:lnTo>
                  <a:lnTo>
                    <a:pt x="467" y="453"/>
                  </a:lnTo>
                  <a:lnTo>
                    <a:pt x="480" y="453"/>
                  </a:lnTo>
                  <a:lnTo>
                    <a:pt x="480" y="463"/>
                  </a:lnTo>
                  <a:lnTo>
                    <a:pt x="492" y="463"/>
                  </a:lnTo>
                  <a:lnTo>
                    <a:pt x="505" y="463"/>
                  </a:lnTo>
                  <a:lnTo>
                    <a:pt x="505" y="472"/>
                  </a:lnTo>
                  <a:lnTo>
                    <a:pt x="517" y="472"/>
                  </a:lnTo>
                  <a:lnTo>
                    <a:pt x="505" y="472"/>
                  </a:lnTo>
                  <a:lnTo>
                    <a:pt x="505" y="483"/>
                  </a:lnTo>
                  <a:lnTo>
                    <a:pt x="505" y="472"/>
                  </a:lnTo>
                  <a:lnTo>
                    <a:pt x="505" y="483"/>
                  </a:lnTo>
                  <a:lnTo>
                    <a:pt x="492" y="483"/>
                  </a:lnTo>
                  <a:lnTo>
                    <a:pt x="492" y="472"/>
                  </a:lnTo>
                  <a:lnTo>
                    <a:pt x="492" y="483"/>
                  </a:lnTo>
                  <a:lnTo>
                    <a:pt x="480" y="483"/>
                  </a:lnTo>
                  <a:lnTo>
                    <a:pt x="480" y="493"/>
                  </a:lnTo>
                  <a:lnTo>
                    <a:pt x="467" y="493"/>
                  </a:lnTo>
                  <a:lnTo>
                    <a:pt x="480" y="493"/>
                  </a:lnTo>
                  <a:lnTo>
                    <a:pt x="467" y="493"/>
                  </a:lnTo>
                  <a:lnTo>
                    <a:pt x="467" y="503"/>
                  </a:lnTo>
                  <a:lnTo>
                    <a:pt x="480" y="503"/>
                  </a:lnTo>
                  <a:lnTo>
                    <a:pt x="480" y="512"/>
                  </a:lnTo>
                  <a:lnTo>
                    <a:pt x="480" y="524"/>
                  </a:lnTo>
                  <a:lnTo>
                    <a:pt x="480" y="533"/>
                  </a:lnTo>
                  <a:lnTo>
                    <a:pt x="467" y="533"/>
                  </a:lnTo>
                  <a:lnTo>
                    <a:pt x="467" y="543"/>
                  </a:lnTo>
                  <a:lnTo>
                    <a:pt x="467" y="553"/>
                  </a:lnTo>
                  <a:lnTo>
                    <a:pt x="453" y="553"/>
                  </a:lnTo>
                  <a:lnTo>
                    <a:pt x="453" y="564"/>
                  </a:lnTo>
                  <a:lnTo>
                    <a:pt x="442" y="564"/>
                  </a:lnTo>
                  <a:lnTo>
                    <a:pt x="442" y="573"/>
                  </a:lnTo>
                  <a:lnTo>
                    <a:pt x="429" y="573"/>
                  </a:lnTo>
                  <a:lnTo>
                    <a:pt x="417" y="573"/>
                  </a:lnTo>
                  <a:lnTo>
                    <a:pt x="417" y="583"/>
                  </a:lnTo>
                  <a:lnTo>
                    <a:pt x="404" y="583"/>
                  </a:lnTo>
                  <a:lnTo>
                    <a:pt x="417" y="583"/>
                  </a:lnTo>
                  <a:lnTo>
                    <a:pt x="417" y="594"/>
                  </a:lnTo>
                  <a:lnTo>
                    <a:pt x="404" y="594"/>
                  </a:lnTo>
                  <a:lnTo>
                    <a:pt x="391" y="594"/>
                  </a:lnTo>
                  <a:lnTo>
                    <a:pt x="379" y="594"/>
                  </a:lnTo>
                  <a:lnTo>
                    <a:pt x="379" y="583"/>
                  </a:lnTo>
                  <a:lnTo>
                    <a:pt x="366" y="594"/>
                  </a:lnTo>
                  <a:lnTo>
                    <a:pt x="354" y="594"/>
                  </a:lnTo>
                  <a:lnTo>
                    <a:pt x="341" y="594"/>
                  </a:lnTo>
                  <a:lnTo>
                    <a:pt x="328" y="594"/>
                  </a:lnTo>
                  <a:lnTo>
                    <a:pt x="328" y="604"/>
                  </a:lnTo>
                  <a:lnTo>
                    <a:pt x="316" y="604"/>
                  </a:lnTo>
                  <a:lnTo>
                    <a:pt x="316" y="594"/>
                  </a:lnTo>
                  <a:lnTo>
                    <a:pt x="303" y="594"/>
                  </a:lnTo>
                  <a:lnTo>
                    <a:pt x="303" y="583"/>
                  </a:lnTo>
                  <a:lnTo>
                    <a:pt x="290" y="583"/>
                  </a:lnTo>
                  <a:lnTo>
                    <a:pt x="278" y="583"/>
                  </a:lnTo>
                  <a:lnTo>
                    <a:pt x="278" y="594"/>
                  </a:lnTo>
                  <a:lnTo>
                    <a:pt x="278" y="604"/>
                  </a:lnTo>
                  <a:lnTo>
                    <a:pt x="265" y="604"/>
                  </a:lnTo>
                  <a:lnTo>
                    <a:pt x="265" y="614"/>
                  </a:lnTo>
                  <a:lnTo>
                    <a:pt x="253" y="614"/>
                  </a:lnTo>
                  <a:lnTo>
                    <a:pt x="253" y="624"/>
                  </a:lnTo>
                  <a:lnTo>
                    <a:pt x="253" y="635"/>
                  </a:lnTo>
                  <a:lnTo>
                    <a:pt x="240" y="635"/>
                  </a:lnTo>
                  <a:lnTo>
                    <a:pt x="227" y="635"/>
                  </a:lnTo>
                  <a:lnTo>
                    <a:pt x="227" y="624"/>
                  </a:lnTo>
                  <a:lnTo>
                    <a:pt x="240" y="624"/>
                  </a:lnTo>
                  <a:lnTo>
                    <a:pt x="240" y="614"/>
                  </a:lnTo>
                  <a:lnTo>
                    <a:pt x="227" y="614"/>
                  </a:lnTo>
                  <a:lnTo>
                    <a:pt x="240" y="614"/>
                  </a:lnTo>
                  <a:lnTo>
                    <a:pt x="240" y="604"/>
                  </a:lnTo>
                  <a:lnTo>
                    <a:pt x="240" y="594"/>
                  </a:lnTo>
                  <a:lnTo>
                    <a:pt x="227" y="594"/>
                  </a:lnTo>
                  <a:lnTo>
                    <a:pt x="215" y="594"/>
                  </a:lnTo>
                  <a:lnTo>
                    <a:pt x="215" y="604"/>
                  </a:lnTo>
                  <a:lnTo>
                    <a:pt x="215" y="614"/>
                  </a:lnTo>
                  <a:lnTo>
                    <a:pt x="202" y="614"/>
                  </a:lnTo>
                  <a:lnTo>
                    <a:pt x="191" y="614"/>
                  </a:lnTo>
                  <a:lnTo>
                    <a:pt x="191" y="604"/>
                  </a:lnTo>
                  <a:lnTo>
                    <a:pt x="177" y="604"/>
                  </a:lnTo>
                  <a:lnTo>
                    <a:pt x="177" y="594"/>
                  </a:lnTo>
                  <a:lnTo>
                    <a:pt x="177" y="583"/>
                  </a:lnTo>
                  <a:lnTo>
                    <a:pt x="164" y="583"/>
                  </a:lnTo>
                  <a:lnTo>
                    <a:pt x="164" y="573"/>
                  </a:lnTo>
                  <a:lnTo>
                    <a:pt x="152" y="573"/>
                  </a:lnTo>
                  <a:lnTo>
                    <a:pt x="164" y="573"/>
                  </a:lnTo>
                  <a:lnTo>
                    <a:pt x="164" y="564"/>
                  </a:lnTo>
                  <a:lnTo>
                    <a:pt x="164" y="553"/>
                  </a:lnTo>
                  <a:lnTo>
                    <a:pt x="152" y="553"/>
                  </a:lnTo>
                  <a:lnTo>
                    <a:pt x="139" y="553"/>
                  </a:lnTo>
                  <a:lnTo>
                    <a:pt x="139" y="543"/>
                  </a:lnTo>
                  <a:lnTo>
                    <a:pt x="127" y="543"/>
                  </a:lnTo>
                  <a:lnTo>
                    <a:pt x="114" y="543"/>
                  </a:lnTo>
                  <a:lnTo>
                    <a:pt x="101" y="543"/>
                  </a:lnTo>
                  <a:lnTo>
                    <a:pt x="90" y="543"/>
                  </a:lnTo>
                  <a:lnTo>
                    <a:pt x="76" y="543"/>
                  </a:lnTo>
                  <a:lnTo>
                    <a:pt x="76" y="533"/>
                  </a:lnTo>
                  <a:lnTo>
                    <a:pt x="90" y="533"/>
                  </a:lnTo>
                  <a:lnTo>
                    <a:pt x="101" y="533"/>
                  </a:lnTo>
                  <a:lnTo>
                    <a:pt x="101" y="524"/>
                  </a:lnTo>
                  <a:lnTo>
                    <a:pt x="101" y="512"/>
                  </a:lnTo>
                  <a:lnTo>
                    <a:pt x="101" y="503"/>
                  </a:lnTo>
                  <a:lnTo>
                    <a:pt x="101" y="493"/>
                  </a:lnTo>
                  <a:lnTo>
                    <a:pt x="90" y="493"/>
                  </a:lnTo>
                  <a:lnTo>
                    <a:pt x="76" y="493"/>
                  </a:lnTo>
                  <a:lnTo>
                    <a:pt x="90" y="483"/>
                  </a:lnTo>
                  <a:lnTo>
                    <a:pt x="76" y="483"/>
                  </a:lnTo>
                  <a:lnTo>
                    <a:pt x="76" y="472"/>
                  </a:lnTo>
                  <a:lnTo>
                    <a:pt x="90" y="472"/>
                  </a:lnTo>
                  <a:lnTo>
                    <a:pt x="90" y="463"/>
                  </a:lnTo>
                  <a:lnTo>
                    <a:pt x="90" y="472"/>
                  </a:lnTo>
                  <a:lnTo>
                    <a:pt x="76" y="472"/>
                  </a:lnTo>
                  <a:lnTo>
                    <a:pt x="63" y="472"/>
                  </a:lnTo>
                  <a:lnTo>
                    <a:pt x="63" y="463"/>
                  </a:lnTo>
                  <a:lnTo>
                    <a:pt x="63" y="453"/>
                  </a:lnTo>
                  <a:lnTo>
                    <a:pt x="76" y="453"/>
                  </a:lnTo>
                  <a:lnTo>
                    <a:pt x="63" y="453"/>
                  </a:lnTo>
                  <a:lnTo>
                    <a:pt x="63" y="443"/>
                  </a:lnTo>
                  <a:lnTo>
                    <a:pt x="51" y="443"/>
                  </a:lnTo>
                  <a:lnTo>
                    <a:pt x="51" y="432"/>
                  </a:lnTo>
                  <a:lnTo>
                    <a:pt x="51" y="443"/>
                  </a:lnTo>
                  <a:lnTo>
                    <a:pt x="38" y="443"/>
                  </a:lnTo>
                  <a:lnTo>
                    <a:pt x="26" y="443"/>
                  </a:lnTo>
                  <a:lnTo>
                    <a:pt x="26" y="453"/>
                  </a:lnTo>
                  <a:lnTo>
                    <a:pt x="26" y="443"/>
                  </a:lnTo>
                  <a:lnTo>
                    <a:pt x="13" y="443"/>
                  </a:lnTo>
                  <a:lnTo>
                    <a:pt x="13" y="453"/>
                  </a:lnTo>
                  <a:lnTo>
                    <a:pt x="13" y="443"/>
                  </a:lnTo>
                  <a:lnTo>
                    <a:pt x="13" y="432"/>
                  </a:lnTo>
                  <a:lnTo>
                    <a:pt x="0" y="432"/>
                  </a:lnTo>
                  <a:lnTo>
                    <a:pt x="0" y="423"/>
                  </a:lnTo>
                  <a:lnTo>
                    <a:pt x="13" y="423"/>
                  </a:lnTo>
                  <a:lnTo>
                    <a:pt x="13" y="412"/>
                  </a:lnTo>
                  <a:lnTo>
                    <a:pt x="0" y="412"/>
                  </a:lnTo>
                  <a:lnTo>
                    <a:pt x="0" y="403"/>
                  </a:lnTo>
                  <a:lnTo>
                    <a:pt x="0" y="392"/>
                  </a:lnTo>
                  <a:lnTo>
                    <a:pt x="13" y="392"/>
                  </a:lnTo>
                  <a:lnTo>
                    <a:pt x="13" y="383"/>
                  </a:lnTo>
                  <a:lnTo>
                    <a:pt x="0" y="383"/>
                  </a:lnTo>
                  <a:lnTo>
                    <a:pt x="0" y="372"/>
                  </a:lnTo>
                  <a:lnTo>
                    <a:pt x="13" y="372"/>
                  </a:lnTo>
                  <a:lnTo>
                    <a:pt x="13" y="361"/>
                  </a:lnTo>
                  <a:lnTo>
                    <a:pt x="13" y="352"/>
                  </a:lnTo>
                  <a:lnTo>
                    <a:pt x="26" y="352"/>
                  </a:lnTo>
                  <a:lnTo>
                    <a:pt x="38" y="352"/>
                  </a:lnTo>
                  <a:lnTo>
                    <a:pt x="51" y="352"/>
                  </a:lnTo>
                  <a:lnTo>
                    <a:pt x="63" y="352"/>
                  </a:lnTo>
                  <a:lnTo>
                    <a:pt x="76" y="352"/>
                  </a:lnTo>
                  <a:lnTo>
                    <a:pt x="76" y="341"/>
                  </a:lnTo>
                  <a:lnTo>
                    <a:pt x="76" y="332"/>
                  </a:lnTo>
                  <a:lnTo>
                    <a:pt x="76" y="321"/>
                  </a:lnTo>
                  <a:lnTo>
                    <a:pt x="76" y="312"/>
                  </a:lnTo>
                  <a:lnTo>
                    <a:pt x="76" y="301"/>
                  </a:lnTo>
                  <a:lnTo>
                    <a:pt x="76" y="292"/>
                  </a:lnTo>
                  <a:lnTo>
                    <a:pt x="76" y="281"/>
                  </a:lnTo>
                  <a:lnTo>
                    <a:pt x="76" y="271"/>
                  </a:lnTo>
                  <a:lnTo>
                    <a:pt x="76" y="261"/>
                  </a:lnTo>
                  <a:lnTo>
                    <a:pt x="76" y="252"/>
                  </a:lnTo>
                  <a:lnTo>
                    <a:pt x="63" y="252"/>
                  </a:lnTo>
                  <a:lnTo>
                    <a:pt x="63" y="241"/>
                  </a:lnTo>
                  <a:lnTo>
                    <a:pt x="51" y="241"/>
                  </a:lnTo>
                  <a:lnTo>
                    <a:pt x="51" y="231"/>
                  </a:lnTo>
                  <a:lnTo>
                    <a:pt x="51" y="221"/>
                  </a:lnTo>
                  <a:lnTo>
                    <a:pt x="63" y="212"/>
                  </a:lnTo>
                  <a:lnTo>
                    <a:pt x="76" y="212"/>
                  </a:lnTo>
                  <a:lnTo>
                    <a:pt x="90" y="212"/>
                  </a:lnTo>
                  <a:lnTo>
                    <a:pt x="90" y="221"/>
                  </a:lnTo>
                  <a:lnTo>
                    <a:pt x="101" y="221"/>
                  </a:lnTo>
                  <a:lnTo>
                    <a:pt x="101" y="212"/>
                  </a:lnTo>
                  <a:lnTo>
                    <a:pt x="114" y="212"/>
                  </a:lnTo>
                  <a:lnTo>
                    <a:pt x="101" y="212"/>
                  </a:lnTo>
                  <a:lnTo>
                    <a:pt x="101" y="200"/>
                  </a:lnTo>
                  <a:lnTo>
                    <a:pt x="114" y="200"/>
                  </a:lnTo>
                  <a:lnTo>
                    <a:pt x="114" y="191"/>
                  </a:lnTo>
                  <a:lnTo>
                    <a:pt x="127" y="191"/>
                  </a:lnTo>
                  <a:lnTo>
                    <a:pt x="127" y="181"/>
                  </a:lnTo>
                  <a:lnTo>
                    <a:pt x="127" y="191"/>
                  </a:lnTo>
                  <a:lnTo>
                    <a:pt x="127" y="181"/>
                  </a:lnTo>
                  <a:lnTo>
                    <a:pt x="139" y="181"/>
                  </a:lnTo>
                  <a:lnTo>
                    <a:pt x="139" y="191"/>
                  </a:lnTo>
                  <a:lnTo>
                    <a:pt x="139" y="181"/>
                  </a:lnTo>
                  <a:lnTo>
                    <a:pt x="152" y="181"/>
                  </a:lnTo>
                  <a:lnTo>
                    <a:pt x="164" y="181"/>
                  </a:lnTo>
                  <a:lnTo>
                    <a:pt x="164" y="171"/>
                  </a:lnTo>
                  <a:lnTo>
                    <a:pt x="164" y="160"/>
                  </a:lnTo>
                  <a:lnTo>
                    <a:pt x="164" y="150"/>
                  </a:lnTo>
                  <a:lnTo>
                    <a:pt x="177" y="150"/>
                  </a:lnTo>
                  <a:lnTo>
                    <a:pt x="177" y="160"/>
                  </a:lnTo>
                  <a:lnTo>
                    <a:pt x="191" y="160"/>
                  </a:lnTo>
                  <a:lnTo>
                    <a:pt x="191" y="150"/>
                  </a:lnTo>
                  <a:lnTo>
                    <a:pt x="191" y="141"/>
                  </a:lnTo>
                  <a:lnTo>
                    <a:pt x="177" y="141"/>
                  </a:lnTo>
                  <a:lnTo>
                    <a:pt x="177" y="129"/>
                  </a:lnTo>
                  <a:lnTo>
                    <a:pt x="177" y="120"/>
                  </a:lnTo>
                  <a:lnTo>
                    <a:pt x="191" y="120"/>
                  </a:lnTo>
                  <a:lnTo>
                    <a:pt x="191" y="110"/>
                  </a:lnTo>
                  <a:lnTo>
                    <a:pt x="191" y="100"/>
                  </a:lnTo>
                  <a:lnTo>
                    <a:pt x="177" y="100"/>
                  </a:lnTo>
                  <a:lnTo>
                    <a:pt x="177" y="89"/>
                  </a:lnTo>
                  <a:lnTo>
                    <a:pt x="177" y="80"/>
                  </a:lnTo>
                  <a:lnTo>
                    <a:pt x="177" y="70"/>
                  </a:lnTo>
                  <a:lnTo>
                    <a:pt x="164" y="70"/>
                  </a:lnTo>
                  <a:lnTo>
                    <a:pt x="164" y="60"/>
                  </a:lnTo>
                  <a:lnTo>
                    <a:pt x="164" y="49"/>
                  </a:lnTo>
                  <a:lnTo>
                    <a:pt x="152" y="49"/>
                  </a:lnTo>
                  <a:lnTo>
                    <a:pt x="139" y="49"/>
                  </a:lnTo>
                  <a:lnTo>
                    <a:pt x="139" y="40"/>
                  </a:lnTo>
                  <a:lnTo>
                    <a:pt x="127" y="40"/>
                  </a:lnTo>
                  <a:lnTo>
                    <a:pt x="127" y="29"/>
                  </a:lnTo>
                  <a:lnTo>
                    <a:pt x="127" y="20"/>
                  </a:lnTo>
                  <a:lnTo>
                    <a:pt x="139" y="20"/>
                  </a:lnTo>
                  <a:lnTo>
                    <a:pt x="152" y="20"/>
                  </a:lnTo>
                  <a:lnTo>
                    <a:pt x="152" y="9"/>
                  </a:lnTo>
                  <a:lnTo>
                    <a:pt x="152" y="20"/>
                  </a:lnTo>
                  <a:lnTo>
                    <a:pt x="164" y="20"/>
                  </a:lnTo>
                  <a:lnTo>
                    <a:pt x="164" y="9"/>
                  </a:lnTo>
                  <a:lnTo>
                    <a:pt x="164" y="0"/>
                  </a:lnTo>
                  <a:lnTo>
                    <a:pt x="177" y="0"/>
                  </a:lnTo>
                  <a:lnTo>
                    <a:pt x="177" y="9"/>
                  </a:lnTo>
                  <a:lnTo>
                    <a:pt x="191" y="9"/>
                  </a:lnTo>
                  <a:lnTo>
                    <a:pt x="202" y="9"/>
                  </a:lnTo>
                  <a:lnTo>
                    <a:pt x="202" y="20"/>
                  </a:lnTo>
                  <a:lnTo>
                    <a:pt x="202" y="9"/>
                  </a:lnTo>
                  <a:lnTo>
                    <a:pt x="202" y="20"/>
                  </a:lnTo>
                  <a:lnTo>
                    <a:pt x="215" y="20"/>
                  </a:lnTo>
                  <a:lnTo>
                    <a:pt x="215" y="29"/>
                  </a:lnTo>
                  <a:lnTo>
                    <a:pt x="227" y="20"/>
                  </a:lnTo>
                  <a:lnTo>
                    <a:pt x="215" y="20"/>
                  </a:lnTo>
                  <a:lnTo>
                    <a:pt x="227" y="20"/>
                  </a:lnTo>
                  <a:lnTo>
                    <a:pt x="227" y="29"/>
                  </a:lnTo>
                  <a:lnTo>
                    <a:pt x="227" y="20"/>
                  </a:lnTo>
                  <a:lnTo>
                    <a:pt x="240" y="20"/>
                  </a:lnTo>
                  <a:lnTo>
                    <a:pt x="240" y="9"/>
                  </a:lnTo>
                  <a:lnTo>
                    <a:pt x="253" y="9"/>
                  </a:lnTo>
                  <a:lnTo>
                    <a:pt x="253" y="20"/>
                  </a:lnTo>
                  <a:lnTo>
                    <a:pt x="253" y="9"/>
                  </a:lnTo>
                  <a:lnTo>
                    <a:pt x="265" y="9"/>
                  </a:lnTo>
                  <a:lnTo>
                    <a:pt x="265" y="20"/>
                  </a:lnTo>
                  <a:lnTo>
                    <a:pt x="265" y="29"/>
                  </a:lnTo>
                  <a:lnTo>
                    <a:pt x="265" y="40"/>
                  </a:lnTo>
                  <a:lnTo>
                    <a:pt x="278" y="40"/>
                  </a:lnTo>
                  <a:lnTo>
                    <a:pt x="278" y="49"/>
                  </a:lnTo>
                  <a:lnTo>
                    <a:pt x="290" y="49"/>
                  </a:lnTo>
                  <a:lnTo>
                    <a:pt x="290" y="60"/>
                  </a:lnTo>
                  <a:lnTo>
                    <a:pt x="290" y="70"/>
                  </a:lnTo>
                  <a:lnTo>
                    <a:pt x="303" y="70"/>
                  </a:lnTo>
                  <a:lnTo>
                    <a:pt x="303" y="80"/>
                  </a:lnTo>
                  <a:lnTo>
                    <a:pt x="303" y="89"/>
                  </a:lnTo>
                  <a:lnTo>
                    <a:pt x="316" y="89"/>
                  </a:lnTo>
                  <a:lnTo>
                    <a:pt x="316" y="80"/>
                  </a:lnTo>
                  <a:lnTo>
                    <a:pt x="316" y="89"/>
                  </a:lnTo>
                  <a:lnTo>
                    <a:pt x="328" y="89"/>
                  </a:lnTo>
                  <a:lnTo>
                    <a:pt x="316" y="89"/>
                  </a:lnTo>
                  <a:lnTo>
                    <a:pt x="328" y="89"/>
                  </a:lnTo>
                  <a:lnTo>
                    <a:pt x="328" y="100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2"/>
            <p:cNvSpPr/>
            <p:nvPr/>
          </p:nvSpPr>
          <p:spPr>
            <a:xfrm>
              <a:off x="3260927" y="2096024"/>
              <a:ext cx="461549" cy="843852"/>
            </a:xfrm>
            <a:custGeom>
              <a:avLst/>
              <a:gdLst/>
              <a:ahLst/>
              <a:cxnLst/>
              <a:rect l="l" t="t" r="r" b="b"/>
              <a:pathLst>
                <a:path w="399" h="581" extrusionOk="0">
                  <a:moveTo>
                    <a:pt x="237" y="290"/>
                  </a:moveTo>
                  <a:lnTo>
                    <a:pt x="237" y="301"/>
                  </a:lnTo>
                  <a:lnTo>
                    <a:pt x="249" y="301"/>
                  </a:lnTo>
                  <a:lnTo>
                    <a:pt x="249" y="311"/>
                  </a:lnTo>
                  <a:lnTo>
                    <a:pt x="261" y="311"/>
                  </a:lnTo>
                  <a:lnTo>
                    <a:pt x="261" y="321"/>
                  </a:lnTo>
                  <a:lnTo>
                    <a:pt x="274" y="321"/>
                  </a:lnTo>
                  <a:lnTo>
                    <a:pt x="274" y="330"/>
                  </a:lnTo>
                  <a:lnTo>
                    <a:pt x="287" y="330"/>
                  </a:lnTo>
                  <a:lnTo>
                    <a:pt x="287" y="342"/>
                  </a:lnTo>
                  <a:lnTo>
                    <a:pt x="299" y="342"/>
                  </a:lnTo>
                  <a:lnTo>
                    <a:pt x="299" y="351"/>
                  </a:lnTo>
                  <a:lnTo>
                    <a:pt x="299" y="361"/>
                  </a:lnTo>
                  <a:lnTo>
                    <a:pt x="312" y="361"/>
                  </a:lnTo>
                  <a:lnTo>
                    <a:pt x="312" y="371"/>
                  </a:lnTo>
                  <a:lnTo>
                    <a:pt x="312" y="381"/>
                  </a:lnTo>
                  <a:lnTo>
                    <a:pt x="326" y="381"/>
                  </a:lnTo>
                  <a:lnTo>
                    <a:pt x="312" y="381"/>
                  </a:lnTo>
                  <a:lnTo>
                    <a:pt x="326" y="381"/>
                  </a:lnTo>
                  <a:lnTo>
                    <a:pt x="326" y="390"/>
                  </a:lnTo>
                  <a:lnTo>
                    <a:pt x="326" y="401"/>
                  </a:lnTo>
                  <a:lnTo>
                    <a:pt x="337" y="401"/>
                  </a:lnTo>
                  <a:lnTo>
                    <a:pt x="326" y="401"/>
                  </a:lnTo>
                  <a:lnTo>
                    <a:pt x="337" y="401"/>
                  </a:lnTo>
                  <a:lnTo>
                    <a:pt x="326" y="401"/>
                  </a:lnTo>
                  <a:lnTo>
                    <a:pt x="337" y="401"/>
                  </a:lnTo>
                  <a:lnTo>
                    <a:pt x="337" y="411"/>
                  </a:lnTo>
                  <a:lnTo>
                    <a:pt x="326" y="411"/>
                  </a:lnTo>
                  <a:lnTo>
                    <a:pt x="337" y="411"/>
                  </a:lnTo>
                  <a:lnTo>
                    <a:pt x="337" y="421"/>
                  </a:lnTo>
                  <a:lnTo>
                    <a:pt x="337" y="430"/>
                  </a:lnTo>
                  <a:lnTo>
                    <a:pt x="337" y="441"/>
                  </a:lnTo>
                  <a:lnTo>
                    <a:pt x="350" y="441"/>
                  </a:lnTo>
                  <a:lnTo>
                    <a:pt x="350" y="450"/>
                  </a:lnTo>
                  <a:lnTo>
                    <a:pt x="350" y="461"/>
                  </a:lnTo>
                  <a:lnTo>
                    <a:pt x="350" y="471"/>
                  </a:lnTo>
                  <a:lnTo>
                    <a:pt x="362" y="471"/>
                  </a:lnTo>
                  <a:lnTo>
                    <a:pt x="362" y="481"/>
                  </a:lnTo>
                  <a:lnTo>
                    <a:pt x="374" y="481"/>
                  </a:lnTo>
                  <a:lnTo>
                    <a:pt x="374" y="492"/>
                  </a:lnTo>
                  <a:lnTo>
                    <a:pt x="374" y="501"/>
                  </a:lnTo>
                  <a:lnTo>
                    <a:pt x="374" y="512"/>
                  </a:lnTo>
                  <a:lnTo>
                    <a:pt x="388" y="512"/>
                  </a:lnTo>
                  <a:lnTo>
                    <a:pt x="388" y="521"/>
                  </a:lnTo>
                  <a:lnTo>
                    <a:pt x="399" y="521"/>
                  </a:lnTo>
                  <a:lnTo>
                    <a:pt x="399" y="531"/>
                  </a:lnTo>
                  <a:lnTo>
                    <a:pt x="388" y="531"/>
                  </a:lnTo>
                  <a:lnTo>
                    <a:pt x="374" y="531"/>
                  </a:lnTo>
                  <a:lnTo>
                    <a:pt x="374" y="541"/>
                  </a:lnTo>
                  <a:lnTo>
                    <a:pt x="362" y="541"/>
                  </a:lnTo>
                  <a:lnTo>
                    <a:pt x="362" y="552"/>
                  </a:lnTo>
                  <a:lnTo>
                    <a:pt x="350" y="552"/>
                  </a:lnTo>
                  <a:lnTo>
                    <a:pt x="362" y="552"/>
                  </a:lnTo>
                  <a:lnTo>
                    <a:pt x="350" y="552"/>
                  </a:lnTo>
                  <a:lnTo>
                    <a:pt x="350" y="561"/>
                  </a:lnTo>
                  <a:lnTo>
                    <a:pt x="337" y="561"/>
                  </a:lnTo>
                  <a:lnTo>
                    <a:pt x="326" y="561"/>
                  </a:lnTo>
                  <a:lnTo>
                    <a:pt x="326" y="571"/>
                  </a:lnTo>
                  <a:lnTo>
                    <a:pt x="312" y="571"/>
                  </a:lnTo>
                  <a:lnTo>
                    <a:pt x="312" y="561"/>
                  </a:lnTo>
                  <a:lnTo>
                    <a:pt x="299" y="561"/>
                  </a:lnTo>
                  <a:lnTo>
                    <a:pt x="299" y="571"/>
                  </a:lnTo>
                  <a:lnTo>
                    <a:pt x="287" y="571"/>
                  </a:lnTo>
                  <a:lnTo>
                    <a:pt x="287" y="581"/>
                  </a:lnTo>
                  <a:lnTo>
                    <a:pt x="274" y="581"/>
                  </a:lnTo>
                  <a:lnTo>
                    <a:pt x="274" y="571"/>
                  </a:lnTo>
                  <a:lnTo>
                    <a:pt x="261" y="571"/>
                  </a:lnTo>
                  <a:lnTo>
                    <a:pt x="261" y="561"/>
                  </a:lnTo>
                  <a:lnTo>
                    <a:pt x="249" y="561"/>
                  </a:lnTo>
                  <a:lnTo>
                    <a:pt x="249" y="552"/>
                  </a:lnTo>
                  <a:lnTo>
                    <a:pt x="249" y="541"/>
                  </a:lnTo>
                  <a:lnTo>
                    <a:pt x="249" y="531"/>
                  </a:lnTo>
                  <a:lnTo>
                    <a:pt x="261" y="531"/>
                  </a:lnTo>
                  <a:lnTo>
                    <a:pt x="249" y="531"/>
                  </a:lnTo>
                  <a:lnTo>
                    <a:pt x="237" y="531"/>
                  </a:lnTo>
                  <a:lnTo>
                    <a:pt x="237" y="541"/>
                  </a:lnTo>
                  <a:lnTo>
                    <a:pt x="225" y="541"/>
                  </a:lnTo>
                  <a:lnTo>
                    <a:pt x="212" y="541"/>
                  </a:lnTo>
                  <a:lnTo>
                    <a:pt x="199" y="541"/>
                  </a:lnTo>
                  <a:lnTo>
                    <a:pt x="187" y="541"/>
                  </a:lnTo>
                  <a:lnTo>
                    <a:pt x="187" y="531"/>
                  </a:lnTo>
                  <a:lnTo>
                    <a:pt x="187" y="521"/>
                  </a:lnTo>
                  <a:lnTo>
                    <a:pt x="187" y="512"/>
                  </a:lnTo>
                  <a:lnTo>
                    <a:pt x="174" y="512"/>
                  </a:lnTo>
                  <a:lnTo>
                    <a:pt x="174" y="521"/>
                  </a:lnTo>
                  <a:lnTo>
                    <a:pt x="174" y="512"/>
                  </a:lnTo>
                  <a:lnTo>
                    <a:pt x="162" y="512"/>
                  </a:lnTo>
                  <a:lnTo>
                    <a:pt x="162" y="521"/>
                  </a:lnTo>
                  <a:lnTo>
                    <a:pt x="162" y="512"/>
                  </a:lnTo>
                  <a:lnTo>
                    <a:pt x="149" y="512"/>
                  </a:lnTo>
                  <a:lnTo>
                    <a:pt x="149" y="521"/>
                  </a:lnTo>
                  <a:lnTo>
                    <a:pt x="136" y="521"/>
                  </a:lnTo>
                  <a:lnTo>
                    <a:pt x="136" y="531"/>
                  </a:lnTo>
                  <a:lnTo>
                    <a:pt x="136" y="541"/>
                  </a:lnTo>
                  <a:lnTo>
                    <a:pt x="125" y="541"/>
                  </a:lnTo>
                  <a:lnTo>
                    <a:pt x="125" y="552"/>
                  </a:lnTo>
                  <a:lnTo>
                    <a:pt x="125" y="561"/>
                  </a:lnTo>
                  <a:lnTo>
                    <a:pt x="112" y="561"/>
                  </a:lnTo>
                  <a:lnTo>
                    <a:pt x="100" y="561"/>
                  </a:lnTo>
                  <a:lnTo>
                    <a:pt x="100" y="552"/>
                  </a:lnTo>
                  <a:lnTo>
                    <a:pt x="100" y="541"/>
                  </a:lnTo>
                  <a:lnTo>
                    <a:pt x="87" y="541"/>
                  </a:lnTo>
                  <a:lnTo>
                    <a:pt x="87" y="531"/>
                  </a:lnTo>
                  <a:lnTo>
                    <a:pt x="87" y="521"/>
                  </a:lnTo>
                  <a:lnTo>
                    <a:pt x="73" y="521"/>
                  </a:lnTo>
                  <a:lnTo>
                    <a:pt x="62" y="521"/>
                  </a:lnTo>
                  <a:lnTo>
                    <a:pt x="62" y="512"/>
                  </a:lnTo>
                  <a:lnTo>
                    <a:pt x="49" y="512"/>
                  </a:lnTo>
                  <a:lnTo>
                    <a:pt x="35" y="512"/>
                  </a:lnTo>
                  <a:lnTo>
                    <a:pt x="35" y="501"/>
                  </a:lnTo>
                  <a:lnTo>
                    <a:pt x="35" y="512"/>
                  </a:lnTo>
                  <a:lnTo>
                    <a:pt x="24" y="512"/>
                  </a:lnTo>
                  <a:lnTo>
                    <a:pt x="24" y="501"/>
                  </a:lnTo>
                  <a:lnTo>
                    <a:pt x="35" y="501"/>
                  </a:lnTo>
                  <a:lnTo>
                    <a:pt x="35" y="492"/>
                  </a:lnTo>
                  <a:lnTo>
                    <a:pt x="49" y="492"/>
                  </a:lnTo>
                  <a:lnTo>
                    <a:pt x="35" y="492"/>
                  </a:lnTo>
                  <a:lnTo>
                    <a:pt x="35" y="481"/>
                  </a:lnTo>
                  <a:lnTo>
                    <a:pt x="49" y="481"/>
                  </a:lnTo>
                  <a:lnTo>
                    <a:pt x="35" y="481"/>
                  </a:lnTo>
                  <a:lnTo>
                    <a:pt x="49" y="481"/>
                  </a:lnTo>
                  <a:lnTo>
                    <a:pt x="49" y="471"/>
                  </a:lnTo>
                  <a:lnTo>
                    <a:pt x="35" y="471"/>
                  </a:lnTo>
                  <a:lnTo>
                    <a:pt x="35" y="461"/>
                  </a:lnTo>
                  <a:lnTo>
                    <a:pt x="35" y="450"/>
                  </a:lnTo>
                  <a:lnTo>
                    <a:pt x="24" y="450"/>
                  </a:lnTo>
                  <a:lnTo>
                    <a:pt x="35" y="450"/>
                  </a:lnTo>
                  <a:lnTo>
                    <a:pt x="24" y="450"/>
                  </a:lnTo>
                  <a:lnTo>
                    <a:pt x="35" y="450"/>
                  </a:lnTo>
                  <a:lnTo>
                    <a:pt x="35" y="441"/>
                  </a:lnTo>
                  <a:lnTo>
                    <a:pt x="35" y="430"/>
                  </a:lnTo>
                  <a:lnTo>
                    <a:pt x="35" y="421"/>
                  </a:lnTo>
                  <a:lnTo>
                    <a:pt x="49" y="421"/>
                  </a:lnTo>
                  <a:lnTo>
                    <a:pt x="49" y="411"/>
                  </a:lnTo>
                  <a:lnTo>
                    <a:pt x="62" y="411"/>
                  </a:lnTo>
                  <a:lnTo>
                    <a:pt x="62" y="401"/>
                  </a:lnTo>
                  <a:lnTo>
                    <a:pt x="73" y="401"/>
                  </a:lnTo>
                  <a:lnTo>
                    <a:pt x="73" y="390"/>
                  </a:lnTo>
                  <a:lnTo>
                    <a:pt x="73" y="381"/>
                  </a:lnTo>
                  <a:lnTo>
                    <a:pt x="73" y="390"/>
                  </a:lnTo>
                  <a:lnTo>
                    <a:pt x="62" y="381"/>
                  </a:lnTo>
                  <a:lnTo>
                    <a:pt x="62" y="390"/>
                  </a:lnTo>
                  <a:lnTo>
                    <a:pt x="62" y="381"/>
                  </a:lnTo>
                  <a:lnTo>
                    <a:pt x="49" y="381"/>
                  </a:lnTo>
                  <a:lnTo>
                    <a:pt x="35" y="381"/>
                  </a:lnTo>
                  <a:lnTo>
                    <a:pt x="35" y="371"/>
                  </a:lnTo>
                  <a:lnTo>
                    <a:pt x="24" y="371"/>
                  </a:lnTo>
                  <a:lnTo>
                    <a:pt x="24" y="361"/>
                  </a:lnTo>
                  <a:lnTo>
                    <a:pt x="24" y="351"/>
                  </a:lnTo>
                  <a:lnTo>
                    <a:pt x="11" y="351"/>
                  </a:lnTo>
                  <a:lnTo>
                    <a:pt x="11" y="361"/>
                  </a:lnTo>
                  <a:lnTo>
                    <a:pt x="11" y="351"/>
                  </a:lnTo>
                  <a:lnTo>
                    <a:pt x="11" y="342"/>
                  </a:lnTo>
                  <a:lnTo>
                    <a:pt x="0" y="342"/>
                  </a:lnTo>
                  <a:lnTo>
                    <a:pt x="11" y="342"/>
                  </a:lnTo>
                  <a:lnTo>
                    <a:pt x="11" y="330"/>
                  </a:lnTo>
                  <a:lnTo>
                    <a:pt x="0" y="330"/>
                  </a:lnTo>
                  <a:lnTo>
                    <a:pt x="0" y="321"/>
                  </a:lnTo>
                  <a:lnTo>
                    <a:pt x="11" y="321"/>
                  </a:lnTo>
                  <a:lnTo>
                    <a:pt x="11" y="311"/>
                  </a:lnTo>
                  <a:lnTo>
                    <a:pt x="24" y="311"/>
                  </a:lnTo>
                  <a:lnTo>
                    <a:pt x="24" y="301"/>
                  </a:lnTo>
                  <a:lnTo>
                    <a:pt x="35" y="301"/>
                  </a:lnTo>
                  <a:lnTo>
                    <a:pt x="35" y="311"/>
                  </a:lnTo>
                  <a:lnTo>
                    <a:pt x="35" y="301"/>
                  </a:lnTo>
                  <a:lnTo>
                    <a:pt x="49" y="301"/>
                  </a:lnTo>
                  <a:lnTo>
                    <a:pt x="49" y="290"/>
                  </a:lnTo>
                  <a:lnTo>
                    <a:pt x="35" y="290"/>
                  </a:lnTo>
                  <a:lnTo>
                    <a:pt x="35" y="282"/>
                  </a:lnTo>
                  <a:lnTo>
                    <a:pt x="49" y="282"/>
                  </a:lnTo>
                  <a:lnTo>
                    <a:pt x="49" y="271"/>
                  </a:lnTo>
                  <a:lnTo>
                    <a:pt x="62" y="271"/>
                  </a:lnTo>
                  <a:lnTo>
                    <a:pt x="62" y="261"/>
                  </a:lnTo>
                  <a:lnTo>
                    <a:pt x="49" y="261"/>
                  </a:lnTo>
                  <a:lnTo>
                    <a:pt x="49" y="271"/>
                  </a:lnTo>
                  <a:lnTo>
                    <a:pt x="49" y="261"/>
                  </a:lnTo>
                  <a:lnTo>
                    <a:pt x="35" y="261"/>
                  </a:lnTo>
                  <a:lnTo>
                    <a:pt x="49" y="261"/>
                  </a:lnTo>
                  <a:lnTo>
                    <a:pt x="35" y="261"/>
                  </a:lnTo>
                  <a:lnTo>
                    <a:pt x="49" y="261"/>
                  </a:lnTo>
                  <a:lnTo>
                    <a:pt x="35" y="261"/>
                  </a:lnTo>
                  <a:lnTo>
                    <a:pt x="35" y="251"/>
                  </a:lnTo>
                  <a:lnTo>
                    <a:pt x="24" y="251"/>
                  </a:lnTo>
                  <a:lnTo>
                    <a:pt x="24" y="261"/>
                  </a:lnTo>
                  <a:lnTo>
                    <a:pt x="35" y="261"/>
                  </a:lnTo>
                  <a:lnTo>
                    <a:pt x="24" y="261"/>
                  </a:lnTo>
                  <a:lnTo>
                    <a:pt x="24" y="251"/>
                  </a:lnTo>
                  <a:lnTo>
                    <a:pt x="11" y="251"/>
                  </a:lnTo>
                  <a:lnTo>
                    <a:pt x="11" y="261"/>
                  </a:lnTo>
                  <a:lnTo>
                    <a:pt x="11" y="251"/>
                  </a:lnTo>
                  <a:lnTo>
                    <a:pt x="11" y="240"/>
                  </a:lnTo>
                  <a:lnTo>
                    <a:pt x="24" y="240"/>
                  </a:lnTo>
                  <a:lnTo>
                    <a:pt x="24" y="230"/>
                  </a:lnTo>
                  <a:lnTo>
                    <a:pt x="24" y="220"/>
                  </a:lnTo>
                  <a:lnTo>
                    <a:pt x="11" y="220"/>
                  </a:lnTo>
                  <a:lnTo>
                    <a:pt x="11" y="211"/>
                  </a:lnTo>
                  <a:lnTo>
                    <a:pt x="11" y="200"/>
                  </a:lnTo>
                  <a:lnTo>
                    <a:pt x="11" y="191"/>
                  </a:lnTo>
                  <a:lnTo>
                    <a:pt x="11" y="180"/>
                  </a:lnTo>
                  <a:lnTo>
                    <a:pt x="11" y="171"/>
                  </a:lnTo>
                  <a:lnTo>
                    <a:pt x="24" y="171"/>
                  </a:lnTo>
                  <a:lnTo>
                    <a:pt x="35" y="171"/>
                  </a:lnTo>
                  <a:lnTo>
                    <a:pt x="35" y="160"/>
                  </a:lnTo>
                  <a:lnTo>
                    <a:pt x="35" y="151"/>
                  </a:lnTo>
                  <a:lnTo>
                    <a:pt x="35" y="141"/>
                  </a:lnTo>
                  <a:lnTo>
                    <a:pt x="24" y="141"/>
                  </a:lnTo>
                  <a:lnTo>
                    <a:pt x="24" y="131"/>
                  </a:lnTo>
                  <a:lnTo>
                    <a:pt x="24" y="120"/>
                  </a:lnTo>
                  <a:lnTo>
                    <a:pt x="24" y="111"/>
                  </a:lnTo>
                  <a:lnTo>
                    <a:pt x="11" y="111"/>
                  </a:lnTo>
                  <a:lnTo>
                    <a:pt x="11" y="100"/>
                  </a:lnTo>
                  <a:lnTo>
                    <a:pt x="24" y="100"/>
                  </a:lnTo>
                  <a:lnTo>
                    <a:pt x="24" y="91"/>
                  </a:lnTo>
                  <a:lnTo>
                    <a:pt x="35" y="91"/>
                  </a:lnTo>
                  <a:lnTo>
                    <a:pt x="35" y="80"/>
                  </a:lnTo>
                  <a:lnTo>
                    <a:pt x="49" y="80"/>
                  </a:lnTo>
                  <a:lnTo>
                    <a:pt x="49" y="71"/>
                  </a:lnTo>
                  <a:lnTo>
                    <a:pt x="49" y="60"/>
                  </a:lnTo>
                  <a:lnTo>
                    <a:pt x="62" y="60"/>
                  </a:lnTo>
                  <a:lnTo>
                    <a:pt x="73" y="60"/>
                  </a:lnTo>
                  <a:lnTo>
                    <a:pt x="73" y="71"/>
                  </a:lnTo>
                  <a:lnTo>
                    <a:pt x="87" y="71"/>
                  </a:lnTo>
                  <a:lnTo>
                    <a:pt x="100" y="71"/>
                  </a:lnTo>
                  <a:lnTo>
                    <a:pt x="100" y="60"/>
                  </a:lnTo>
                  <a:lnTo>
                    <a:pt x="112" y="60"/>
                  </a:lnTo>
                  <a:lnTo>
                    <a:pt x="112" y="51"/>
                  </a:lnTo>
                  <a:lnTo>
                    <a:pt x="125" y="51"/>
                  </a:lnTo>
                  <a:lnTo>
                    <a:pt x="125" y="41"/>
                  </a:lnTo>
                  <a:lnTo>
                    <a:pt x="125" y="30"/>
                  </a:lnTo>
                  <a:lnTo>
                    <a:pt x="125" y="20"/>
                  </a:lnTo>
                  <a:lnTo>
                    <a:pt x="136" y="20"/>
                  </a:lnTo>
                  <a:lnTo>
                    <a:pt x="136" y="10"/>
                  </a:lnTo>
                  <a:lnTo>
                    <a:pt x="149" y="10"/>
                  </a:lnTo>
                  <a:lnTo>
                    <a:pt x="149" y="0"/>
                  </a:lnTo>
                  <a:lnTo>
                    <a:pt x="162" y="0"/>
                  </a:lnTo>
                  <a:lnTo>
                    <a:pt x="174" y="0"/>
                  </a:lnTo>
                  <a:lnTo>
                    <a:pt x="174" y="10"/>
                  </a:lnTo>
                  <a:lnTo>
                    <a:pt x="187" y="10"/>
                  </a:lnTo>
                  <a:lnTo>
                    <a:pt x="187" y="20"/>
                  </a:lnTo>
                  <a:lnTo>
                    <a:pt x="187" y="30"/>
                  </a:lnTo>
                  <a:lnTo>
                    <a:pt x="187" y="41"/>
                  </a:lnTo>
                  <a:lnTo>
                    <a:pt x="187" y="51"/>
                  </a:lnTo>
                  <a:lnTo>
                    <a:pt x="187" y="60"/>
                  </a:lnTo>
                  <a:lnTo>
                    <a:pt x="187" y="71"/>
                  </a:lnTo>
                  <a:lnTo>
                    <a:pt x="187" y="80"/>
                  </a:lnTo>
                  <a:lnTo>
                    <a:pt x="174" y="80"/>
                  </a:lnTo>
                  <a:lnTo>
                    <a:pt x="174" y="91"/>
                  </a:lnTo>
                  <a:lnTo>
                    <a:pt x="174" y="100"/>
                  </a:lnTo>
                  <a:lnTo>
                    <a:pt x="174" y="111"/>
                  </a:lnTo>
                  <a:lnTo>
                    <a:pt x="174" y="120"/>
                  </a:lnTo>
                  <a:lnTo>
                    <a:pt x="187" y="120"/>
                  </a:lnTo>
                  <a:lnTo>
                    <a:pt x="187" y="131"/>
                  </a:lnTo>
                  <a:lnTo>
                    <a:pt x="187" y="120"/>
                  </a:lnTo>
                  <a:lnTo>
                    <a:pt x="199" y="120"/>
                  </a:lnTo>
                  <a:lnTo>
                    <a:pt x="199" y="131"/>
                  </a:lnTo>
                  <a:lnTo>
                    <a:pt x="212" y="131"/>
                  </a:lnTo>
                  <a:lnTo>
                    <a:pt x="212" y="141"/>
                  </a:lnTo>
                  <a:lnTo>
                    <a:pt x="225" y="151"/>
                  </a:lnTo>
                  <a:lnTo>
                    <a:pt x="212" y="151"/>
                  </a:lnTo>
                  <a:lnTo>
                    <a:pt x="212" y="160"/>
                  </a:lnTo>
                  <a:lnTo>
                    <a:pt x="199" y="160"/>
                  </a:lnTo>
                  <a:lnTo>
                    <a:pt x="212" y="160"/>
                  </a:lnTo>
                  <a:lnTo>
                    <a:pt x="212" y="171"/>
                  </a:lnTo>
                  <a:lnTo>
                    <a:pt x="199" y="171"/>
                  </a:lnTo>
                  <a:lnTo>
                    <a:pt x="199" y="180"/>
                  </a:lnTo>
                  <a:lnTo>
                    <a:pt x="187" y="180"/>
                  </a:lnTo>
                  <a:lnTo>
                    <a:pt x="187" y="191"/>
                  </a:lnTo>
                  <a:lnTo>
                    <a:pt x="187" y="200"/>
                  </a:lnTo>
                  <a:lnTo>
                    <a:pt x="174" y="200"/>
                  </a:lnTo>
                  <a:lnTo>
                    <a:pt x="187" y="200"/>
                  </a:lnTo>
                  <a:lnTo>
                    <a:pt x="187" y="211"/>
                  </a:lnTo>
                  <a:lnTo>
                    <a:pt x="174" y="211"/>
                  </a:lnTo>
                  <a:lnTo>
                    <a:pt x="174" y="220"/>
                  </a:lnTo>
                  <a:lnTo>
                    <a:pt x="174" y="230"/>
                  </a:lnTo>
                  <a:lnTo>
                    <a:pt x="174" y="240"/>
                  </a:lnTo>
                  <a:lnTo>
                    <a:pt x="187" y="240"/>
                  </a:lnTo>
                  <a:lnTo>
                    <a:pt x="187" y="251"/>
                  </a:lnTo>
                  <a:lnTo>
                    <a:pt x="187" y="261"/>
                  </a:lnTo>
                  <a:lnTo>
                    <a:pt x="199" y="261"/>
                  </a:lnTo>
                  <a:lnTo>
                    <a:pt x="199" y="271"/>
                  </a:lnTo>
                  <a:lnTo>
                    <a:pt x="212" y="271"/>
                  </a:lnTo>
                  <a:lnTo>
                    <a:pt x="225" y="271"/>
                  </a:lnTo>
                  <a:lnTo>
                    <a:pt x="225" y="282"/>
                  </a:lnTo>
                  <a:lnTo>
                    <a:pt x="237" y="282"/>
                  </a:lnTo>
                  <a:lnTo>
                    <a:pt x="237" y="29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2"/>
            <p:cNvSpPr/>
            <p:nvPr/>
          </p:nvSpPr>
          <p:spPr>
            <a:xfrm>
              <a:off x="4718785" y="3872552"/>
              <a:ext cx="966072" cy="1156520"/>
            </a:xfrm>
            <a:custGeom>
              <a:avLst/>
              <a:gdLst/>
              <a:ahLst/>
              <a:cxnLst/>
              <a:rect l="l" t="t" r="r" b="b"/>
              <a:pathLst>
                <a:path w="833" h="795" extrusionOk="0">
                  <a:moveTo>
                    <a:pt x="403" y="462"/>
                  </a:moveTo>
                  <a:lnTo>
                    <a:pt x="391" y="462"/>
                  </a:lnTo>
                  <a:lnTo>
                    <a:pt x="379" y="462"/>
                  </a:lnTo>
                  <a:lnTo>
                    <a:pt x="365" y="462"/>
                  </a:lnTo>
                  <a:lnTo>
                    <a:pt x="365" y="453"/>
                  </a:lnTo>
                  <a:lnTo>
                    <a:pt x="365" y="442"/>
                  </a:lnTo>
                  <a:lnTo>
                    <a:pt x="354" y="442"/>
                  </a:lnTo>
                  <a:lnTo>
                    <a:pt x="340" y="442"/>
                  </a:lnTo>
                  <a:lnTo>
                    <a:pt x="327" y="433"/>
                  </a:lnTo>
                  <a:lnTo>
                    <a:pt x="315" y="433"/>
                  </a:lnTo>
                  <a:lnTo>
                    <a:pt x="302" y="433"/>
                  </a:lnTo>
                  <a:lnTo>
                    <a:pt x="302" y="422"/>
                  </a:lnTo>
                  <a:lnTo>
                    <a:pt x="290" y="422"/>
                  </a:lnTo>
                  <a:lnTo>
                    <a:pt x="278" y="422"/>
                  </a:lnTo>
                  <a:lnTo>
                    <a:pt x="278" y="413"/>
                  </a:lnTo>
                  <a:lnTo>
                    <a:pt x="278" y="422"/>
                  </a:lnTo>
                  <a:lnTo>
                    <a:pt x="278" y="413"/>
                  </a:lnTo>
                  <a:lnTo>
                    <a:pt x="264" y="413"/>
                  </a:lnTo>
                  <a:lnTo>
                    <a:pt x="253" y="413"/>
                  </a:lnTo>
                  <a:lnTo>
                    <a:pt x="253" y="402"/>
                  </a:lnTo>
                  <a:lnTo>
                    <a:pt x="239" y="402"/>
                  </a:lnTo>
                  <a:lnTo>
                    <a:pt x="228" y="402"/>
                  </a:lnTo>
                  <a:lnTo>
                    <a:pt x="228" y="413"/>
                  </a:lnTo>
                  <a:lnTo>
                    <a:pt x="214" y="413"/>
                  </a:lnTo>
                  <a:lnTo>
                    <a:pt x="201" y="413"/>
                  </a:lnTo>
                  <a:lnTo>
                    <a:pt x="189" y="413"/>
                  </a:lnTo>
                  <a:lnTo>
                    <a:pt x="176" y="413"/>
                  </a:lnTo>
                  <a:lnTo>
                    <a:pt x="176" y="402"/>
                  </a:lnTo>
                  <a:lnTo>
                    <a:pt x="165" y="402"/>
                  </a:lnTo>
                  <a:lnTo>
                    <a:pt x="165" y="393"/>
                  </a:lnTo>
                  <a:lnTo>
                    <a:pt x="151" y="393"/>
                  </a:lnTo>
                  <a:lnTo>
                    <a:pt x="165" y="393"/>
                  </a:lnTo>
                  <a:lnTo>
                    <a:pt x="151" y="393"/>
                  </a:lnTo>
                  <a:lnTo>
                    <a:pt x="151" y="382"/>
                  </a:lnTo>
                  <a:lnTo>
                    <a:pt x="138" y="382"/>
                  </a:lnTo>
                  <a:lnTo>
                    <a:pt x="138" y="373"/>
                  </a:lnTo>
                  <a:lnTo>
                    <a:pt x="138" y="362"/>
                  </a:lnTo>
                  <a:lnTo>
                    <a:pt x="126" y="362"/>
                  </a:lnTo>
                  <a:lnTo>
                    <a:pt x="126" y="353"/>
                  </a:lnTo>
                  <a:lnTo>
                    <a:pt x="126" y="362"/>
                  </a:lnTo>
                  <a:lnTo>
                    <a:pt x="126" y="353"/>
                  </a:lnTo>
                  <a:lnTo>
                    <a:pt x="126" y="342"/>
                  </a:lnTo>
                  <a:lnTo>
                    <a:pt x="113" y="342"/>
                  </a:lnTo>
                  <a:lnTo>
                    <a:pt x="113" y="332"/>
                  </a:lnTo>
                  <a:lnTo>
                    <a:pt x="113" y="322"/>
                  </a:lnTo>
                  <a:lnTo>
                    <a:pt x="101" y="322"/>
                  </a:lnTo>
                  <a:lnTo>
                    <a:pt x="101" y="311"/>
                  </a:lnTo>
                  <a:lnTo>
                    <a:pt x="113" y="311"/>
                  </a:lnTo>
                  <a:lnTo>
                    <a:pt x="101" y="311"/>
                  </a:lnTo>
                  <a:lnTo>
                    <a:pt x="101" y="302"/>
                  </a:lnTo>
                  <a:lnTo>
                    <a:pt x="88" y="302"/>
                  </a:lnTo>
                  <a:lnTo>
                    <a:pt x="88" y="292"/>
                  </a:lnTo>
                  <a:lnTo>
                    <a:pt x="88" y="282"/>
                  </a:lnTo>
                  <a:lnTo>
                    <a:pt x="75" y="282"/>
                  </a:lnTo>
                  <a:lnTo>
                    <a:pt x="75" y="271"/>
                  </a:lnTo>
                  <a:lnTo>
                    <a:pt x="64" y="271"/>
                  </a:lnTo>
                  <a:lnTo>
                    <a:pt x="75" y="271"/>
                  </a:lnTo>
                  <a:lnTo>
                    <a:pt x="64" y="271"/>
                  </a:lnTo>
                  <a:lnTo>
                    <a:pt x="64" y="262"/>
                  </a:lnTo>
                  <a:lnTo>
                    <a:pt x="64" y="271"/>
                  </a:lnTo>
                  <a:lnTo>
                    <a:pt x="50" y="271"/>
                  </a:lnTo>
                  <a:lnTo>
                    <a:pt x="50" y="262"/>
                  </a:lnTo>
                  <a:lnTo>
                    <a:pt x="50" y="251"/>
                  </a:lnTo>
                  <a:lnTo>
                    <a:pt x="37" y="251"/>
                  </a:lnTo>
                  <a:lnTo>
                    <a:pt x="37" y="242"/>
                  </a:lnTo>
                  <a:lnTo>
                    <a:pt x="37" y="231"/>
                  </a:lnTo>
                  <a:lnTo>
                    <a:pt x="25" y="231"/>
                  </a:lnTo>
                  <a:lnTo>
                    <a:pt x="25" y="221"/>
                  </a:lnTo>
                  <a:lnTo>
                    <a:pt x="12" y="221"/>
                  </a:lnTo>
                  <a:lnTo>
                    <a:pt x="12" y="211"/>
                  </a:lnTo>
                  <a:lnTo>
                    <a:pt x="12" y="202"/>
                  </a:lnTo>
                  <a:lnTo>
                    <a:pt x="12" y="192"/>
                  </a:lnTo>
                  <a:lnTo>
                    <a:pt x="0" y="192"/>
                  </a:lnTo>
                  <a:lnTo>
                    <a:pt x="12" y="192"/>
                  </a:lnTo>
                  <a:lnTo>
                    <a:pt x="12" y="182"/>
                  </a:lnTo>
                  <a:lnTo>
                    <a:pt x="25" y="182"/>
                  </a:lnTo>
                  <a:lnTo>
                    <a:pt x="25" y="171"/>
                  </a:lnTo>
                  <a:lnTo>
                    <a:pt x="37" y="171"/>
                  </a:lnTo>
                  <a:lnTo>
                    <a:pt x="50" y="171"/>
                  </a:lnTo>
                  <a:lnTo>
                    <a:pt x="64" y="171"/>
                  </a:lnTo>
                  <a:lnTo>
                    <a:pt x="64" y="182"/>
                  </a:lnTo>
                  <a:lnTo>
                    <a:pt x="64" y="192"/>
                  </a:lnTo>
                  <a:lnTo>
                    <a:pt x="75" y="202"/>
                  </a:lnTo>
                  <a:lnTo>
                    <a:pt x="75" y="211"/>
                  </a:lnTo>
                  <a:lnTo>
                    <a:pt x="88" y="211"/>
                  </a:lnTo>
                  <a:lnTo>
                    <a:pt x="88" y="221"/>
                  </a:lnTo>
                  <a:lnTo>
                    <a:pt x="101" y="221"/>
                  </a:lnTo>
                  <a:lnTo>
                    <a:pt x="101" y="211"/>
                  </a:lnTo>
                  <a:lnTo>
                    <a:pt x="101" y="202"/>
                  </a:lnTo>
                  <a:lnTo>
                    <a:pt x="101" y="192"/>
                  </a:lnTo>
                  <a:lnTo>
                    <a:pt x="113" y="192"/>
                  </a:lnTo>
                  <a:lnTo>
                    <a:pt x="126" y="192"/>
                  </a:lnTo>
                  <a:lnTo>
                    <a:pt x="126" y="182"/>
                  </a:lnTo>
                  <a:lnTo>
                    <a:pt x="138" y="171"/>
                  </a:lnTo>
                  <a:lnTo>
                    <a:pt x="151" y="171"/>
                  </a:lnTo>
                  <a:lnTo>
                    <a:pt x="138" y="171"/>
                  </a:lnTo>
                  <a:lnTo>
                    <a:pt x="138" y="162"/>
                  </a:lnTo>
                  <a:lnTo>
                    <a:pt x="138" y="171"/>
                  </a:lnTo>
                  <a:lnTo>
                    <a:pt x="138" y="162"/>
                  </a:lnTo>
                  <a:lnTo>
                    <a:pt x="138" y="151"/>
                  </a:lnTo>
                  <a:lnTo>
                    <a:pt x="126" y="151"/>
                  </a:lnTo>
                  <a:lnTo>
                    <a:pt x="126" y="142"/>
                  </a:lnTo>
                  <a:lnTo>
                    <a:pt x="126" y="131"/>
                  </a:lnTo>
                  <a:lnTo>
                    <a:pt x="126" y="121"/>
                  </a:lnTo>
                  <a:lnTo>
                    <a:pt x="113" y="121"/>
                  </a:lnTo>
                  <a:lnTo>
                    <a:pt x="113" y="111"/>
                  </a:lnTo>
                  <a:lnTo>
                    <a:pt x="101" y="111"/>
                  </a:lnTo>
                  <a:lnTo>
                    <a:pt x="101" y="100"/>
                  </a:lnTo>
                  <a:lnTo>
                    <a:pt x="101" y="91"/>
                  </a:lnTo>
                  <a:lnTo>
                    <a:pt x="88" y="91"/>
                  </a:lnTo>
                  <a:lnTo>
                    <a:pt x="88" y="80"/>
                  </a:lnTo>
                  <a:lnTo>
                    <a:pt x="88" y="71"/>
                  </a:lnTo>
                  <a:lnTo>
                    <a:pt x="101" y="71"/>
                  </a:lnTo>
                  <a:lnTo>
                    <a:pt x="101" y="60"/>
                  </a:lnTo>
                  <a:lnTo>
                    <a:pt x="113" y="60"/>
                  </a:lnTo>
                  <a:lnTo>
                    <a:pt x="126" y="60"/>
                  </a:lnTo>
                  <a:lnTo>
                    <a:pt x="126" y="51"/>
                  </a:lnTo>
                  <a:lnTo>
                    <a:pt x="126" y="40"/>
                  </a:lnTo>
                  <a:lnTo>
                    <a:pt x="138" y="40"/>
                  </a:lnTo>
                  <a:lnTo>
                    <a:pt x="138" y="31"/>
                  </a:lnTo>
                  <a:lnTo>
                    <a:pt x="151" y="31"/>
                  </a:lnTo>
                  <a:lnTo>
                    <a:pt x="151" y="20"/>
                  </a:lnTo>
                  <a:lnTo>
                    <a:pt x="165" y="20"/>
                  </a:lnTo>
                  <a:lnTo>
                    <a:pt x="176" y="20"/>
                  </a:lnTo>
                  <a:lnTo>
                    <a:pt x="189" y="20"/>
                  </a:lnTo>
                  <a:lnTo>
                    <a:pt x="189" y="11"/>
                  </a:lnTo>
                  <a:lnTo>
                    <a:pt x="189" y="20"/>
                  </a:lnTo>
                  <a:lnTo>
                    <a:pt x="201" y="20"/>
                  </a:lnTo>
                  <a:lnTo>
                    <a:pt x="201" y="11"/>
                  </a:lnTo>
                  <a:lnTo>
                    <a:pt x="214" y="11"/>
                  </a:lnTo>
                  <a:lnTo>
                    <a:pt x="228" y="11"/>
                  </a:lnTo>
                  <a:lnTo>
                    <a:pt x="228" y="0"/>
                  </a:lnTo>
                  <a:lnTo>
                    <a:pt x="239" y="0"/>
                  </a:lnTo>
                  <a:lnTo>
                    <a:pt x="239" y="11"/>
                  </a:lnTo>
                  <a:lnTo>
                    <a:pt x="239" y="20"/>
                  </a:lnTo>
                  <a:lnTo>
                    <a:pt x="253" y="20"/>
                  </a:lnTo>
                  <a:lnTo>
                    <a:pt x="239" y="20"/>
                  </a:lnTo>
                  <a:lnTo>
                    <a:pt x="239" y="31"/>
                  </a:lnTo>
                  <a:lnTo>
                    <a:pt x="239" y="20"/>
                  </a:lnTo>
                  <a:lnTo>
                    <a:pt x="253" y="20"/>
                  </a:lnTo>
                  <a:lnTo>
                    <a:pt x="253" y="31"/>
                  </a:lnTo>
                  <a:lnTo>
                    <a:pt x="264" y="31"/>
                  </a:lnTo>
                  <a:lnTo>
                    <a:pt x="278" y="31"/>
                  </a:lnTo>
                  <a:lnTo>
                    <a:pt x="290" y="31"/>
                  </a:lnTo>
                  <a:lnTo>
                    <a:pt x="302" y="31"/>
                  </a:lnTo>
                  <a:lnTo>
                    <a:pt x="290" y="31"/>
                  </a:lnTo>
                  <a:lnTo>
                    <a:pt x="302" y="31"/>
                  </a:lnTo>
                  <a:lnTo>
                    <a:pt x="302" y="40"/>
                  </a:lnTo>
                  <a:lnTo>
                    <a:pt x="302" y="31"/>
                  </a:lnTo>
                  <a:lnTo>
                    <a:pt x="302" y="40"/>
                  </a:lnTo>
                  <a:lnTo>
                    <a:pt x="315" y="40"/>
                  </a:lnTo>
                  <a:lnTo>
                    <a:pt x="327" y="40"/>
                  </a:lnTo>
                  <a:lnTo>
                    <a:pt x="315" y="40"/>
                  </a:lnTo>
                  <a:lnTo>
                    <a:pt x="327" y="40"/>
                  </a:lnTo>
                  <a:lnTo>
                    <a:pt x="327" y="51"/>
                  </a:lnTo>
                  <a:lnTo>
                    <a:pt x="340" y="51"/>
                  </a:lnTo>
                  <a:lnTo>
                    <a:pt x="340" y="40"/>
                  </a:lnTo>
                  <a:lnTo>
                    <a:pt x="327" y="40"/>
                  </a:lnTo>
                  <a:lnTo>
                    <a:pt x="340" y="40"/>
                  </a:lnTo>
                  <a:lnTo>
                    <a:pt x="354" y="40"/>
                  </a:lnTo>
                  <a:lnTo>
                    <a:pt x="340" y="40"/>
                  </a:lnTo>
                  <a:lnTo>
                    <a:pt x="354" y="40"/>
                  </a:lnTo>
                  <a:lnTo>
                    <a:pt x="354" y="31"/>
                  </a:lnTo>
                  <a:lnTo>
                    <a:pt x="354" y="40"/>
                  </a:lnTo>
                  <a:lnTo>
                    <a:pt x="354" y="31"/>
                  </a:lnTo>
                  <a:lnTo>
                    <a:pt x="354" y="40"/>
                  </a:lnTo>
                  <a:lnTo>
                    <a:pt x="354" y="31"/>
                  </a:lnTo>
                  <a:lnTo>
                    <a:pt x="354" y="40"/>
                  </a:lnTo>
                  <a:lnTo>
                    <a:pt x="354" y="31"/>
                  </a:lnTo>
                  <a:lnTo>
                    <a:pt x="365" y="31"/>
                  </a:lnTo>
                  <a:lnTo>
                    <a:pt x="379" y="31"/>
                  </a:lnTo>
                  <a:lnTo>
                    <a:pt x="379" y="20"/>
                  </a:lnTo>
                  <a:lnTo>
                    <a:pt x="379" y="31"/>
                  </a:lnTo>
                  <a:lnTo>
                    <a:pt x="379" y="20"/>
                  </a:lnTo>
                  <a:lnTo>
                    <a:pt x="379" y="31"/>
                  </a:lnTo>
                  <a:lnTo>
                    <a:pt x="379" y="20"/>
                  </a:lnTo>
                  <a:lnTo>
                    <a:pt x="379" y="31"/>
                  </a:lnTo>
                  <a:lnTo>
                    <a:pt x="379" y="20"/>
                  </a:lnTo>
                  <a:lnTo>
                    <a:pt x="391" y="20"/>
                  </a:lnTo>
                  <a:lnTo>
                    <a:pt x="403" y="20"/>
                  </a:lnTo>
                  <a:lnTo>
                    <a:pt x="403" y="31"/>
                  </a:lnTo>
                  <a:lnTo>
                    <a:pt x="403" y="40"/>
                  </a:lnTo>
                  <a:lnTo>
                    <a:pt x="391" y="40"/>
                  </a:lnTo>
                  <a:lnTo>
                    <a:pt x="391" y="51"/>
                  </a:lnTo>
                  <a:lnTo>
                    <a:pt x="391" y="60"/>
                  </a:lnTo>
                  <a:lnTo>
                    <a:pt x="391" y="71"/>
                  </a:lnTo>
                  <a:lnTo>
                    <a:pt x="379" y="71"/>
                  </a:lnTo>
                  <a:lnTo>
                    <a:pt x="379" y="80"/>
                  </a:lnTo>
                  <a:lnTo>
                    <a:pt x="379" y="91"/>
                  </a:lnTo>
                  <a:lnTo>
                    <a:pt x="365" y="91"/>
                  </a:lnTo>
                  <a:lnTo>
                    <a:pt x="365" y="100"/>
                  </a:lnTo>
                  <a:lnTo>
                    <a:pt x="365" y="111"/>
                  </a:lnTo>
                  <a:lnTo>
                    <a:pt x="379" y="121"/>
                  </a:lnTo>
                  <a:lnTo>
                    <a:pt x="379" y="131"/>
                  </a:lnTo>
                  <a:lnTo>
                    <a:pt x="379" y="142"/>
                  </a:lnTo>
                  <a:lnTo>
                    <a:pt x="391" y="142"/>
                  </a:lnTo>
                  <a:lnTo>
                    <a:pt x="391" y="151"/>
                  </a:lnTo>
                  <a:lnTo>
                    <a:pt x="391" y="162"/>
                  </a:lnTo>
                  <a:lnTo>
                    <a:pt x="403" y="162"/>
                  </a:lnTo>
                  <a:lnTo>
                    <a:pt x="416" y="162"/>
                  </a:lnTo>
                  <a:lnTo>
                    <a:pt x="428" y="162"/>
                  </a:lnTo>
                  <a:lnTo>
                    <a:pt x="442" y="162"/>
                  </a:lnTo>
                  <a:lnTo>
                    <a:pt x="442" y="171"/>
                  </a:lnTo>
                  <a:lnTo>
                    <a:pt x="442" y="182"/>
                  </a:lnTo>
                  <a:lnTo>
                    <a:pt x="428" y="182"/>
                  </a:lnTo>
                  <a:lnTo>
                    <a:pt x="442" y="182"/>
                  </a:lnTo>
                  <a:lnTo>
                    <a:pt x="428" y="192"/>
                  </a:lnTo>
                  <a:lnTo>
                    <a:pt x="442" y="192"/>
                  </a:lnTo>
                  <a:lnTo>
                    <a:pt x="442" y="202"/>
                  </a:lnTo>
                  <a:lnTo>
                    <a:pt x="442" y="192"/>
                  </a:lnTo>
                  <a:lnTo>
                    <a:pt x="455" y="192"/>
                  </a:lnTo>
                  <a:lnTo>
                    <a:pt x="455" y="202"/>
                  </a:lnTo>
                  <a:lnTo>
                    <a:pt x="467" y="202"/>
                  </a:lnTo>
                  <a:lnTo>
                    <a:pt x="480" y="202"/>
                  </a:lnTo>
                  <a:lnTo>
                    <a:pt x="467" y="202"/>
                  </a:lnTo>
                  <a:lnTo>
                    <a:pt x="467" y="211"/>
                  </a:lnTo>
                  <a:lnTo>
                    <a:pt x="467" y="221"/>
                  </a:lnTo>
                  <a:lnTo>
                    <a:pt x="455" y="221"/>
                  </a:lnTo>
                  <a:lnTo>
                    <a:pt x="442" y="231"/>
                  </a:lnTo>
                  <a:lnTo>
                    <a:pt x="442" y="242"/>
                  </a:lnTo>
                  <a:lnTo>
                    <a:pt x="455" y="242"/>
                  </a:lnTo>
                  <a:lnTo>
                    <a:pt x="455" y="251"/>
                  </a:lnTo>
                  <a:lnTo>
                    <a:pt x="467" y="251"/>
                  </a:lnTo>
                  <a:lnTo>
                    <a:pt x="467" y="262"/>
                  </a:lnTo>
                  <a:lnTo>
                    <a:pt x="467" y="271"/>
                  </a:lnTo>
                  <a:lnTo>
                    <a:pt x="467" y="282"/>
                  </a:lnTo>
                  <a:lnTo>
                    <a:pt x="480" y="282"/>
                  </a:lnTo>
                  <a:lnTo>
                    <a:pt x="492" y="282"/>
                  </a:lnTo>
                  <a:lnTo>
                    <a:pt x="504" y="282"/>
                  </a:lnTo>
                  <a:lnTo>
                    <a:pt x="504" y="292"/>
                  </a:lnTo>
                  <a:lnTo>
                    <a:pt x="518" y="292"/>
                  </a:lnTo>
                  <a:lnTo>
                    <a:pt x="518" y="302"/>
                  </a:lnTo>
                  <a:lnTo>
                    <a:pt x="529" y="302"/>
                  </a:lnTo>
                  <a:lnTo>
                    <a:pt x="529" y="311"/>
                  </a:lnTo>
                  <a:lnTo>
                    <a:pt x="529" y="302"/>
                  </a:lnTo>
                  <a:lnTo>
                    <a:pt x="543" y="302"/>
                  </a:lnTo>
                  <a:lnTo>
                    <a:pt x="554" y="302"/>
                  </a:lnTo>
                  <a:lnTo>
                    <a:pt x="568" y="302"/>
                  </a:lnTo>
                  <a:lnTo>
                    <a:pt x="568" y="311"/>
                  </a:lnTo>
                  <a:lnTo>
                    <a:pt x="581" y="311"/>
                  </a:lnTo>
                  <a:lnTo>
                    <a:pt x="581" y="302"/>
                  </a:lnTo>
                  <a:lnTo>
                    <a:pt x="581" y="311"/>
                  </a:lnTo>
                  <a:lnTo>
                    <a:pt x="593" y="311"/>
                  </a:lnTo>
                  <a:lnTo>
                    <a:pt x="581" y="311"/>
                  </a:lnTo>
                  <a:lnTo>
                    <a:pt x="593" y="311"/>
                  </a:lnTo>
                  <a:lnTo>
                    <a:pt x="593" y="322"/>
                  </a:lnTo>
                  <a:lnTo>
                    <a:pt x="593" y="311"/>
                  </a:lnTo>
                  <a:lnTo>
                    <a:pt x="605" y="311"/>
                  </a:lnTo>
                  <a:lnTo>
                    <a:pt x="605" y="322"/>
                  </a:lnTo>
                  <a:lnTo>
                    <a:pt x="619" y="322"/>
                  </a:lnTo>
                  <a:lnTo>
                    <a:pt x="619" y="332"/>
                  </a:lnTo>
                  <a:lnTo>
                    <a:pt x="631" y="332"/>
                  </a:lnTo>
                  <a:lnTo>
                    <a:pt x="644" y="332"/>
                  </a:lnTo>
                  <a:lnTo>
                    <a:pt x="644" y="342"/>
                  </a:lnTo>
                  <a:lnTo>
                    <a:pt x="656" y="342"/>
                  </a:lnTo>
                  <a:lnTo>
                    <a:pt x="669" y="342"/>
                  </a:lnTo>
                  <a:lnTo>
                    <a:pt x="682" y="342"/>
                  </a:lnTo>
                  <a:lnTo>
                    <a:pt x="694" y="342"/>
                  </a:lnTo>
                  <a:lnTo>
                    <a:pt x="707" y="342"/>
                  </a:lnTo>
                  <a:lnTo>
                    <a:pt x="707" y="353"/>
                  </a:lnTo>
                  <a:lnTo>
                    <a:pt x="718" y="353"/>
                  </a:lnTo>
                  <a:lnTo>
                    <a:pt x="732" y="353"/>
                  </a:lnTo>
                  <a:lnTo>
                    <a:pt x="732" y="362"/>
                  </a:lnTo>
                  <a:lnTo>
                    <a:pt x="745" y="353"/>
                  </a:lnTo>
                  <a:lnTo>
                    <a:pt x="745" y="362"/>
                  </a:lnTo>
                  <a:lnTo>
                    <a:pt x="757" y="353"/>
                  </a:lnTo>
                  <a:lnTo>
                    <a:pt x="770" y="353"/>
                  </a:lnTo>
                  <a:lnTo>
                    <a:pt x="782" y="353"/>
                  </a:lnTo>
                  <a:lnTo>
                    <a:pt x="782" y="362"/>
                  </a:lnTo>
                  <a:lnTo>
                    <a:pt x="795" y="362"/>
                  </a:lnTo>
                  <a:lnTo>
                    <a:pt x="795" y="353"/>
                  </a:lnTo>
                  <a:lnTo>
                    <a:pt x="808" y="353"/>
                  </a:lnTo>
                  <a:lnTo>
                    <a:pt x="819" y="353"/>
                  </a:lnTo>
                  <a:lnTo>
                    <a:pt x="819" y="362"/>
                  </a:lnTo>
                  <a:lnTo>
                    <a:pt x="819" y="373"/>
                  </a:lnTo>
                  <a:lnTo>
                    <a:pt x="819" y="382"/>
                  </a:lnTo>
                  <a:lnTo>
                    <a:pt x="819" y="393"/>
                  </a:lnTo>
                  <a:lnTo>
                    <a:pt x="833" y="393"/>
                  </a:lnTo>
                  <a:lnTo>
                    <a:pt x="819" y="393"/>
                  </a:lnTo>
                  <a:lnTo>
                    <a:pt x="819" y="402"/>
                  </a:lnTo>
                  <a:lnTo>
                    <a:pt x="808" y="402"/>
                  </a:lnTo>
                  <a:lnTo>
                    <a:pt x="808" y="413"/>
                  </a:lnTo>
                  <a:lnTo>
                    <a:pt x="808" y="422"/>
                  </a:lnTo>
                  <a:lnTo>
                    <a:pt x="795" y="422"/>
                  </a:lnTo>
                  <a:lnTo>
                    <a:pt x="795" y="433"/>
                  </a:lnTo>
                  <a:lnTo>
                    <a:pt x="782" y="433"/>
                  </a:lnTo>
                  <a:lnTo>
                    <a:pt x="782" y="442"/>
                  </a:lnTo>
                  <a:lnTo>
                    <a:pt x="782" y="453"/>
                  </a:lnTo>
                  <a:lnTo>
                    <a:pt x="770" y="453"/>
                  </a:lnTo>
                  <a:lnTo>
                    <a:pt x="757" y="453"/>
                  </a:lnTo>
                  <a:lnTo>
                    <a:pt x="757" y="462"/>
                  </a:lnTo>
                  <a:lnTo>
                    <a:pt x="745" y="462"/>
                  </a:lnTo>
                  <a:lnTo>
                    <a:pt x="745" y="473"/>
                  </a:lnTo>
                  <a:lnTo>
                    <a:pt x="745" y="482"/>
                  </a:lnTo>
                  <a:lnTo>
                    <a:pt x="745" y="493"/>
                  </a:lnTo>
                  <a:lnTo>
                    <a:pt x="732" y="493"/>
                  </a:lnTo>
                  <a:lnTo>
                    <a:pt x="718" y="493"/>
                  </a:lnTo>
                  <a:lnTo>
                    <a:pt x="718" y="482"/>
                  </a:lnTo>
                  <a:lnTo>
                    <a:pt x="707" y="482"/>
                  </a:lnTo>
                  <a:lnTo>
                    <a:pt x="707" y="493"/>
                  </a:lnTo>
                  <a:lnTo>
                    <a:pt x="718" y="493"/>
                  </a:lnTo>
                  <a:lnTo>
                    <a:pt x="718" y="503"/>
                  </a:lnTo>
                  <a:lnTo>
                    <a:pt x="718" y="513"/>
                  </a:lnTo>
                  <a:lnTo>
                    <a:pt x="718" y="522"/>
                  </a:lnTo>
                  <a:lnTo>
                    <a:pt x="707" y="522"/>
                  </a:lnTo>
                  <a:lnTo>
                    <a:pt x="707" y="533"/>
                  </a:lnTo>
                  <a:lnTo>
                    <a:pt x="718" y="533"/>
                  </a:lnTo>
                  <a:lnTo>
                    <a:pt x="732" y="533"/>
                  </a:lnTo>
                  <a:lnTo>
                    <a:pt x="732" y="543"/>
                  </a:lnTo>
                  <a:lnTo>
                    <a:pt x="718" y="543"/>
                  </a:lnTo>
                  <a:lnTo>
                    <a:pt x="718" y="553"/>
                  </a:lnTo>
                  <a:lnTo>
                    <a:pt x="707" y="553"/>
                  </a:lnTo>
                  <a:lnTo>
                    <a:pt x="707" y="564"/>
                  </a:lnTo>
                  <a:lnTo>
                    <a:pt x="707" y="574"/>
                  </a:lnTo>
                  <a:lnTo>
                    <a:pt x="694" y="574"/>
                  </a:lnTo>
                  <a:lnTo>
                    <a:pt x="694" y="584"/>
                  </a:lnTo>
                  <a:lnTo>
                    <a:pt x="694" y="593"/>
                  </a:lnTo>
                  <a:lnTo>
                    <a:pt x="682" y="593"/>
                  </a:lnTo>
                  <a:lnTo>
                    <a:pt x="682" y="604"/>
                  </a:lnTo>
                  <a:lnTo>
                    <a:pt x="682" y="613"/>
                  </a:lnTo>
                  <a:lnTo>
                    <a:pt x="682" y="624"/>
                  </a:lnTo>
                  <a:lnTo>
                    <a:pt x="682" y="633"/>
                  </a:lnTo>
                  <a:lnTo>
                    <a:pt x="682" y="624"/>
                  </a:lnTo>
                  <a:lnTo>
                    <a:pt x="682" y="633"/>
                  </a:lnTo>
                  <a:lnTo>
                    <a:pt x="669" y="633"/>
                  </a:lnTo>
                  <a:lnTo>
                    <a:pt x="682" y="633"/>
                  </a:lnTo>
                  <a:lnTo>
                    <a:pt x="669" y="633"/>
                  </a:lnTo>
                  <a:lnTo>
                    <a:pt x="656" y="633"/>
                  </a:lnTo>
                  <a:lnTo>
                    <a:pt x="656" y="644"/>
                  </a:lnTo>
                  <a:lnTo>
                    <a:pt x="656" y="633"/>
                  </a:lnTo>
                  <a:lnTo>
                    <a:pt x="656" y="644"/>
                  </a:lnTo>
                  <a:lnTo>
                    <a:pt x="656" y="653"/>
                  </a:lnTo>
                  <a:lnTo>
                    <a:pt x="669" y="653"/>
                  </a:lnTo>
                  <a:lnTo>
                    <a:pt x="669" y="664"/>
                  </a:lnTo>
                  <a:lnTo>
                    <a:pt x="682" y="664"/>
                  </a:lnTo>
                  <a:lnTo>
                    <a:pt x="682" y="674"/>
                  </a:lnTo>
                  <a:lnTo>
                    <a:pt x="682" y="684"/>
                  </a:lnTo>
                  <a:lnTo>
                    <a:pt x="682" y="693"/>
                  </a:lnTo>
                  <a:lnTo>
                    <a:pt x="682" y="704"/>
                  </a:lnTo>
                  <a:lnTo>
                    <a:pt x="682" y="714"/>
                  </a:lnTo>
                  <a:lnTo>
                    <a:pt x="682" y="724"/>
                  </a:lnTo>
                  <a:lnTo>
                    <a:pt x="682" y="733"/>
                  </a:lnTo>
                  <a:lnTo>
                    <a:pt x="682" y="745"/>
                  </a:lnTo>
                  <a:lnTo>
                    <a:pt x="682" y="754"/>
                  </a:lnTo>
                  <a:lnTo>
                    <a:pt x="682" y="764"/>
                  </a:lnTo>
                  <a:lnTo>
                    <a:pt x="669" y="764"/>
                  </a:lnTo>
                  <a:lnTo>
                    <a:pt x="669" y="775"/>
                  </a:lnTo>
                  <a:lnTo>
                    <a:pt x="669" y="784"/>
                  </a:lnTo>
                  <a:lnTo>
                    <a:pt x="656" y="784"/>
                  </a:lnTo>
                  <a:lnTo>
                    <a:pt x="656" y="795"/>
                  </a:lnTo>
                  <a:lnTo>
                    <a:pt x="644" y="795"/>
                  </a:lnTo>
                  <a:lnTo>
                    <a:pt x="644" y="784"/>
                  </a:lnTo>
                  <a:lnTo>
                    <a:pt x="631" y="784"/>
                  </a:lnTo>
                  <a:lnTo>
                    <a:pt x="631" y="775"/>
                  </a:lnTo>
                  <a:lnTo>
                    <a:pt x="644" y="775"/>
                  </a:lnTo>
                  <a:lnTo>
                    <a:pt x="644" y="764"/>
                  </a:lnTo>
                  <a:lnTo>
                    <a:pt x="631" y="754"/>
                  </a:lnTo>
                  <a:lnTo>
                    <a:pt x="631" y="745"/>
                  </a:lnTo>
                  <a:lnTo>
                    <a:pt x="644" y="745"/>
                  </a:lnTo>
                  <a:lnTo>
                    <a:pt x="631" y="745"/>
                  </a:lnTo>
                  <a:lnTo>
                    <a:pt x="631" y="733"/>
                  </a:lnTo>
                  <a:lnTo>
                    <a:pt x="644" y="733"/>
                  </a:lnTo>
                  <a:lnTo>
                    <a:pt x="644" y="724"/>
                  </a:lnTo>
                  <a:lnTo>
                    <a:pt x="631" y="724"/>
                  </a:lnTo>
                  <a:lnTo>
                    <a:pt x="631" y="714"/>
                  </a:lnTo>
                  <a:lnTo>
                    <a:pt x="631" y="724"/>
                  </a:lnTo>
                  <a:lnTo>
                    <a:pt x="619" y="724"/>
                  </a:lnTo>
                  <a:lnTo>
                    <a:pt x="619" y="714"/>
                  </a:lnTo>
                  <a:lnTo>
                    <a:pt x="619" y="724"/>
                  </a:lnTo>
                  <a:lnTo>
                    <a:pt x="605" y="724"/>
                  </a:lnTo>
                  <a:lnTo>
                    <a:pt x="593" y="724"/>
                  </a:lnTo>
                  <a:lnTo>
                    <a:pt x="593" y="714"/>
                  </a:lnTo>
                  <a:lnTo>
                    <a:pt x="581" y="714"/>
                  </a:lnTo>
                  <a:lnTo>
                    <a:pt x="581" y="704"/>
                  </a:lnTo>
                  <a:lnTo>
                    <a:pt x="568" y="704"/>
                  </a:lnTo>
                  <a:lnTo>
                    <a:pt x="554" y="704"/>
                  </a:lnTo>
                  <a:lnTo>
                    <a:pt x="568" y="704"/>
                  </a:lnTo>
                  <a:lnTo>
                    <a:pt x="568" y="714"/>
                  </a:lnTo>
                  <a:lnTo>
                    <a:pt x="554" y="714"/>
                  </a:lnTo>
                  <a:lnTo>
                    <a:pt x="554" y="724"/>
                  </a:lnTo>
                  <a:lnTo>
                    <a:pt x="554" y="714"/>
                  </a:lnTo>
                  <a:lnTo>
                    <a:pt x="543" y="714"/>
                  </a:lnTo>
                  <a:lnTo>
                    <a:pt x="543" y="724"/>
                  </a:lnTo>
                  <a:lnTo>
                    <a:pt x="543" y="733"/>
                  </a:lnTo>
                  <a:lnTo>
                    <a:pt x="529" y="733"/>
                  </a:lnTo>
                  <a:lnTo>
                    <a:pt x="529" y="724"/>
                  </a:lnTo>
                  <a:lnTo>
                    <a:pt x="518" y="724"/>
                  </a:lnTo>
                  <a:lnTo>
                    <a:pt x="504" y="724"/>
                  </a:lnTo>
                  <a:lnTo>
                    <a:pt x="504" y="714"/>
                  </a:lnTo>
                  <a:lnTo>
                    <a:pt x="492" y="714"/>
                  </a:lnTo>
                  <a:lnTo>
                    <a:pt x="492" y="724"/>
                  </a:lnTo>
                  <a:lnTo>
                    <a:pt x="492" y="714"/>
                  </a:lnTo>
                  <a:lnTo>
                    <a:pt x="480" y="714"/>
                  </a:lnTo>
                  <a:lnTo>
                    <a:pt x="492" y="714"/>
                  </a:lnTo>
                  <a:lnTo>
                    <a:pt x="492" y="704"/>
                  </a:lnTo>
                  <a:lnTo>
                    <a:pt x="504" y="704"/>
                  </a:lnTo>
                  <a:lnTo>
                    <a:pt x="504" y="693"/>
                  </a:lnTo>
                  <a:lnTo>
                    <a:pt x="504" y="684"/>
                  </a:lnTo>
                  <a:lnTo>
                    <a:pt x="492" y="684"/>
                  </a:lnTo>
                  <a:lnTo>
                    <a:pt x="480" y="684"/>
                  </a:lnTo>
                  <a:lnTo>
                    <a:pt x="480" y="674"/>
                  </a:lnTo>
                  <a:lnTo>
                    <a:pt x="480" y="664"/>
                  </a:lnTo>
                  <a:lnTo>
                    <a:pt x="467" y="664"/>
                  </a:lnTo>
                  <a:lnTo>
                    <a:pt x="467" y="653"/>
                  </a:lnTo>
                  <a:lnTo>
                    <a:pt x="455" y="653"/>
                  </a:lnTo>
                  <a:lnTo>
                    <a:pt x="467" y="653"/>
                  </a:lnTo>
                  <a:lnTo>
                    <a:pt x="455" y="653"/>
                  </a:lnTo>
                  <a:lnTo>
                    <a:pt x="467" y="653"/>
                  </a:lnTo>
                  <a:lnTo>
                    <a:pt x="467" y="644"/>
                  </a:lnTo>
                  <a:lnTo>
                    <a:pt x="455" y="644"/>
                  </a:lnTo>
                  <a:lnTo>
                    <a:pt x="455" y="633"/>
                  </a:lnTo>
                  <a:lnTo>
                    <a:pt x="455" y="644"/>
                  </a:lnTo>
                  <a:lnTo>
                    <a:pt x="442" y="644"/>
                  </a:lnTo>
                  <a:lnTo>
                    <a:pt x="442" y="653"/>
                  </a:lnTo>
                  <a:lnTo>
                    <a:pt x="442" y="664"/>
                  </a:lnTo>
                  <a:lnTo>
                    <a:pt x="442" y="674"/>
                  </a:lnTo>
                  <a:lnTo>
                    <a:pt x="442" y="684"/>
                  </a:lnTo>
                  <a:lnTo>
                    <a:pt x="428" y="684"/>
                  </a:lnTo>
                  <a:lnTo>
                    <a:pt x="428" y="674"/>
                  </a:lnTo>
                  <a:lnTo>
                    <a:pt x="416" y="674"/>
                  </a:lnTo>
                  <a:lnTo>
                    <a:pt x="416" y="664"/>
                  </a:lnTo>
                  <a:lnTo>
                    <a:pt x="428" y="664"/>
                  </a:lnTo>
                  <a:lnTo>
                    <a:pt x="416" y="664"/>
                  </a:lnTo>
                  <a:lnTo>
                    <a:pt x="403" y="664"/>
                  </a:lnTo>
                  <a:lnTo>
                    <a:pt x="391" y="674"/>
                  </a:lnTo>
                  <a:lnTo>
                    <a:pt x="391" y="664"/>
                  </a:lnTo>
                  <a:lnTo>
                    <a:pt x="391" y="674"/>
                  </a:lnTo>
                  <a:lnTo>
                    <a:pt x="379" y="674"/>
                  </a:lnTo>
                  <a:lnTo>
                    <a:pt x="365" y="674"/>
                  </a:lnTo>
                  <a:lnTo>
                    <a:pt x="354" y="674"/>
                  </a:lnTo>
                  <a:lnTo>
                    <a:pt x="354" y="664"/>
                  </a:lnTo>
                  <a:lnTo>
                    <a:pt x="340" y="664"/>
                  </a:lnTo>
                  <a:lnTo>
                    <a:pt x="340" y="653"/>
                  </a:lnTo>
                  <a:lnTo>
                    <a:pt x="340" y="644"/>
                  </a:lnTo>
                  <a:lnTo>
                    <a:pt x="354" y="644"/>
                  </a:lnTo>
                  <a:lnTo>
                    <a:pt x="340" y="644"/>
                  </a:lnTo>
                  <a:lnTo>
                    <a:pt x="340" y="633"/>
                  </a:lnTo>
                  <a:lnTo>
                    <a:pt x="354" y="633"/>
                  </a:lnTo>
                  <a:lnTo>
                    <a:pt x="340" y="633"/>
                  </a:lnTo>
                  <a:lnTo>
                    <a:pt x="340" y="624"/>
                  </a:lnTo>
                  <a:lnTo>
                    <a:pt x="340" y="613"/>
                  </a:lnTo>
                  <a:lnTo>
                    <a:pt x="354" y="613"/>
                  </a:lnTo>
                  <a:lnTo>
                    <a:pt x="354" y="604"/>
                  </a:lnTo>
                  <a:lnTo>
                    <a:pt x="365" y="604"/>
                  </a:lnTo>
                  <a:lnTo>
                    <a:pt x="379" y="593"/>
                  </a:lnTo>
                  <a:lnTo>
                    <a:pt x="379" y="604"/>
                  </a:lnTo>
                  <a:lnTo>
                    <a:pt x="379" y="593"/>
                  </a:lnTo>
                  <a:lnTo>
                    <a:pt x="391" y="593"/>
                  </a:lnTo>
                  <a:lnTo>
                    <a:pt x="391" y="584"/>
                  </a:lnTo>
                  <a:lnTo>
                    <a:pt x="403" y="584"/>
                  </a:lnTo>
                  <a:lnTo>
                    <a:pt x="403" y="574"/>
                  </a:lnTo>
                  <a:lnTo>
                    <a:pt x="416" y="574"/>
                  </a:lnTo>
                  <a:lnTo>
                    <a:pt x="403" y="574"/>
                  </a:lnTo>
                  <a:lnTo>
                    <a:pt x="416" y="574"/>
                  </a:lnTo>
                  <a:lnTo>
                    <a:pt x="416" y="564"/>
                  </a:lnTo>
                  <a:lnTo>
                    <a:pt x="428" y="564"/>
                  </a:lnTo>
                  <a:lnTo>
                    <a:pt x="428" y="553"/>
                  </a:lnTo>
                  <a:lnTo>
                    <a:pt x="442" y="543"/>
                  </a:lnTo>
                  <a:lnTo>
                    <a:pt x="442" y="533"/>
                  </a:lnTo>
                  <a:lnTo>
                    <a:pt x="442" y="522"/>
                  </a:lnTo>
                  <a:lnTo>
                    <a:pt x="442" y="513"/>
                  </a:lnTo>
                  <a:lnTo>
                    <a:pt x="442" y="503"/>
                  </a:lnTo>
                  <a:lnTo>
                    <a:pt x="428" y="503"/>
                  </a:lnTo>
                  <a:lnTo>
                    <a:pt x="428" y="493"/>
                  </a:lnTo>
                  <a:lnTo>
                    <a:pt x="428" y="482"/>
                  </a:lnTo>
                  <a:lnTo>
                    <a:pt x="416" y="482"/>
                  </a:lnTo>
                  <a:lnTo>
                    <a:pt x="416" y="473"/>
                  </a:lnTo>
                  <a:lnTo>
                    <a:pt x="403" y="473"/>
                  </a:lnTo>
                  <a:lnTo>
                    <a:pt x="403" y="46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2"/>
            <p:cNvSpPr/>
            <p:nvPr/>
          </p:nvSpPr>
          <p:spPr>
            <a:xfrm>
              <a:off x="4238138" y="4076852"/>
              <a:ext cx="410620" cy="580924"/>
            </a:xfrm>
            <a:custGeom>
              <a:avLst/>
              <a:gdLst/>
              <a:ahLst/>
              <a:cxnLst/>
              <a:rect l="l" t="t" r="r" b="b"/>
              <a:pathLst>
                <a:path w="355" h="400" extrusionOk="0">
                  <a:moveTo>
                    <a:pt x="341" y="140"/>
                  </a:moveTo>
                  <a:lnTo>
                    <a:pt x="355" y="140"/>
                  </a:lnTo>
                  <a:lnTo>
                    <a:pt x="355" y="150"/>
                  </a:lnTo>
                  <a:lnTo>
                    <a:pt x="355" y="160"/>
                  </a:lnTo>
                  <a:lnTo>
                    <a:pt x="341" y="160"/>
                  </a:lnTo>
                  <a:lnTo>
                    <a:pt x="341" y="169"/>
                  </a:lnTo>
                  <a:lnTo>
                    <a:pt x="341" y="181"/>
                  </a:lnTo>
                  <a:lnTo>
                    <a:pt x="355" y="181"/>
                  </a:lnTo>
                  <a:lnTo>
                    <a:pt x="355" y="190"/>
                  </a:lnTo>
                  <a:lnTo>
                    <a:pt x="355" y="200"/>
                  </a:lnTo>
                  <a:lnTo>
                    <a:pt x="341" y="200"/>
                  </a:lnTo>
                  <a:lnTo>
                    <a:pt x="341" y="190"/>
                  </a:lnTo>
                  <a:lnTo>
                    <a:pt x="328" y="190"/>
                  </a:lnTo>
                  <a:lnTo>
                    <a:pt x="328" y="200"/>
                  </a:lnTo>
                  <a:lnTo>
                    <a:pt x="328" y="211"/>
                  </a:lnTo>
                  <a:lnTo>
                    <a:pt x="328" y="220"/>
                  </a:lnTo>
                  <a:lnTo>
                    <a:pt x="316" y="220"/>
                  </a:lnTo>
                  <a:lnTo>
                    <a:pt x="303" y="220"/>
                  </a:lnTo>
                  <a:lnTo>
                    <a:pt x="303" y="231"/>
                  </a:lnTo>
                  <a:lnTo>
                    <a:pt x="303" y="220"/>
                  </a:lnTo>
                  <a:lnTo>
                    <a:pt x="291" y="220"/>
                  </a:lnTo>
                  <a:lnTo>
                    <a:pt x="291" y="231"/>
                  </a:lnTo>
                  <a:lnTo>
                    <a:pt x="291" y="220"/>
                  </a:lnTo>
                  <a:lnTo>
                    <a:pt x="291" y="231"/>
                  </a:lnTo>
                  <a:lnTo>
                    <a:pt x="278" y="231"/>
                  </a:lnTo>
                  <a:lnTo>
                    <a:pt x="278" y="240"/>
                  </a:lnTo>
                  <a:lnTo>
                    <a:pt x="265" y="240"/>
                  </a:lnTo>
                  <a:lnTo>
                    <a:pt x="265" y="251"/>
                  </a:lnTo>
                  <a:lnTo>
                    <a:pt x="278" y="251"/>
                  </a:lnTo>
                  <a:lnTo>
                    <a:pt x="265" y="251"/>
                  </a:lnTo>
                  <a:lnTo>
                    <a:pt x="265" y="260"/>
                  </a:lnTo>
                  <a:lnTo>
                    <a:pt x="253" y="260"/>
                  </a:lnTo>
                  <a:lnTo>
                    <a:pt x="253" y="251"/>
                  </a:lnTo>
                  <a:lnTo>
                    <a:pt x="240" y="251"/>
                  </a:lnTo>
                  <a:lnTo>
                    <a:pt x="226" y="251"/>
                  </a:lnTo>
                  <a:lnTo>
                    <a:pt x="215" y="260"/>
                  </a:lnTo>
                  <a:lnTo>
                    <a:pt x="215" y="271"/>
                  </a:lnTo>
                  <a:lnTo>
                    <a:pt x="215" y="281"/>
                  </a:lnTo>
                  <a:lnTo>
                    <a:pt x="226" y="281"/>
                  </a:lnTo>
                  <a:lnTo>
                    <a:pt x="226" y="291"/>
                  </a:lnTo>
                  <a:lnTo>
                    <a:pt x="240" y="291"/>
                  </a:lnTo>
                  <a:lnTo>
                    <a:pt x="240" y="300"/>
                  </a:lnTo>
                  <a:lnTo>
                    <a:pt x="240" y="311"/>
                  </a:lnTo>
                  <a:lnTo>
                    <a:pt x="240" y="320"/>
                  </a:lnTo>
                  <a:lnTo>
                    <a:pt x="240" y="331"/>
                  </a:lnTo>
                  <a:lnTo>
                    <a:pt x="240" y="340"/>
                  </a:lnTo>
                  <a:lnTo>
                    <a:pt x="240" y="351"/>
                  </a:lnTo>
                  <a:lnTo>
                    <a:pt x="240" y="360"/>
                  </a:lnTo>
                  <a:lnTo>
                    <a:pt x="240" y="371"/>
                  </a:lnTo>
                  <a:lnTo>
                    <a:pt x="240" y="381"/>
                  </a:lnTo>
                  <a:lnTo>
                    <a:pt x="240" y="391"/>
                  </a:lnTo>
                  <a:lnTo>
                    <a:pt x="226" y="391"/>
                  </a:lnTo>
                  <a:lnTo>
                    <a:pt x="215" y="391"/>
                  </a:lnTo>
                  <a:lnTo>
                    <a:pt x="201" y="391"/>
                  </a:lnTo>
                  <a:lnTo>
                    <a:pt x="190" y="391"/>
                  </a:lnTo>
                  <a:lnTo>
                    <a:pt x="177" y="391"/>
                  </a:lnTo>
                  <a:lnTo>
                    <a:pt x="177" y="400"/>
                  </a:lnTo>
                  <a:lnTo>
                    <a:pt x="177" y="391"/>
                  </a:lnTo>
                  <a:lnTo>
                    <a:pt x="163" y="391"/>
                  </a:lnTo>
                  <a:lnTo>
                    <a:pt x="163" y="381"/>
                  </a:lnTo>
                  <a:lnTo>
                    <a:pt x="152" y="391"/>
                  </a:lnTo>
                  <a:lnTo>
                    <a:pt x="152" y="381"/>
                  </a:lnTo>
                  <a:lnTo>
                    <a:pt x="138" y="381"/>
                  </a:lnTo>
                  <a:lnTo>
                    <a:pt x="127" y="381"/>
                  </a:lnTo>
                  <a:lnTo>
                    <a:pt x="138" y="381"/>
                  </a:lnTo>
                  <a:lnTo>
                    <a:pt x="138" y="371"/>
                  </a:lnTo>
                  <a:lnTo>
                    <a:pt x="127" y="371"/>
                  </a:lnTo>
                  <a:lnTo>
                    <a:pt x="127" y="381"/>
                  </a:lnTo>
                  <a:lnTo>
                    <a:pt x="113" y="381"/>
                  </a:lnTo>
                  <a:lnTo>
                    <a:pt x="113" y="371"/>
                  </a:lnTo>
                  <a:lnTo>
                    <a:pt x="100" y="371"/>
                  </a:lnTo>
                  <a:lnTo>
                    <a:pt x="100" y="360"/>
                  </a:lnTo>
                  <a:lnTo>
                    <a:pt x="88" y="360"/>
                  </a:lnTo>
                  <a:lnTo>
                    <a:pt x="75" y="360"/>
                  </a:lnTo>
                  <a:lnTo>
                    <a:pt x="75" y="351"/>
                  </a:lnTo>
                  <a:lnTo>
                    <a:pt x="64" y="351"/>
                  </a:lnTo>
                  <a:lnTo>
                    <a:pt x="64" y="340"/>
                  </a:lnTo>
                  <a:lnTo>
                    <a:pt x="75" y="340"/>
                  </a:lnTo>
                  <a:lnTo>
                    <a:pt x="64" y="340"/>
                  </a:lnTo>
                  <a:lnTo>
                    <a:pt x="64" y="331"/>
                  </a:lnTo>
                  <a:lnTo>
                    <a:pt x="75" y="331"/>
                  </a:lnTo>
                  <a:lnTo>
                    <a:pt x="75" y="320"/>
                  </a:lnTo>
                  <a:lnTo>
                    <a:pt x="75" y="311"/>
                  </a:lnTo>
                  <a:lnTo>
                    <a:pt x="75" y="300"/>
                  </a:lnTo>
                  <a:lnTo>
                    <a:pt x="75" y="291"/>
                  </a:lnTo>
                  <a:lnTo>
                    <a:pt x="75" y="281"/>
                  </a:lnTo>
                  <a:lnTo>
                    <a:pt x="88" y="281"/>
                  </a:lnTo>
                  <a:lnTo>
                    <a:pt x="88" y="271"/>
                  </a:lnTo>
                  <a:lnTo>
                    <a:pt x="75" y="271"/>
                  </a:lnTo>
                  <a:lnTo>
                    <a:pt x="75" y="260"/>
                  </a:lnTo>
                  <a:lnTo>
                    <a:pt x="75" y="251"/>
                  </a:lnTo>
                  <a:lnTo>
                    <a:pt x="75" y="260"/>
                  </a:lnTo>
                  <a:lnTo>
                    <a:pt x="64" y="260"/>
                  </a:lnTo>
                  <a:lnTo>
                    <a:pt x="50" y="260"/>
                  </a:lnTo>
                  <a:lnTo>
                    <a:pt x="50" y="271"/>
                  </a:lnTo>
                  <a:lnTo>
                    <a:pt x="50" y="260"/>
                  </a:lnTo>
                  <a:lnTo>
                    <a:pt x="50" y="271"/>
                  </a:lnTo>
                  <a:lnTo>
                    <a:pt x="37" y="271"/>
                  </a:lnTo>
                  <a:lnTo>
                    <a:pt x="25" y="271"/>
                  </a:lnTo>
                  <a:lnTo>
                    <a:pt x="25" y="260"/>
                  </a:lnTo>
                  <a:lnTo>
                    <a:pt x="25" y="271"/>
                  </a:lnTo>
                  <a:lnTo>
                    <a:pt x="25" y="260"/>
                  </a:lnTo>
                  <a:lnTo>
                    <a:pt x="12" y="271"/>
                  </a:lnTo>
                  <a:lnTo>
                    <a:pt x="12" y="260"/>
                  </a:lnTo>
                  <a:lnTo>
                    <a:pt x="0" y="260"/>
                  </a:lnTo>
                  <a:lnTo>
                    <a:pt x="12" y="260"/>
                  </a:lnTo>
                  <a:lnTo>
                    <a:pt x="12" y="251"/>
                  </a:lnTo>
                  <a:lnTo>
                    <a:pt x="25" y="251"/>
                  </a:lnTo>
                  <a:lnTo>
                    <a:pt x="25" y="240"/>
                  </a:lnTo>
                  <a:lnTo>
                    <a:pt x="25" y="231"/>
                  </a:lnTo>
                  <a:lnTo>
                    <a:pt x="37" y="231"/>
                  </a:lnTo>
                  <a:lnTo>
                    <a:pt x="25" y="231"/>
                  </a:lnTo>
                  <a:lnTo>
                    <a:pt x="25" y="220"/>
                  </a:lnTo>
                  <a:lnTo>
                    <a:pt x="37" y="220"/>
                  </a:lnTo>
                  <a:lnTo>
                    <a:pt x="25" y="220"/>
                  </a:lnTo>
                  <a:lnTo>
                    <a:pt x="37" y="220"/>
                  </a:lnTo>
                  <a:lnTo>
                    <a:pt x="25" y="220"/>
                  </a:lnTo>
                  <a:lnTo>
                    <a:pt x="25" y="211"/>
                  </a:lnTo>
                  <a:lnTo>
                    <a:pt x="25" y="200"/>
                  </a:lnTo>
                  <a:lnTo>
                    <a:pt x="37" y="200"/>
                  </a:lnTo>
                  <a:lnTo>
                    <a:pt x="50" y="200"/>
                  </a:lnTo>
                  <a:lnTo>
                    <a:pt x="50" y="190"/>
                  </a:lnTo>
                  <a:lnTo>
                    <a:pt x="50" y="181"/>
                  </a:lnTo>
                  <a:lnTo>
                    <a:pt x="50" y="169"/>
                  </a:lnTo>
                  <a:lnTo>
                    <a:pt x="50" y="160"/>
                  </a:lnTo>
                  <a:lnTo>
                    <a:pt x="64" y="160"/>
                  </a:lnTo>
                  <a:lnTo>
                    <a:pt x="75" y="150"/>
                  </a:lnTo>
                  <a:lnTo>
                    <a:pt x="64" y="140"/>
                  </a:lnTo>
                  <a:lnTo>
                    <a:pt x="64" y="129"/>
                  </a:lnTo>
                  <a:lnTo>
                    <a:pt x="64" y="120"/>
                  </a:lnTo>
                  <a:lnTo>
                    <a:pt x="75" y="120"/>
                  </a:lnTo>
                  <a:lnTo>
                    <a:pt x="75" y="129"/>
                  </a:lnTo>
                  <a:lnTo>
                    <a:pt x="88" y="129"/>
                  </a:lnTo>
                  <a:lnTo>
                    <a:pt x="88" y="120"/>
                  </a:lnTo>
                  <a:lnTo>
                    <a:pt x="100" y="120"/>
                  </a:lnTo>
                  <a:lnTo>
                    <a:pt x="100" y="110"/>
                  </a:lnTo>
                  <a:lnTo>
                    <a:pt x="100" y="100"/>
                  </a:lnTo>
                  <a:lnTo>
                    <a:pt x="113" y="100"/>
                  </a:lnTo>
                  <a:lnTo>
                    <a:pt x="113" y="90"/>
                  </a:lnTo>
                  <a:lnTo>
                    <a:pt x="127" y="90"/>
                  </a:lnTo>
                  <a:lnTo>
                    <a:pt x="138" y="90"/>
                  </a:lnTo>
                  <a:lnTo>
                    <a:pt x="138" y="81"/>
                  </a:lnTo>
                  <a:lnTo>
                    <a:pt x="138" y="69"/>
                  </a:lnTo>
                  <a:lnTo>
                    <a:pt x="152" y="69"/>
                  </a:lnTo>
                  <a:lnTo>
                    <a:pt x="152" y="81"/>
                  </a:lnTo>
                  <a:lnTo>
                    <a:pt x="163" y="81"/>
                  </a:lnTo>
                  <a:lnTo>
                    <a:pt x="163" y="69"/>
                  </a:lnTo>
                  <a:lnTo>
                    <a:pt x="163" y="60"/>
                  </a:lnTo>
                  <a:lnTo>
                    <a:pt x="163" y="50"/>
                  </a:lnTo>
                  <a:lnTo>
                    <a:pt x="177" y="50"/>
                  </a:lnTo>
                  <a:lnTo>
                    <a:pt x="177" y="40"/>
                  </a:lnTo>
                  <a:lnTo>
                    <a:pt x="177" y="29"/>
                  </a:lnTo>
                  <a:lnTo>
                    <a:pt x="177" y="20"/>
                  </a:lnTo>
                  <a:lnTo>
                    <a:pt x="163" y="10"/>
                  </a:lnTo>
                  <a:lnTo>
                    <a:pt x="177" y="10"/>
                  </a:lnTo>
                  <a:lnTo>
                    <a:pt x="177" y="0"/>
                  </a:lnTo>
                  <a:lnTo>
                    <a:pt x="177" y="10"/>
                  </a:lnTo>
                  <a:lnTo>
                    <a:pt x="190" y="10"/>
                  </a:lnTo>
                  <a:lnTo>
                    <a:pt x="201" y="10"/>
                  </a:lnTo>
                  <a:lnTo>
                    <a:pt x="215" y="10"/>
                  </a:lnTo>
                  <a:lnTo>
                    <a:pt x="215" y="20"/>
                  </a:lnTo>
                  <a:lnTo>
                    <a:pt x="215" y="10"/>
                  </a:lnTo>
                  <a:lnTo>
                    <a:pt x="215" y="20"/>
                  </a:lnTo>
                  <a:lnTo>
                    <a:pt x="226" y="20"/>
                  </a:lnTo>
                  <a:lnTo>
                    <a:pt x="240" y="20"/>
                  </a:lnTo>
                  <a:lnTo>
                    <a:pt x="240" y="10"/>
                  </a:lnTo>
                  <a:lnTo>
                    <a:pt x="253" y="10"/>
                  </a:lnTo>
                  <a:lnTo>
                    <a:pt x="253" y="20"/>
                  </a:lnTo>
                  <a:lnTo>
                    <a:pt x="253" y="10"/>
                  </a:lnTo>
                  <a:lnTo>
                    <a:pt x="265" y="10"/>
                  </a:lnTo>
                  <a:lnTo>
                    <a:pt x="265" y="0"/>
                  </a:lnTo>
                  <a:lnTo>
                    <a:pt x="278" y="0"/>
                  </a:lnTo>
                  <a:lnTo>
                    <a:pt x="278" y="10"/>
                  </a:lnTo>
                  <a:lnTo>
                    <a:pt x="278" y="0"/>
                  </a:lnTo>
                  <a:lnTo>
                    <a:pt x="291" y="0"/>
                  </a:lnTo>
                  <a:lnTo>
                    <a:pt x="291" y="10"/>
                  </a:lnTo>
                  <a:lnTo>
                    <a:pt x="303" y="10"/>
                  </a:lnTo>
                  <a:lnTo>
                    <a:pt x="316" y="10"/>
                  </a:lnTo>
                  <a:lnTo>
                    <a:pt x="316" y="20"/>
                  </a:lnTo>
                  <a:lnTo>
                    <a:pt x="328" y="20"/>
                  </a:lnTo>
                  <a:lnTo>
                    <a:pt x="328" y="29"/>
                  </a:lnTo>
                  <a:lnTo>
                    <a:pt x="328" y="20"/>
                  </a:lnTo>
                  <a:lnTo>
                    <a:pt x="328" y="29"/>
                  </a:lnTo>
                  <a:lnTo>
                    <a:pt x="341" y="29"/>
                  </a:lnTo>
                  <a:lnTo>
                    <a:pt x="341" y="40"/>
                  </a:lnTo>
                  <a:lnTo>
                    <a:pt x="328" y="40"/>
                  </a:lnTo>
                  <a:lnTo>
                    <a:pt x="328" y="50"/>
                  </a:lnTo>
                  <a:lnTo>
                    <a:pt x="328" y="60"/>
                  </a:lnTo>
                  <a:lnTo>
                    <a:pt x="316" y="60"/>
                  </a:lnTo>
                  <a:lnTo>
                    <a:pt x="316" y="50"/>
                  </a:lnTo>
                  <a:lnTo>
                    <a:pt x="316" y="60"/>
                  </a:lnTo>
                  <a:lnTo>
                    <a:pt x="303" y="60"/>
                  </a:lnTo>
                  <a:lnTo>
                    <a:pt x="291" y="60"/>
                  </a:lnTo>
                  <a:lnTo>
                    <a:pt x="291" y="69"/>
                  </a:lnTo>
                  <a:lnTo>
                    <a:pt x="291" y="81"/>
                  </a:lnTo>
                  <a:lnTo>
                    <a:pt x="303" y="81"/>
                  </a:lnTo>
                  <a:lnTo>
                    <a:pt x="303" y="90"/>
                  </a:lnTo>
                  <a:lnTo>
                    <a:pt x="316" y="90"/>
                  </a:lnTo>
                  <a:lnTo>
                    <a:pt x="328" y="90"/>
                  </a:lnTo>
                  <a:lnTo>
                    <a:pt x="328" y="100"/>
                  </a:lnTo>
                  <a:lnTo>
                    <a:pt x="328" y="110"/>
                  </a:lnTo>
                  <a:lnTo>
                    <a:pt x="341" y="110"/>
                  </a:lnTo>
                  <a:lnTo>
                    <a:pt x="341" y="120"/>
                  </a:lnTo>
                  <a:lnTo>
                    <a:pt x="341" y="129"/>
                  </a:lnTo>
                  <a:lnTo>
                    <a:pt x="341" y="140"/>
                  </a:lnTo>
                  <a:close/>
                </a:path>
              </a:pathLst>
            </a:custGeom>
            <a:solidFill>
              <a:srgbClr val="D9D9D9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2"/>
            <p:cNvSpPr/>
            <p:nvPr/>
          </p:nvSpPr>
          <p:spPr>
            <a:xfrm>
              <a:off x="3841843" y="3087325"/>
              <a:ext cx="746437" cy="588032"/>
            </a:xfrm>
            <a:custGeom>
              <a:avLst/>
              <a:gdLst/>
              <a:ahLst/>
              <a:cxnLst/>
              <a:rect l="l" t="t" r="r" b="b"/>
              <a:pathLst>
                <a:path w="756" h="474" extrusionOk="0">
                  <a:moveTo>
                    <a:pt x="119" y="202"/>
                  </a:moveTo>
                  <a:lnTo>
                    <a:pt x="134" y="202"/>
                  </a:lnTo>
                  <a:lnTo>
                    <a:pt x="134" y="214"/>
                  </a:lnTo>
                  <a:lnTo>
                    <a:pt x="134" y="225"/>
                  </a:lnTo>
                  <a:lnTo>
                    <a:pt x="148" y="225"/>
                  </a:lnTo>
                  <a:lnTo>
                    <a:pt x="148" y="214"/>
                  </a:lnTo>
                  <a:lnTo>
                    <a:pt x="148" y="202"/>
                  </a:lnTo>
                  <a:lnTo>
                    <a:pt x="164" y="202"/>
                  </a:lnTo>
                  <a:lnTo>
                    <a:pt x="148" y="202"/>
                  </a:lnTo>
                  <a:lnTo>
                    <a:pt x="148" y="191"/>
                  </a:lnTo>
                  <a:lnTo>
                    <a:pt x="148" y="178"/>
                  </a:lnTo>
                  <a:lnTo>
                    <a:pt x="134" y="178"/>
                  </a:lnTo>
                  <a:lnTo>
                    <a:pt x="119" y="178"/>
                  </a:lnTo>
                  <a:lnTo>
                    <a:pt x="119" y="167"/>
                  </a:lnTo>
                  <a:lnTo>
                    <a:pt x="103" y="167"/>
                  </a:lnTo>
                  <a:lnTo>
                    <a:pt x="90" y="167"/>
                  </a:lnTo>
                  <a:lnTo>
                    <a:pt x="90" y="154"/>
                  </a:lnTo>
                  <a:lnTo>
                    <a:pt x="74" y="154"/>
                  </a:lnTo>
                  <a:lnTo>
                    <a:pt x="74" y="143"/>
                  </a:lnTo>
                  <a:lnTo>
                    <a:pt x="58" y="143"/>
                  </a:lnTo>
                  <a:lnTo>
                    <a:pt x="45" y="143"/>
                  </a:lnTo>
                  <a:lnTo>
                    <a:pt x="58" y="143"/>
                  </a:lnTo>
                  <a:lnTo>
                    <a:pt x="45" y="143"/>
                  </a:lnTo>
                  <a:lnTo>
                    <a:pt x="45" y="131"/>
                  </a:lnTo>
                  <a:lnTo>
                    <a:pt x="45" y="143"/>
                  </a:lnTo>
                  <a:lnTo>
                    <a:pt x="45" y="131"/>
                  </a:lnTo>
                  <a:lnTo>
                    <a:pt x="29" y="131"/>
                  </a:lnTo>
                  <a:lnTo>
                    <a:pt x="29" y="120"/>
                  </a:lnTo>
                  <a:lnTo>
                    <a:pt x="29" y="107"/>
                  </a:lnTo>
                  <a:lnTo>
                    <a:pt x="29" y="96"/>
                  </a:lnTo>
                  <a:lnTo>
                    <a:pt x="16" y="96"/>
                  </a:lnTo>
                  <a:lnTo>
                    <a:pt x="16" y="83"/>
                  </a:lnTo>
                  <a:lnTo>
                    <a:pt x="16" y="72"/>
                  </a:lnTo>
                  <a:lnTo>
                    <a:pt x="0" y="72"/>
                  </a:lnTo>
                  <a:lnTo>
                    <a:pt x="0" y="60"/>
                  </a:lnTo>
                  <a:lnTo>
                    <a:pt x="0" y="49"/>
                  </a:lnTo>
                  <a:lnTo>
                    <a:pt x="0" y="36"/>
                  </a:lnTo>
                  <a:lnTo>
                    <a:pt x="16" y="36"/>
                  </a:lnTo>
                  <a:lnTo>
                    <a:pt x="29" y="36"/>
                  </a:lnTo>
                  <a:lnTo>
                    <a:pt x="45" y="36"/>
                  </a:lnTo>
                  <a:lnTo>
                    <a:pt x="45" y="25"/>
                  </a:lnTo>
                  <a:lnTo>
                    <a:pt x="45" y="36"/>
                  </a:lnTo>
                  <a:lnTo>
                    <a:pt x="58" y="36"/>
                  </a:lnTo>
                  <a:lnTo>
                    <a:pt x="58" y="49"/>
                  </a:lnTo>
                  <a:lnTo>
                    <a:pt x="74" y="49"/>
                  </a:lnTo>
                  <a:lnTo>
                    <a:pt x="90" y="49"/>
                  </a:lnTo>
                  <a:lnTo>
                    <a:pt x="103" y="49"/>
                  </a:lnTo>
                  <a:lnTo>
                    <a:pt x="103" y="60"/>
                  </a:lnTo>
                  <a:lnTo>
                    <a:pt x="103" y="49"/>
                  </a:lnTo>
                  <a:lnTo>
                    <a:pt x="103" y="60"/>
                  </a:lnTo>
                  <a:lnTo>
                    <a:pt x="103" y="49"/>
                  </a:lnTo>
                  <a:lnTo>
                    <a:pt x="119" y="49"/>
                  </a:lnTo>
                  <a:lnTo>
                    <a:pt x="134" y="49"/>
                  </a:lnTo>
                  <a:lnTo>
                    <a:pt x="134" y="36"/>
                  </a:lnTo>
                  <a:lnTo>
                    <a:pt x="134" y="49"/>
                  </a:lnTo>
                  <a:lnTo>
                    <a:pt x="148" y="49"/>
                  </a:lnTo>
                  <a:lnTo>
                    <a:pt x="164" y="49"/>
                  </a:lnTo>
                  <a:lnTo>
                    <a:pt x="177" y="49"/>
                  </a:lnTo>
                  <a:lnTo>
                    <a:pt x="177" y="36"/>
                  </a:lnTo>
                  <a:lnTo>
                    <a:pt x="193" y="49"/>
                  </a:lnTo>
                  <a:lnTo>
                    <a:pt x="193" y="36"/>
                  </a:lnTo>
                  <a:lnTo>
                    <a:pt x="193" y="49"/>
                  </a:lnTo>
                  <a:lnTo>
                    <a:pt x="193" y="36"/>
                  </a:lnTo>
                  <a:lnTo>
                    <a:pt x="208" y="36"/>
                  </a:lnTo>
                  <a:lnTo>
                    <a:pt x="208" y="49"/>
                  </a:lnTo>
                  <a:lnTo>
                    <a:pt x="222" y="49"/>
                  </a:lnTo>
                  <a:lnTo>
                    <a:pt x="222" y="60"/>
                  </a:lnTo>
                  <a:lnTo>
                    <a:pt x="208" y="60"/>
                  </a:lnTo>
                  <a:lnTo>
                    <a:pt x="222" y="60"/>
                  </a:lnTo>
                  <a:lnTo>
                    <a:pt x="208" y="60"/>
                  </a:lnTo>
                  <a:lnTo>
                    <a:pt x="222" y="60"/>
                  </a:lnTo>
                  <a:lnTo>
                    <a:pt x="222" y="49"/>
                  </a:lnTo>
                  <a:lnTo>
                    <a:pt x="238" y="49"/>
                  </a:lnTo>
                  <a:lnTo>
                    <a:pt x="238" y="36"/>
                  </a:lnTo>
                  <a:lnTo>
                    <a:pt x="238" y="25"/>
                  </a:lnTo>
                  <a:lnTo>
                    <a:pt x="251" y="25"/>
                  </a:lnTo>
                  <a:lnTo>
                    <a:pt x="267" y="25"/>
                  </a:lnTo>
                  <a:lnTo>
                    <a:pt x="267" y="36"/>
                  </a:lnTo>
                  <a:lnTo>
                    <a:pt x="267" y="49"/>
                  </a:lnTo>
                  <a:lnTo>
                    <a:pt x="267" y="60"/>
                  </a:lnTo>
                  <a:lnTo>
                    <a:pt x="283" y="60"/>
                  </a:lnTo>
                  <a:lnTo>
                    <a:pt x="283" y="72"/>
                  </a:lnTo>
                  <a:lnTo>
                    <a:pt x="283" y="83"/>
                  </a:lnTo>
                  <a:lnTo>
                    <a:pt x="283" y="96"/>
                  </a:lnTo>
                  <a:lnTo>
                    <a:pt x="296" y="96"/>
                  </a:lnTo>
                  <a:lnTo>
                    <a:pt x="283" y="96"/>
                  </a:lnTo>
                  <a:lnTo>
                    <a:pt x="296" y="96"/>
                  </a:lnTo>
                  <a:lnTo>
                    <a:pt x="283" y="96"/>
                  </a:lnTo>
                  <a:lnTo>
                    <a:pt x="296" y="96"/>
                  </a:lnTo>
                  <a:lnTo>
                    <a:pt x="283" y="107"/>
                  </a:lnTo>
                  <a:lnTo>
                    <a:pt x="296" y="107"/>
                  </a:lnTo>
                  <a:lnTo>
                    <a:pt x="296" y="96"/>
                  </a:lnTo>
                  <a:lnTo>
                    <a:pt x="312" y="96"/>
                  </a:lnTo>
                  <a:lnTo>
                    <a:pt x="312" y="83"/>
                  </a:lnTo>
                  <a:lnTo>
                    <a:pt x="312" y="96"/>
                  </a:lnTo>
                  <a:lnTo>
                    <a:pt x="312" y="83"/>
                  </a:lnTo>
                  <a:lnTo>
                    <a:pt x="312" y="72"/>
                  </a:lnTo>
                  <a:lnTo>
                    <a:pt x="325" y="72"/>
                  </a:lnTo>
                  <a:lnTo>
                    <a:pt x="312" y="72"/>
                  </a:lnTo>
                  <a:lnTo>
                    <a:pt x="325" y="60"/>
                  </a:lnTo>
                  <a:lnTo>
                    <a:pt x="312" y="60"/>
                  </a:lnTo>
                  <a:lnTo>
                    <a:pt x="325" y="60"/>
                  </a:lnTo>
                  <a:lnTo>
                    <a:pt x="312" y="60"/>
                  </a:lnTo>
                  <a:lnTo>
                    <a:pt x="325" y="60"/>
                  </a:lnTo>
                  <a:lnTo>
                    <a:pt x="312" y="60"/>
                  </a:lnTo>
                  <a:lnTo>
                    <a:pt x="312" y="49"/>
                  </a:lnTo>
                  <a:lnTo>
                    <a:pt x="312" y="36"/>
                  </a:lnTo>
                  <a:lnTo>
                    <a:pt x="325" y="36"/>
                  </a:lnTo>
                  <a:lnTo>
                    <a:pt x="325" y="25"/>
                  </a:lnTo>
                  <a:lnTo>
                    <a:pt x="325" y="13"/>
                  </a:lnTo>
                  <a:lnTo>
                    <a:pt x="312" y="13"/>
                  </a:lnTo>
                  <a:lnTo>
                    <a:pt x="325" y="13"/>
                  </a:lnTo>
                  <a:lnTo>
                    <a:pt x="325" y="0"/>
                  </a:lnTo>
                  <a:lnTo>
                    <a:pt x="341" y="0"/>
                  </a:lnTo>
                  <a:lnTo>
                    <a:pt x="357" y="0"/>
                  </a:lnTo>
                  <a:lnTo>
                    <a:pt x="357" y="13"/>
                  </a:lnTo>
                  <a:lnTo>
                    <a:pt x="370" y="13"/>
                  </a:lnTo>
                  <a:lnTo>
                    <a:pt x="370" y="25"/>
                  </a:lnTo>
                  <a:lnTo>
                    <a:pt x="357" y="25"/>
                  </a:lnTo>
                  <a:lnTo>
                    <a:pt x="357" y="36"/>
                  </a:lnTo>
                  <a:lnTo>
                    <a:pt x="370" y="36"/>
                  </a:lnTo>
                  <a:lnTo>
                    <a:pt x="357" y="36"/>
                  </a:lnTo>
                  <a:lnTo>
                    <a:pt x="357" y="49"/>
                  </a:lnTo>
                  <a:lnTo>
                    <a:pt x="357" y="60"/>
                  </a:lnTo>
                  <a:lnTo>
                    <a:pt x="357" y="72"/>
                  </a:lnTo>
                  <a:lnTo>
                    <a:pt x="357" y="83"/>
                  </a:lnTo>
                  <a:lnTo>
                    <a:pt x="370" y="83"/>
                  </a:lnTo>
                  <a:lnTo>
                    <a:pt x="370" y="96"/>
                  </a:lnTo>
                  <a:lnTo>
                    <a:pt x="370" y="107"/>
                  </a:lnTo>
                  <a:lnTo>
                    <a:pt x="370" y="120"/>
                  </a:lnTo>
                  <a:lnTo>
                    <a:pt x="370" y="131"/>
                  </a:lnTo>
                  <a:lnTo>
                    <a:pt x="386" y="131"/>
                  </a:lnTo>
                  <a:lnTo>
                    <a:pt x="386" y="143"/>
                  </a:lnTo>
                  <a:lnTo>
                    <a:pt x="386" y="154"/>
                  </a:lnTo>
                  <a:lnTo>
                    <a:pt x="401" y="154"/>
                  </a:lnTo>
                  <a:lnTo>
                    <a:pt x="401" y="167"/>
                  </a:lnTo>
                  <a:lnTo>
                    <a:pt x="401" y="178"/>
                  </a:lnTo>
                  <a:lnTo>
                    <a:pt x="415" y="191"/>
                  </a:lnTo>
                  <a:lnTo>
                    <a:pt x="431" y="191"/>
                  </a:lnTo>
                  <a:lnTo>
                    <a:pt x="431" y="202"/>
                  </a:lnTo>
                  <a:lnTo>
                    <a:pt x="431" y="214"/>
                  </a:lnTo>
                  <a:lnTo>
                    <a:pt x="444" y="214"/>
                  </a:lnTo>
                  <a:lnTo>
                    <a:pt x="444" y="225"/>
                  </a:lnTo>
                  <a:lnTo>
                    <a:pt x="444" y="238"/>
                  </a:lnTo>
                  <a:lnTo>
                    <a:pt x="460" y="238"/>
                  </a:lnTo>
                  <a:lnTo>
                    <a:pt x="475" y="238"/>
                  </a:lnTo>
                  <a:lnTo>
                    <a:pt x="489" y="225"/>
                  </a:lnTo>
                  <a:lnTo>
                    <a:pt x="505" y="225"/>
                  </a:lnTo>
                  <a:lnTo>
                    <a:pt x="505" y="214"/>
                  </a:lnTo>
                  <a:lnTo>
                    <a:pt x="518" y="214"/>
                  </a:lnTo>
                  <a:lnTo>
                    <a:pt x="534" y="214"/>
                  </a:lnTo>
                  <a:lnTo>
                    <a:pt x="549" y="214"/>
                  </a:lnTo>
                  <a:lnTo>
                    <a:pt x="549" y="202"/>
                  </a:lnTo>
                  <a:lnTo>
                    <a:pt x="563" y="202"/>
                  </a:lnTo>
                  <a:lnTo>
                    <a:pt x="563" y="191"/>
                  </a:lnTo>
                  <a:lnTo>
                    <a:pt x="563" y="178"/>
                  </a:lnTo>
                  <a:lnTo>
                    <a:pt x="579" y="178"/>
                  </a:lnTo>
                  <a:lnTo>
                    <a:pt x="579" y="167"/>
                  </a:lnTo>
                  <a:lnTo>
                    <a:pt x="579" y="154"/>
                  </a:lnTo>
                  <a:lnTo>
                    <a:pt x="579" y="143"/>
                  </a:lnTo>
                  <a:lnTo>
                    <a:pt x="592" y="143"/>
                  </a:lnTo>
                  <a:lnTo>
                    <a:pt x="592" y="131"/>
                  </a:lnTo>
                  <a:lnTo>
                    <a:pt x="608" y="131"/>
                  </a:lnTo>
                  <a:lnTo>
                    <a:pt x="624" y="131"/>
                  </a:lnTo>
                  <a:lnTo>
                    <a:pt x="637" y="131"/>
                  </a:lnTo>
                  <a:lnTo>
                    <a:pt x="637" y="120"/>
                  </a:lnTo>
                  <a:lnTo>
                    <a:pt x="653" y="120"/>
                  </a:lnTo>
                  <a:lnTo>
                    <a:pt x="653" y="107"/>
                  </a:lnTo>
                  <a:lnTo>
                    <a:pt x="653" y="96"/>
                  </a:lnTo>
                  <a:lnTo>
                    <a:pt x="666" y="96"/>
                  </a:lnTo>
                  <a:lnTo>
                    <a:pt x="666" y="83"/>
                  </a:lnTo>
                  <a:lnTo>
                    <a:pt x="666" y="72"/>
                  </a:lnTo>
                  <a:lnTo>
                    <a:pt x="682" y="72"/>
                  </a:lnTo>
                  <a:lnTo>
                    <a:pt x="682" y="60"/>
                  </a:lnTo>
                  <a:lnTo>
                    <a:pt x="682" y="72"/>
                  </a:lnTo>
                  <a:lnTo>
                    <a:pt x="698" y="72"/>
                  </a:lnTo>
                  <a:lnTo>
                    <a:pt x="711" y="72"/>
                  </a:lnTo>
                  <a:lnTo>
                    <a:pt x="711" y="60"/>
                  </a:lnTo>
                  <a:lnTo>
                    <a:pt x="727" y="60"/>
                  </a:lnTo>
                  <a:lnTo>
                    <a:pt x="742" y="72"/>
                  </a:lnTo>
                  <a:lnTo>
                    <a:pt x="756" y="72"/>
                  </a:lnTo>
                  <a:lnTo>
                    <a:pt x="756" y="83"/>
                  </a:lnTo>
                  <a:lnTo>
                    <a:pt x="756" y="96"/>
                  </a:lnTo>
                  <a:lnTo>
                    <a:pt x="742" y="96"/>
                  </a:lnTo>
                  <a:lnTo>
                    <a:pt x="742" y="107"/>
                  </a:lnTo>
                  <a:lnTo>
                    <a:pt x="727" y="107"/>
                  </a:lnTo>
                  <a:lnTo>
                    <a:pt x="727" y="120"/>
                  </a:lnTo>
                  <a:lnTo>
                    <a:pt x="727" y="131"/>
                  </a:lnTo>
                  <a:lnTo>
                    <a:pt x="711" y="131"/>
                  </a:lnTo>
                  <a:lnTo>
                    <a:pt x="711" y="143"/>
                  </a:lnTo>
                  <a:lnTo>
                    <a:pt x="727" y="143"/>
                  </a:lnTo>
                  <a:lnTo>
                    <a:pt x="727" y="154"/>
                  </a:lnTo>
                  <a:lnTo>
                    <a:pt x="711" y="154"/>
                  </a:lnTo>
                  <a:lnTo>
                    <a:pt x="711" y="167"/>
                  </a:lnTo>
                  <a:lnTo>
                    <a:pt x="727" y="167"/>
                  </a:lnTo>
                  <a:lnTo>
                    <a:pt x="727" y="178"/>
                  </a:lnTo>
                  <a:lnTo>
                    <a:pt x="727" y="191"/>
                  </a:lnTo>
                  <a:lnTo>
                    <a:pt x="727" y="202"/>
                  </a:lnTo>
                  <a:lnTo>
                    <a:pt x="742" y="202"/>
                  </a:lnTo>
                  <a:lnTo>
                    <a:pt x="742" y="214"/>
                  </a:lnTo>
                  <a:lnTo>
                    <a:pt x="727" y="214"/>
                  </a:lnTo>
                  <a:lnTo>
                    <a:pt x="727" y="225"/>
                  </a:lnTo>
                  <a:lnTo>
                    <a:pt x="711" y="225"/>
                  </a:lnTo>
                  <a:lnTo>
                    <a:pt x="711" y="238"/>
                  </a:lnTo>
                  <a:lnTo>
                    <a:pt x="698" y="249"/>
                  </a:lnTo>
                  <a:lnTo>
                    <a:pt x="698" y="261"/>
                  </a:lnTo>
                  <a:lnTo>
                    <a:pt x="698" y="274"/>
                  </a:lnTo>
                  <a:lnTo>
                    <a:pt x="682" y="274"/>
                  </a:lnTo>
                  <a:lnTo>
                    <a:pt x="682" y="285"/>
                  </a:lnTo>
                  <a:lnTo>
                    <a:pt x="682" y="298"/>
                  </a:lnTo>
                  <a:lnTo>
                    <a:pt x="666" y="298"/>
                  </a:lnTo>
                  <a:lnTo>
                    <a:pt x="666" y="309"/>
                  </a:lnTo>
                  <a:lnTo>
                    <a:pt x="653" y="309"/>
                  </a:lnTo>
                  <a:lnTo>
                    <a:pt x="637" y="309"/>
                  </a:lnTo>
                  <a:lnTo>
                    <a:pt x="637" y="321"/>
                  </a:lnTo>
                  <a:lnTo>
                    <a:pt x="624" y="321"/>
                  </a:lnTo>
                  <a:lnTo>
                    <a:pt x="624" y="332"/>
                  </a:lnTo>
                  <a:lnTo>
                    <a:pt x="608" y="332"/>
                  </a:lnTo>
                  <a:lnTo>
                    <a:pt x="608" y="321"/>
                  </a:lnTo>
                  <a:lnTo>
                    <a:pt x="608" y="332"/>
                  </a:lnTo>
                  <a:lnTo>
                    <a:pt x="592" y="332"/>
                  </a:lnTo>
                  <a:lnTo>
                    <a:pt x="579" y="332"/>
                  </a:lnTo>
                  <a:lnTo>
                    <a:pt x="563" y="321"/>
                  </a:lnTo>
                  <a:lnTo>
                    <a:pt x="549" y="321"/>
                  </a:lnTo>
                  <a:lnTo>
                    <a:pt x="549" y="332"/>
                  </a:lnTo>
                  <a:lnTo>
                    <a:pt x="549" y="345"/>
                  </a:lnTo>
                  <a:lnTo>
                    <a:pt x="534" y="332"/>
                  </a:lnTo>
                  <a:lnTo>
                    <a:pt x="518" y="332"/>
                  </a:lnTo>
                  <a:lnTo>
                    <a:pt x="518" y="345"/>
                  </a:lnTo>
                  <a:lnTo>
                    <a:pt x="505" y="356"/>
                  </a:lnTo>
                  <a:lnTo>
                    <a:pt x="489" y="356"/>
                  </a:lnTo>
                  <a:lnTo>
                    <a:pt x="489" y="368"/>
                  </a:lnTo>
                  <a:lnTo>
                    <a:pt x="505" y="368"/>
                  </a:lnTo>
                  <a:lnTo>
                    <a:pt x="489" y="368"/>
                  </a:lnTo>
                  <a:lnTo>
                    <a:pt x="489" y="356"/>
                  </a:lnTo>
                  <a:lnTo>
                    <a:pt x="475" y="356"/>
                  </a:lnTo>
                  <a:lnTo>
                    <a:pt x="460" y="356"/>
                  </a:lnTo>
                  <a:lnTo>
                    <a:pt x="460" y="368"/>
                  </a:lnTo>
                  <a:lnTo>
                    <a:pt x="444" y="368"/>
                  </a:lnTo>
                  <a:lnTo>
                    <a:pt x="444" y="380"/>
                  </a:lnTo>
                  <a:lnTo>
                    <a:pt x="431" y="380"/>
                  </a:lnTo>
                  <a:lnTo>
                    <a:pt x="431" y="392"/>
                  </a:lnTo>
                  <a:lnTo>
                    <a:pt x="431" y="403"/>
                  </a:lnTo>
                  <a:lnTo>
                    <a:pt x="431" y="416"/>
                  </a:lnTo>
                  <a:lnTo>
                    <a:pt x="415" y="416"/>
                  </a:lnTo>
                  <a:lnTo>
                    <a:pt x="401" y="416"/>
                  </a:lnTo>
                  <a:lnTo>
                    <a:pt x="401" y="427"/>
                  </a:lnTo>
                  <a:lnTo>
                    <a:pt x="386" y="427"/>
                  </a:lnTo>
                  <a:lnTo>
                    <a:pt x="386" y="439"/>
                  </a:lnTo>
                  <a:lnTo>
                    <a:pt x="386" y="427"/>
                  </a:lnTo>
                  <a:lnTo>
                    <a:pt x="386" y="439"/>
                  </a:lnTo>
                  <a:lnTo>
                    <a:pt x="370" y="439"/>
                  </a:lnTo>
                  <a:lnTo>
                    <a:pt x="370" y="450"/>
                  </a:lnTo>
                  <a:lnTo>
                    <a:pt x="370" y="463"/>
                  </a:lnTo>
                  <a:lnTo>
                    <a:pt x="357" y="463"/>
                  </a:lnTo>
                  <a:lnTo>
                    <a:pt x="357" y="474"/>
                  </a:lnTo>
                  <a:lnTo>
                    <a:pt x="357" y="463"/>
                  </a:lnTo>
                  <a:lnTo>
                    <a:pt x="341" y="463"/>
                  </a:lnTo>
                  <a:lnTo>
                    <a:pt x="325" y="463"/>
                  </a:lnTo>
                  <a:lnTo>
                    <a:pt x="341" y="463"/>
                  </a:lnTo>
                  <a:lnTo>
                    <a:pt x="325" y="463"/>
                  </a:lnTo>
                  <a:lnTo>
                    <a:pt x="312" y="463"/>
                  </a:lnTo>
                  <a:lnTo>
                    <a:pt x="312" y="450"/>
                  </a:lnTo>
                  <a:lnTo>
                    <a:pt x="296" y="450"/>
                  </a:lnTo>
                  <a:lnTo>
                    <a:pt x="283" y="450"/>
                  </a:lnTo>
                  <a:lnTo>
                    <a:pt x="267" y="450"/>
                  </a:lnTo>
                  <a:lnTo>
                    <a:pt x="267" y="439"/>
                  </a:lnTo>
                  <a:lnTo>
                    <a:pt x="267" y="427"/>
                  </a:lnTo>
                  <a:lnTo>
                    <a:pt x="251" y="427"/>
                  </a:lnTo>
                  <a:lnTo>
                    <a:pt x="238" y="427"/>
                  </a:lnTo>
                  <a:lnTo>
                    <a:pt x="238" y="439"/>
                  </a:lnTo>
                  <a:lnTo>
                    <a:pt x="222" y="439"/>
                  </a:lnTo>
                  <a:lnTo>
                    <a:pt x="222" y="450"/>
                  </a:lnTo>
                  <a:lnTo>
                    <a:pt x="208" y="450"/>
                  </a:lnTo>
                  <a:lnTo>
                    <a:pt x="193" y="450"/>
                  </a:lnTo>
                  <a:lnTo>
                    <a:pt x="177" y="450"/>
                  </a:lnTo>
                  <a:lnTo>
                    <a:pt x="177" y="463"/>
                  </a:lnTo>
                  <a:lnTo>
                    <a:pt x="164" y="463"/>
                  </a:lnTo>
                  <a:lnTo>
                    <a:pt x="164" y="474"/>
                  </a:lnTo>
                  <a:lnTo>
                    <a:pt x="148" y="474"/>
                  </a:lnTo>
                  <a:lnTo>
                    <a:pt x="148" y="463"/>
                  </a:lnTo>
                  <a:lnTo>
                    <a:pt x="134" y="463"/>
                  </a:lnTo>
                  <a:lnTo>
                    <a:pt x="134" y="450"/>
                  </a:lnTo>
                  <a:lnTo>
                    <a:pt x="119" y="450"/>
                  </a:lnTo>
                  <a:lnTo>
                    <a:pt x="119" y="439"/>
                  </a:lnTo>
                  <a:lnTo>
                    <a:pt x="119" y="427"/>
                  </a:lnTo>
                  <a:lnTo>
                    <a:pt x="103" y="427"/>
                  </a:lnTo>
                  <a:lnTo>
                    <a:pt x="103" y="416"/>
                  </a:lnTo>
                  <a:lnTo>
                    <a:pt x="103" y="403"/>
                  </a:lnTo>
                  <a:lnTo>
                    <a:pt x="103" y="392"/>
                  </a:lnTo>
                  <a:lnTo>
                    <a:pt x="119" y="392"/>
                  </a:lnTo>
                  <a:lnTo>
                    <a:pt x="119" y="380"/>
                  </a:lnTo>
                  <a:lnTo>
                    <a:pt x="119" y="368"/>
                  </a:lnTo>
                  <a:lnTo>
                    <a:pt x="134" y="368"/>
                  </a:lnTo>
                  <a:lnTo>
                    <a:pt x="134" y="356"/>
                  </a:lnTo>
                  <a:lnTo>
                    <a:pt x="119" y="356"/>
                  </a:lnTo>
                  <a:lnTo>
                    <a:pt x="119" y="345"/>
                  </a:lnTo>
                  <a:lnTo>
                    <a:pt x="119" y="332"/>
                  </a:lnTo>
                  <a:lnTo>
                    <a:pt x="103" y="321"/>
                  </a:lnTo>
                  <a:lnTo>
                    <a:pt x="103" y="309"/>
                  </a:lnTo>
                  <a:lnTo>
                    <a:pt x="103" y="321"/>
                  </a:lnTo>
                  <a:lnTo>
                    <a:pt x="103" y="309"/>
                  </a:lnTo>
                  <a:lnTo>
                    <a:pt x="103" y="298"/>
                  </a:lnTo>
                  <a:lnTo>
                    <a:pt x="90" y="298"/>
                  </a:lnTo>
                  <a:lnTo>
                    <a:pt x="90" y="309"/>
                  </a:lnTo>
                  <a:lnTo>
                    <a:pt x="74" y="309"/>
                  </a:lnTo>
                  <a:lnTo>
                    <a:pt x="74" y="298"/>
                  </a:lnTo>
                  <a:lnTo>
                    <a:pt x="74" y="285"/>
                  </a:lnTo>
                  <a:lnTo>
                    <a:pt x="90" y="285"/>
                  </a:lnTo>
                  <a:lnTo>
                    <a:pt x="90" y="274"/>
                  </a:lnTo>
                  <a:lnTo>
                    <a:pt x="90" y="261"/>
                  </a:lnTo>
                  <a:lnTo>
                    <a:pt x="103" y="261"/>
                  </a:lnTo>
                  <a:lnTo>
                    <a:pt x="103" y="249"/>
                  </a:lnTo>
                  <a:lnTo>
                    <a:pt x="90" y="249"/>
                  </a:lnTo>
                  <a:lnTo>
                    <a:pt x="103" y="249"/>
                  </a:lnTo>
                  <a:lnTo>
                    <a:pt x="103" y="238"/>
                  </a:lnTo>
                  <a:lnTo>
                    <a:pt x="103" y="225"/>
                  </a:lnTo>
                  <a:lnTo>
                    <a:pt x="119" y="225"/>
                  </a:lnTo>
                  <a:lnTo>
                    <a:pt x="119" y="214"/>
                  </a:lnTo>
                  <a:lnTo>
                    <a:pt x="119" y="202"/>
                  </a:lnTo>
                  <a:close/>
                  <a:moveTo>
                    <a:pt x="148" y="309"/>
                  </a:moveTo>
                  <a:lnTo>
                    <a:pt x="134" y="309"/>
                  </a:lnTo>
                  <a:lnTo>
                    <a:pt x="119" y="309"/>
                  </a:lnTo>
                  <a:lnTo>
                    <a:pt x="119" y="321"/>
                  </a:lnTo>
                  <a:lnTo>
                    <a:pt x="134" y="321"/>
                  </a:lnTo>
                  <a:lnTo>
                    <a:pt x="134" y="309"/>
                  </a:lnTo>
                  <a:lnTo>
                    <a:pt x="148" y="309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2"/>
            <p:cNvSpPr/>
            <p:nvPr/>
          </p:nvSpPr>
          <p:spPr>
            <a:xfrm>
              <a:off x="4086942" y="4336228"/>
              <a:ext cx="458367" cy="678633"/>
            </a:xfrm>
            <a:custGeom>
              <a:avLst/>
              <a:gdLst/>
              <a:ahLst/>
              <a:cxnLst/>
              <a:rect l="l" t="t" r="r" b="b"/>
              <a:pathLst>
                <a:path w="394" h="465" extrusionOk="0">
                  <a:moveTo>
                    <a:pt x="292" y="272"/>
                  </a:moveTo>
                  <a:lnTo>
                    <a:pt x="306" y="272"/>
                  </a:lnTo>
                  <a:lnTo>
                    <a:pt x="306" y="284"/>
                  </a:lnTo>
                  <a:lnTo>
                    <a:pt x="292" y="284"/>
                  </a:lnTo>
                  <a:lnTo>
                    <a:pt x="292" y="293"/>
                  </a:lnTo>
                  <a:lnTo>
                    <a:pt x="306" y="293"/>
                  </a:lnTo>
                  <a:lnTo>
                    <a:pt x="306" y="303"/>
                  </a:lnTo>
                  <a:lnTo>
                    <a:pt x="306" y="313"/>
                  </a:lnTo>
                  <a:lnTo>
                    <a:pt x="306" y="303"/>
                  </a:lnTo>
                  <a:lnTo>
                    <a:pt x="318" y="303"/>
                  </a:lnTo>
                  <a:lnTo>
                    <a:pt x="318" y="313"/>
                  </a:lnTo>
                  <a:lnTo>
                    <a:pt x="318" y="303"/>
                  </a:lnTo>
                  <a:lnTo>
                    <a:pt x="330" y="303"/>
                  </a:lnTo>
                  <a:lnTo>
                    <a:pt x="344" y="303"/>
                  </a:lnTo>
                  <a:lnTo>
                    <a:pt x="344" y="293"/>
                  </a:lnTo>
                  <a:lnTo>
                    <a:pt x="344" y="303"/>
                  </a:lnTo>
                  <a:lnTo>
                    <a:pt x="355" y="303"/>
                  </a:lnTo>
                  <a:lnTo>
                    <a:pt x="355" y="313"/>
                  </a:lnTo>
                  <a:lnTo>
                    <a:pt x="369" y="313"/>
                  </a:lnTo>
                  <a:lnTo>
                    <a:pt x="355" y="313"/>
                  </a:lnTo>
                  <a:lnTo>
                    <a:pt x="355" y="324"/>
                  </a:lnTo>
                  <a:lnTo>
                    <a:pt x="355" y="333"/>
                  </a:lnTo>
                  <a:lnTo>
                    <a:pt x="369" y="333"/>
                  </a:lnTo>
                  <a:lnTo>
                    <a:pt x="382" y="333"/>
                  </a:lnTo>
                  <a:lnTo>
                    <a:pt x="382" y="324"/>
                  </a:lnTo>
                  <a:lnTo>
                    <a:pt x="382" y="333"/>
                  </a:lnTo>
                  <a:lnTo>
                    <a:pt x="369" y="333"/>
                  </a:lnTo>
                  <a:lnTo>
                    <a:pt x="369" y="343"/>
                  </a:lnTo>
                  <a:lnTo>
                    <a:pt x="382" y="343"/>
                  </a:lnTo>
                  <a:lnTo>
                    <a:pt x="369" y="354"/>
                  </a:lnTo>
                  <a:lnTo>
                    <a:pt x="382" y="354"/>
                  </a:lnTo>
                  <a:lnTo>
                    <a:pt x="394" y="354"/>
                  </a:lnTo>
                  <a:lnTo>
                    <a:pt x="394" y="364"/>
                  </a:lnTo>
                  <a:lnTo>
                    <a:pt x="394" y="373"/>
                  </a:lnTo>
                  <a:lnTo>
                    <a:pt x="394" y="384"/>
                  </a:lnTo>
                  <a:lnTo>
                    <a:pt x="394" y="394"/>
                  </a:lnTo>
                  <a:lnTo>
                    <a:pt x="382" y="394"/>
                  </a:lnTo>
                  <a:lnTo>
                    <a:pt x="369" y="394"/>
                  </a:lnTo>
                  <a:lnTo>
                    <a:pt x="369" y="404"/>
                  </a:lnTo>
                  <a:lnTo>
                    <a:pt x="355" y="404"/>
                  </a:lnTo>
                  <a:lnTo>
                    <a:pt x="344" y="404"/>
                  </a:lnTo>
                  <a:lnTo>
                    <a:pt x="344" y="413"/>
                  </a:lnTo>
                  <a:lnTo>
                    <a:pt x="330" y="413"/>
                  </a:lnTo>
                  <a:lnTo>
                    <a:pt x="330" y="425"/>
                  </a:lnTo>
                  <a:lnTo>
                    <a:pt x="330" y="434"/>
                  </a:lnTo>
                  <a:lnTo>
                    <a:pt x="318" y="434"/>
                  </a:lnTo>
                  <a:lnTo>
                    <a:pt x="318" y="444"/>
                  </a:lnTo>
                  <a:lnTo>
                    <a:pt x="318" y="455"/>
                  </a:lnTo>
                  <a:lnTo>
                    <a:pt x="306" y="455"/>
                  </a:lnTo>
                  <a:lnTo>
                    <a:pt x="306" y="465"/>
                  </a:lnTo>
                  <a:lnTo>
                    <a:pt x="306" y="455"/>
                  </a:lnTo>
                  <a:lnTo>
                    <a:pt x="292" y="455"/>
                  </a:lnTo>
                  <a:lnTo>
                    <a:pt x="280" y="455"/>
                  </a:lnTo>
                  <a:lnTo>
                    <a:pt x="292" y="455"/>
                  </a:lnTo>
                  <a:lnTo>
                    <a:pt x="280" y="455"/>
                  </a:lnTo>
                  <a:lnTo>
                    <a:pt x="280" y="444"/>
                  </a:lnTo>
                  <a:lnTo>
                    <a:pt x="280" y="434"/>
                  </a:lnTo>
                  <a:lnTo>
                    <a:pt x="267" y="434"/>
                  </a:lnTo>
                  <a:lnTo>
                    <a:pt x="267" y="425"/>
                  </a:lnTo>
                  <a:lnTo>
                    <a:pt x="255" y="425"/>
                  </a:lnTo>
                  <a:lnTo>
                    <a:pt x="267" y="425"/>
                  </a:lnTo>
                  <a:lnTo>
                    <a:pt x="267" y="413"/>
                  </a:lnTo>
                  <a:lnTo>
                    <a:pt x="255" y="413"/>
                  </a:lnTo>
                  <a:lnTo>
                    <a:pt x="255" y="404"/>
                  </a:lnTo>
                  <a:lnTo>
                    <a:pt x="242" y="404"/>
                  </a:lnTo>
                  <a:lnTo>
                    <a:pt x="242" y="413"/>
                  </a:lnTo>
                  <a:lnTo>
                    <a:pt x="242" y="404"/>
                  </a:lnTo>
                  <a:lnTo>
                    <a:pt x="229" y="404"/>
                  </a:lnTo>
                  <a:lnTo>
                    <a:pt x="229" y="394"/>
                  </a:lnTo>
                  <a:lnTo>
                    <a:pt x="229" y="384"/>
                  </a:lnTo>
                  <a:lnTo>
                    <a:pt x="217" y="384"/>
                  </a:lnTo>
                  <a:lnTo>
                    <a:pt x="229" y="384"/>
                  </a:lnTo>
                  <a:lnTo>
                    <a:pt x="217" y="384"/>
                  </a:lnTo>
                  <a:lnTo>
                    <a:pt x="217" y="373"/>
                  </a:lnTo>
                  <a:lnTo>
                    <a:pt x="204" y="373"/>
                  </a:lnTo>
                  <a:lnTo>
                    <a:pt x="204" y="364"/>
                  </a:lnTo>
                  <a:lnTo>
                    <a:pt x="192" y="364"/>
                  </a:lnTo>
                  <a:lnTo>
                    <a:pt x="192" y="354"/>
                  </a:lnTo>
                  <a:lnTo>
                    <a:pt x="179" y="354"/>
                  </a:lnTo>
                  <a:lnTo>
                    <a:pt x="165" y="354"/>
                  </a:lnTo>
                  <a:lnTo>
                    <a:pt x="165" y="343"/>
                  </a:lnTo>
                  <a:lnTo>
                    <a:pt x="153" y="343"/>
                  </a:lnTo>
                  <a:lnTo>
                    <a:pt x="153" y="333"/>
                  </a:lnTo>
                  <a:lnTo>
                    <a:pt x="140" y="333"/>
                  </a:lnTo>
                  <a:lnTo>
                    <a:pt x="128" y="333"/>
                  </a:lnTo>
                  <a:lnTo>
                    <a:pt x="128" y="324"/>
                  </a:lnTo>
                  <a:lnTo>
                    <a:pt x="115" y="324"/>
                  </a:lnTo>
                  <a:lnTo>
                    <a:pt x="115" y="313"/>
                  </a:lnTo>
                  <a:lnTo>
                    <a:pt x="102" y="313"/>
                  </a:lnTo>
                  <a:lnTo>
                    <a:pt x="115" y="313"/>
                  </a:lnTo>
                  <a:lnTo>
                    <a:pt x="102" y="313"/>
                  </a:lnTo>
                  <a:lnTo>
                    <a:pt x="102" y="303"/>
                  </a:lnTo>
                  <a:lnTo>
                    <a:pt x="102" y="293"/>
                  </a:lnTo>
                  <a:lnTo>
                    <a:pt x="102" y="284"/>
                  </a:lnTo>
                  <a:lnTo>
                    <a:pt x="90" y="284"/>
                  </a:lnTo>
                  <a:lnTo>
                    <a:pt x="90" y="272"/>
                  </a:lnTo>
                  <a:lnTo>
                    <a:pt x="77" y="272"/>
                  </a:lnTo>
                  <a:lnTo>
                    <a:pt x="77" y="263"/>
                  </a:lnTo>
                  <a:lnTo>
                    <a:pt x="63" y="263"/>
                  </a:lnTo>
                  <a:lnTo>
                    <a:pt x="63" y="253"/>
                  </a:lnTo>
                  <a:lnTo>
                    <a:pt x="63" y="243"/>
                  </a:lnTo>
                  <a:lnTo>
                    <a:pt x="51" y="232"/>
                  </a:lnTo>
                  <a:lnTo>
                    <a:pt x="51" y="221"/>
                  </a:lnTo>
                  <a:lnTo>
                    <a:pt x="39" y="232"/>
                  </a:lnTo>
                  <a:lnTo>
                    <a:pt x="39" y="221"/>
                  </a:lnTo>
                  <a:lnTo>
                    <a:pt x="27" y="221"/>
                  </a:lnTo>
                  <a:lnTo>
                    <a:pt x="39" y="221"/>
                  </a:lnTo>
                  <a:lnTo>
                    <a:pt x="27" y="221"/>
                  </a:lnTo>
                  <a:lnTo>
                    <a:pt x="27" y="232"/>
                  </a:lnTo>
                  <a:lnTo>
                    <a:pt x="27" y="221"/>
                  </a:lnTo>
                  <a:lnTo>
                    <a:pt x="27" y="212"/>
                  </a:lnTo>
                  <a:lnTo>
                    <a:pt x="27" y="201"/>
                  </a:lnTo>
                  <a:lnTo>
                    <a:pt x="27" y="192"/>
                  </a:lnTo>
                  <a:lnTo>
                    <a:pt x="27" y="181"/>
                  </a:lnTo>
                  <a:lnTo>
                    <a:pt x="27" y="172"/>
                  </a:lnTo>
                  <a:lnTo>
                    <a:pt x="14" y="172"/>
                  </a:lnTo>
                  <a:lnTo>
                    <a:pt x="27" y="172"/>
                  </a:lnTo>
                  <a:lnTo>
                    <a:pt x="14" y="172"/>
                  </a:lnTo>
                  <a:lnTo>
                    <a:pt x="14" y="181"/>
                  </a:lnTo>
                  <a:lnTo>
                    <a:pt x="0" y="181"/>
                  </a:lnTo>
                  <a:lnTo>
                    <a:pt x="0" y="172"/>
                  </a:lnTo>
                  <a:lnTo>
                    <a:pt x="0" y="161"/>
                  </a:lnTo>
                  <a:lnTo>
                    <a:pt x="14" y="161"/>
                  </a:lnTo>
                  <a:lnTo>
                    <a:pt x="27" y="161"/>
                  </a:lnTo>
                  <a:lnTo>
                    <a:pt x="14" y="161"/>
                  </a:lnTo>
                  <a:lnTo>
                    <a:pt x="14" y="172"/>
                  </a:lnTo>
                  <a:lnTo>
                    <a:pt x="27" y="172"/>
                  </a:lnTo>
                  <a:lnTo>
                    <a:pt x="27" y="161"/>
                  </a:lnTo>
                  <a:lnTo>
                    <a:pt x="27" y="172"/>
                  </a:lnTo>
                  <a:lnTo>
                    <a:pt x="39" y="172"/>
                  </a:lnTo>
                  <a:lnTo>
                    <a:pt x="39" y="161"/>
                  </a:lnTo>
                  <a:lnTo>
                    <a:pt x="27" y="161"/>
                  </a:lnTo>
                  <a:lnTo>
                    <a:pt x="39" y="161"/>
                  </a:lnTo>
                  <a:lnTo>
                    <a:pt x="39" y="152"/>
                  </a:lnTo>
                  <a:lnTo>
                    <a:pt x="39" y="141"/>
                  </a:lnTo>
                  <a:lnTo>
                    <a:pt x="39" y="131"/>
                  </a:lnTo>
                  <a:lnTo>
                    <a:pt x="51" y="131"/>
                  </a:lnTo>
                  <a:lnTo>
                    <a:pt x="51" y="121"/>
                  </a:lnTo>
                  <a:lnTo>
                    <a:pt x="51" y="111"/>
                  </a:lnTo>
                  <a:lnTo>
                    <a:pt x="51" y="101"/>
                  </a:lnTo>
                  <a:lnTo>
                    <a:pt x="51" y="91"/>
                  </a:lnTo>
                  <a:lnTo>
                    <a:pt x="51" y="80"/>
                  </a:lnTo>
                  <a:lnTo>
                    <a:pt x="39" y="80"/>
                  </a:lnTo>
                  <a:lnTo>
                    <a:pt x="39" y="71"/>
                  </a:lnTo>
                  <a:lnTo>
                    <a:pt x="39" y="60"/>
                  </a:lnTo>
                  <a:lnTo>
                    <a:pt x="51" y="60"/>
                  </a:lnTo>
                  <a:lnTo>
                    <a:pt x="51" y="51"/>
                  </a:lnTo>
                  <a:lnTo>
                    <a:pt x="51" y="40"/>
                  </a:lnTo>
                  <a:lnTo>
                    <a:pt x="63" y="40"/>
                  </a:lnTo>
                  <a:lnTo>
                    <a:pt x="77" y="40"/>
                  </a:lnTo>
                  <a:lnTo>
                    <a:pt x="77" y="31"/>
                  </a:lnTo>
                  <a:lnTo>
                    <a:pt x="90" y="31"/>
                  </a:lnTo>
                  <a:lnTo>
                    <a:pt x="90" y="20"/>
                  </a:lnTo>
                  <a:lnTo>
                    <a:pt x="102" y="20"/>
                  </a:lnTo>
                  <a:lnTo>
                    <a:pt x="102" y="9"/>
                  </a:lnTo>
                  <a:lnTo>
                    <a:pt x="115" y="9"/>
                  </a:lnTo>
                  <a:lnTo>
                    <a:pt x="128" y="9"/>
                  </a:lnTo>
                  <a:lnTo>
                    <a:pt x="128" y="20"/>
                  </a:lnTo>
                  <a:lnTo>
                    <a:pt x="128" y="9"/>
                  </a:lnTo>
                  <a:lnTo>
                    <a:pt x="128" y="20"/>
                  </a:lnTo>
                  <a:lnTo>
                    <a:pt x="140" y="20"/>
                  </a:lnTo>
                  <a:lnTo>
                    <a:pt x="140" y="9"/>
                  </a:lnTo>
                  <a:lnTo>
                    <a:pt x="153" y="9"/>
                  </a:lnTo>
                  <a:lnTo>
                    <a:pt x="153" y="20"/>
                  </a:lnTo>
                  <a:lnTo>
                    <a:pt x="165" y="20"/>
                  </a:lnTo>
                  <a:lnTo>
                    <a:pt x="165" y="9"/>
                  </a:lnTo>
                  <a:lnTo>
                    <a:pt x="179" y="9"/>
                  </a:lnTo>
                  <a:lnTo>
                    <a:pt x="179" y="0"/>
                  </a:lnTo>
                  <a:lnTo>
                    <a:pt x="179" y="9"/>
                  </a:lnTo>
                  <a:lnTo>
                    <a:pt x="179" y="20"/>
                  </a:lnTo>
                  <a:lnTo>
                    <a:pt x="165" y="20"/>
                  </a:lnTo>
                  <a:lnTo>
                    <a:pt x="153" y="20"/>
                  </a:lnTo>
                  <a:lnTo>
                    <a:pt x="153" y="31"/>
                  </a:lnTo>
                  <a:lnTo>
                    <a:pt x="153" y="40"/>
                  </a:lnTo>
                  <a:lnTo>
                    <a:pt x="165" y="40"/>
                  </a:lnTo>
                  <a:lnTo>
                    <a:pt x="153" y="40"/>
                  </a:lnTo>
                  <a:lnTo>
                    <a:pt x="165" y="40"/>
                  </a:lnTo>
                  <a:lnTo>
                    <a:pt x="153" y="40"/>
                  </a:lnTo>
                  <a:lnTo>
                    <a:pt x="153" y="51"/>
                  </a:lnTo>
                  <a:lnTo>
                    <a:pt x="165" y="51"/>
                  </a:lnTo>
                  <a:lnTo>
                    <a:pt x="153" y="51"/>
                  </a:lnTo>
                  <a:lnTo>
                    <a:pt x="153" y="60"/>
                  </a:lnTo>
                  <a:lnTo>
                    <a:pt x="153" y="71"/>
                  </a:lnTo>
                  <a:lnTo>
                    <a:pt x="140" y="71"/>
                  </a:lnTo>
                  <a:lnTo>
                    <a:pt x="140" y="80"/>
                  </a:lnTo>
                  <a:lnTo>
                    <a:pt x="128" y="80"/>
                  </a:lnTo>
                  <a:lnTo>
                    <a:pt x="140" y="80"/>
                  </a:lnTo>
                  <a:lnTo>
                    <a:pt x="140" y="91"/>
                  </a:lnTo>
                  <a:lnTo>
                    <a:pt x="153" y="80"/>
                  </a:lnTo>
                  <a:lnTo>
                    <a:pt x="153" y="91"/>
                  </a:lnTo>
                  <a:lnTo>
                    <a:pt x="153" y="80"/>
                  </a:lnTo>
                  <a:lnTo>
                    <a:pt x="153" y="91"/>
                  </a:lnTo>
                  <a:lnTo>
                    <a:pt x="165" y="91"/>
                  </a:lnTo>
                  <a:lnTo>
                    <a:pt x="179" y="91"/>
                  </a:lnTo>
                  <a:lnTo>
                    <a:pt x="179" y="80"/>
                  </a:lnTo>
                  <a:lnTo>
                    <a:pt x="179" y="91"/>
                  </a:lnTo>
                  <a:lnTo>
                    <a:pt x="179" y="80"/>
                  </a:lnTo>
                  <a:lnTo>
                    <a:pt x="192" y="80"/>
                  </a:lnTo>
                  <a:lnTo>
                    <a:pt x="204" y="80"/>
                  </a:lnTo>
                  <a:lnTo>
                    <a:pt x="204" y="71"/>
                  </a:lnTo>
                  <a:lnTo>
                    <a:pt x="204" y="80"/>
                  </a:lnTo>
                  <a:lnTo>
                    <a:pt x="204" y="91"/>
                  </a:lnTo>
                  <a:lnTo>
                    <a:pt x="217" y="91"/>
                  </a:lnTo>
                  <a:lnTo>
                    <a:pt x="217" y="101"/>
                  </a:lnTo>
                  <a:lnTo>
                    <a:pt x="204" y="101"/>
                  </a:lnTo>
                  <a:lnTo>
                    <a:pt x="204" y="111"/>
                  </a:lnTo>
                  <a:lnTo>
                    <a:pt x="204" y="121"/>
                  </a:lnTo>
                  <a:lnTo>
                    <a:pt x="204" y="131"/>
                  </a:lnTo>
                  <a:lnTo>
                    <a:pt x="204" y="141"/>
                  </a:lnTo>
                  <a:lnTo>
                    <a:pt x="204" y="152"/>
                  </a:lnTo>
                  <a:lnTo>
                    <a:pt x="192" y="152"/>
                  </a:lnTo>
                  <a:lnTo>
                    <a:pt x="192" y="161"/>
                  </a:lnTo>
                  <a:lnTo>
                    <a:pt x="204" y="161"/>
                  </a:lnTo>
                  <a:lnTo>
                    <a:pt x="192" y="161"/>
                  </a:lnTo>
                  <a:lnTo>
                    <a:pt x="192" y="172"/>
                  </a:lnTo>
                  <a:lnTo>
                    <a:pt x="204" y="172"/>
                  </a:lnTo>
                  <a:lnTo>
                    <a:pt x="204" y="181"/>
                  </a:lnTo>
                  <a:lnTo>
                    <a:pt x="217" y="181"/>
                  </a:lnTo>
                  <a:lnTo>
                    <a:pt x="229" y="181"/>
                  </a:lnTo>
                  <a:lnTo>
                    <a:pt x="229" y="192"/>
                  </a:lnTo>
                  <a:lnTo>
                    <a:pt x="242" y="192"/>
                  </a:lnTo>
                  <a:lnTo>
                    <a:pt x="242" y="201"/>
                  </a:lnTo>
                  <a:lnTo>
                    <a:pt x="255" y="201"/>
                  </a:lnTo>
                  <a:lnTo>
                    <a:pt x="255" y="192"/>
                  </a:lnTo>
                  <a:lnTo>
                    <a:pt x="267" y="192"/>
                  </a:lnTo>
                  <a:lnTo>
                    <a:pt x="267" y="201"/>
                  </a:lnTo>
                  <a:lnTo>
                    <a:pt x="255" y="201"/>
                  </a:lnTo>
                  <a:lnTo>
                    <a:pt x="267" y="201"/>
                  </a:lnTo>
                  <a:lnTo>
                    <a:pt x="280" y="201"/>
                  </a:lnTo>
                  <a:lnTo>
                    <a:pt x="280" y="212"/>
                  </a:lnTo>
                  <a:lnTo>
                    <a:pt x="292" y="201"/>
                  </a:lnTo>
                  <a:lnTo>
                    <a:pt x="292" y="212"/>
                  </a:lnTo>
                  <a:lnTo>
                    <a:pt x="306" y="212"/>
                  </a:lnTo>
                  <a:lnTo>
                    <a:pt x="306" y="221"/>
                  </a:lnTo>
                  <a:lnTo>
                    <a:pt x="306" y="232"/>
                  </a:lnTo>
                  <a:lnTo>
                    <a:pt x="292" y="232"/>
                  </a:lnTo>
                  <a:lnTo>
                    <a:pt x="292" y="243"/>
                  </a:lnTo>
                  <a:lnTo>
                    <a:pt x="306" y="243"/>
                  </a:lnTo>
                  <a:lnTo>
                    <a:pt x="306" y="253"/>
                  </a:lnTo>
                  <a:lnTo>
                    <a:pt x="292" y="253"/>
                  </a:lnTo>
                  <a:lnTo>
                    <a:pt x="292" y="263"/>
                  </a:lnTo>
                  <a:lnTo>
                    <a:pt x="292" y="272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2"/>
            <p:cNvSpPr/>
            <p:nvPr/>
          </p:nvSpPr>
          <p:spPr>
            <a:xfrm>
              <a:off x="4050335" y="3717994"/>
              <a:ext cx="838748" cy="547171"/>
            </a:xfrm>
            <a:custGeom>
              <a:avLst/>
              <a:gdLst/>
              <a:ahLst/>
              <a:cxnLst/>
              <a:rect l="l" t="t" r="r" b="b"/>
              <a:pathLst>
                <a:path w="726" h="375" extrusionOk="0">
                  <a:moveTo>
                    <a:pt x="225" y="11"/>
                  </a:moveTo>
                  <a:lnTo>
                    <a:pt x="225" y="20"/>
                  </a:lnTo>
                  <a:lnTo>
                    <a:pt x="237" y="20"/>
                  </a:lnTo>
                  <a:lnTo>
                    <a:pt x="250" y="20"/>
                  </a:lnTo>
                  <a:lnTo>
                    <a:pt x="237" y="20"/>
                  </a:lnTo>
                  <a:lnTo>
                    <a:pt x="237" y="31"/>
                  </a:lnTo>
                  <a:lnTo>
                    <a:pt x="237" y="40"/>
                  </a:lnTo>
                  <a:lnTo>
                    <a:pt x="250" y="40"/>
                  </a:lnTo>
                  <a:lnTo>
                    <a:pt x="262" y="40"/>
                  </a:lnTo>
                  <a:lnTo>
                    <a:pt x="262" y="31"/>
                  </a:lnTo>
                  <a:lnTo>
                    <a:pt x="275" y="31"/>
                  </a:lnTo>
                  <a:lnTo>
                    <a:pt x="275" y="40"/>
                  </a:lnTo>
                  <a:lnTo>
                    <a:pt x="275" y="31"/>
                  </a:lnTo>
                  <a:lnTo>
                    <a:pt x="288" y="31"/>
                  </a:lnTo>
                  <a:lnTo>
                    <a:pt x="299" y="31"/>
                  </a:lnTo>
                  <a:lnTo>
                    <a:pt x="299" y="20"/>
                  </a:lnTo>
                  <a:lnTo>
                    <a:pt x="299" y="11"/>
                  </a:lnTo>
                  <a:lnTo>
                    <a:pt x="299" y="20"/>
                  </a:lnTo>
                  <a:lnTo>
                    <a:pt x="299" y="11"/>
                  </a:lnTo>
                  <a:lnTo>
                    <a:pt x="312" y="11"/>
                  </a:lnTo>
                  <a:lnTo>
                    <a:pt x="324" y="11"/>
                  </a:lnTo>
                  <a:lnTo>
                    <a:pt x="324" y="0"/>
                  </a:lnTo>
                  <a:lnTo>
                    <a:pt x="337" y="0"/>
                  </a:lnTo>
                  <a:lnTo>
                    <a:pt x="351" y="0"/>
                  </a:lnTo>
                  <a:lnTo>
                    <a:pt x="351" y="11"/>
                  </a:lnTo>
                  <a:lnTo>
                    <a:pt x="351" y="20"/>
                  </a:lnTo>
                  <a:lnTo>
                    <a:pt x="351" y="11"/>
                  </a:lnTo>
                  <a:lnTo>
                    <a:pt x="362" y="11"/>
                  </a:lnTo>
                  <a:lnTo>
                    <a:pt x="362" y="20"/>
                  </a:lnTo>
                  <a:lnTo>
                    <a:pt x="375" y="20"/>
                  </a:lnTo>
                  <a:lnTo>
                    <a:pt x="375" y="11"/>
                  </a:lnTo>
                  <a:lnTo>
                    <a:pt x="387" y="11"/>
                  </a:lnTo>
                  <a:lnTo>
                    <a:pt x="387" y="20"/>
                  </a:lnTo>
                  <a:lnTo>
                    <a:pt x="387" y="31"/>
                  </a:lnTo>
                  <a:lnTo>
                    <a:pt x="400" y="31"/>
                  </a:lnTo>
                  <a:lnTo>
                    <a:pt x="413" y="31"/>
                  </a:lnTo>
                  <a:lnTo>
                    <a:pt x="413" y="40"/>
                  </a:lnTo>
                  <a:lnTo>
                    <a:pt x="424" y="40"/>
                  </a:lnTo>
                  <a:lnTo>
                    <a:pt x="437" y="40"/>
                  </a:lnTo>
                  <a:lnTo>
                    <a:pt x="437" y="51"/>
                  </a:lnTo>
                  <a:lnTo>
                    <a:pt x="437" y="40"/>
                  </a:lnTo>
                  <a:lnTo>
                    <a:pt x="451" y="51"/>
                  </a:lnTo>
                  <a:lnTo>
                    <a:pt x="451" y="40"/>
                  </a:lnTo>
                  <a:lnTo>
                    <a:pt x="451" y="51"/>
                  </a:lnTo>
                  <a:lnTo>
                    <a:pt x="462" y="51"/>
                  </a:lnTo>
                  <a:lnTo>
                    <a:pt x="476" y="51"/>
                  </a:lnTo>
                  <a:lnTo>
                    <a:pt x="476" y="61"/>
                  </a:lnTo>
                  <a:lnTo>
                    <a:pt x="487" y="61"/>
                  </a:lnTo>
                  <a:lnTo>
                    <a:pt x="487" y="72"/>
                  </a:lnTo>
                  <a:lnTo>
                    <a:pt x="501" y="72"/>
                  </a:lnTo>
                  <a:lnTo>
                    <a:pt x="513" y="72"/>
                  </a:lnTo>
                  <a:lnTo>
                    <a:pt x="525" y="72"/>
                  </a:lnTo>
                  <a:lnTo>
                    <a:pt x="525" y="61"/>
                  </a:lnTo>
                  <a:lnTo>
                    <a:pt x="525" y="72"/>
                  </a:lnTo>
                  <a:lnTo>
                    <a:pt x="538" y="72"/>
                  </a:lnTo>
                  <a:lnTo>
                    <a:pt x="538" y="61"/>
                  </a:lnTo>
                  <a:lnTo>
                    <a:pt x="549" y="61"/>
                  </a:lnTo>
                  <a:lnTo>
                    <a:pt x="563" y="61"/>
                  </a:lnTo>
                  <a:lnTo>
                    <a:pt x="576" y="61"/>
                  </a:lnTo>
                  <a:lnTo>
                    <a:pt x="576" y="72"/>
                  </a:lnTo>
                  <a:lnTo>
                    <a:pt x="587" y="72"/>
                  </a:lnTo>
                  <a:lnTo>
                    <a:pt x="587" y="81"/>
                  </a:lnTo>
                  <a:lnTo>
                    <a:pt x="587" y="91"/>
                  </a:lnTo>
                  <a:lnTo>
                    <a:pt x="601" y="91"/>
                  </a:lnTo>
                  <a:lnTo>
                    <a:pt x="601" y="101"/>
                  </a:lnTo>
                  <a:lnTo>
                    <a:pt x="601" y="91"/>
                  </a:lnTo>
                  <a:lnTo>
                    <a:pt x="612" y="91"/>
                  </a:lnTo>
                  <a:lnTo>
                    <a:pt x="612" y="81"/>
                  </a:lnTo>
                  <a:lnTo>
                    <a:pt x="612" y="72"/>
                  </a:lnTo>
                  <a:lnTo>
                    <a:pt x="612" y="61"/>
                  </a:lnTo>
                  <a:lnTo>
                    <a:pt x="612" y="51"/>
                  </a:lnTo>
                  <a:lnTo>
                    <a:pt x="612" y="40"/>
                  </a:lnTo>
                  <a:lnTo>
                    <a:pt x="625" y="40"/>
                  </a:lnTo>
                  <a:lnTo>
                    <a:pt x="612" y="40"/>
                  </a:lnTo>
                  <a:lnTo>
                    <a:pt x="625" y="40"/>
                  </a:lnTo>
                  <a:lnTo>
                    <a:pt x="612" y="40"/>
                  </a:lnTo>
                  <a:lnTo>
                    <a:pt x="625" y="40"/>
                  </a:lnTo>
                  <a:lnTo>
                    <a:pt x="625" y="31"/>
                  </a:lnTo>
                  <a:lnTo>
                    <a:pt x="612" y="31"/>
                  </a:lnTo>
                  <a:lnTo>
                    <a:pt x="625" y="31"/>
                  </a:lnTo>
                  <a:lnTo>
                    <a:pt x="625" y="20"/>
                  </a:lnTo>
                  <a:lnTo>
                    <a:pt x="625" y="11"/>
                  </a:lnTo>
                  <a:lnTo>
                    <a:pt x="638" y="11"/>
                  </a:lnTo>
                  <a:lnTo>
                    <a:pt x="638" y="20"/>
                  </a:lnTo>
                  <a:lnTo>
                    <a:pt x="650" y="20"/>
                  </a:lnTo>
                  <a:lnTo>
                    <a:pt x="650" y="31"/>
                  </a:lnTo>
                  <a:lnTo>
                    <a:pt x="663" y="31"/>
                  </a:lnTo>
                  <a:lnTo>
                    <a:pt x="676" y="31"/>
                  </a:lnTo>
                  <a:lnTo>
                    <a:pt x="676" y="40"/>
                  </a:lnTo>
                  <a:lnTo>
                    <a:pt x="676" y="51"/>
                  </a:lnTo>
                  <a:lnTo>
                    <a:pt x="676" y="61"/>
                  </a:lnTo>
                  <a:lnTo>
                    <a:pt x="676" y="72"/>
                  </a:lnTo>
                  <a:lnTo>
                    <a:pt x="688" y="72"/>
                  </a:lnTo>
                  <a:lnTo>
                    <a:pt x="701" y="72"/>
                  </a:lnTo>
                  <a:lnTo>
                    <a:pt x="701" y="81"/>
                  </a:lnTo>
                  <a:lnTo>
                    <a:pt x="701" y="91"/>
                  </a:lnTo>
                  <a:lnTo>
                    <a:pt x="701" y="101"/>
                  </a:lnTo>
                  <a:lnTo>
                    <a:pt x="701" y="112"/>
                  </a:lnTo>
                  <a:lnTo>
                    <a:pt x="701" y="121"/>
                  </a:lnTo>
                  <a:lnTo>
                    <a:pt x="701" y="132"/>
                  </a:lnTo>
                  <a:lnTo>
                    <a:pt x="701" y="121"/>
                  </a:lnTo>
                  <a:lnTo>
                    <a:pt x="701" y="132"/>
                  </a:lnTo>
                  <a:lnTo>
                    <a:pt x="713" y="132"/>
                  </a:lnTo>
                  <a:lnTo>
                    <a:pt x="713" y="142"/>
                  </a:lnTo>
                  <a:lnTo>
                    <a:pt x="701" y="142"/>
                  </a:lnTo>
                  <a:lnTo>
                    <a:pt x="701" y="152"/>
                  </a:lnTo>
                  <a:lnTo>
                    <a:pt x="701" y="161"/>
                  </a:lnTo>
                  <a:lnTo>
                    <a:pt x="688" y="161"/>
                  </a:lnTo>
                  <a:lnTo>
                    <a:pt x="676" y="161"/>
                  </a:lnTo>
                  <a:lnTo>
                    <a:pt x="676" y="173"/>
                  </a:lnTo>
                  <a:lnTo>
                    <a:pt x="663" y="173"/>
                  </a:lnTo>
                  <a:lnTo>
                    <a:pt x="663" y="182"/>
                  </a:lnTo>
                  <a:lnTo>
                    <a:pt x="663" y="193"/>
                  </a:lnTo>
                  <a:lnTo>
                    <a:pt x="676" y="193"/>
                  </a:lnTo>
                  <a:lnTo>
                    <a:pt x="676" y="203"/>
                  </a:lnTo>
                  <a:lnTo>
                    <a:pt x="676" y="214"/>
                  </a:lnTo>
                  <a:lnTo>
                    <a:pt x="688" y="214"/>
                  </a:lnTo>
                  <a:lnTo>
                    <a:pt x="688" y="223"/>
                  </a:lnTo>
                  <a:lnTo>
                    <a:pt x="701" y="223"/>
                  </a:lnTo>
                  <a:lnTo>
                    <a:pt x="701" y="233"/>
                  </a:lnTo>
                  <a:lnTo>
                    <a:pt x="701" y="244"/>
                  </a:lnTo>
                  <a:lnTo>
                    <a:pt x="701" y="254"/>
                  </a:lnTo>
                  <a:lnTo>
                    <a:pt x="713" y="254"/>
                  </a:lnTo>
                  <a:lnTo>
                    <a:pt x="713" y="265"/>
                  </a:lnTo>
                  <a:lnTo>
                    <a:pt x="713" y="274"/>
                  </a:lnTo>
                  <a:lnTo>
                    <a:pt x="713" y="265"/>
                  </a:lnTo>
                  <a:lnTo>
                    <a:pt x="713" y="274"/>
                  </a:lnTo>
                  <a:lnTo>
                    <a:pt x="726" y="274"/>
                  </a:lnTo>
                  <a:lnTo>
                    <a:pt x="713" y="274"/>
                  </a:lnTo>
                  <a:lnTo>
                    <a:pt x="701" y="285"/>
                  </a:lnTo>
                  <a:lnTo>
                    <a:pt x="701" y="294"/>
                  </a:lnTo>
                  <a:lnTo>
                    <a:pt x="688" y="294"/>
                  </a:lnTo>
                  <a:lnTo>
                    <a:pt x="676" y="294"/>
                  </a:lnTo>
                  <a:lnTo>
                    <a:pt x="676" y="305"/>
                  </a:lnTo>
                  <a:lnTo>
                    <a:pt x="676" y="314"/>
                  </a:lnTo>
                  <a:lnTo>
                    <a:pt x="676" y="326"/>
                  </a:lnTo>
                  <a:lnTo>
                    <a:pt x="663" y="326"/>
                  </a:lnTo>
                  <a:lnTo>
                    <a:pt x="663" y="314"/>
                  </a:lnTo>
                  <a:lnTo>
                    <a:pt x="650" y="314"/>
                  </a:lnTo>
                  <a:lnTo>
                    <a:pt x="650" y="305"/>
                  </a:lnTo>
                  <a:lnTo>
                    <a:pt x="638" y="294"/>
                  </a:lnTo>
                  <a:lnTo>
                    <a:pt x="638" y="285"/>
                  </a:lnTo>
                  <a:lnTo>
                    <a:pt x="638" y="274"/>
                  </a:lnTo>
                  <a:lnTo>
                    <a:pt x="625" y="274"/>
                  </a:lnTo>
                  <a:lnTo>
                    <a:pt x="612" y="274"/>
                  </a:lnTo>
                  <a:lnTo>
                    <a:pt x="601" y="274"/>
                  </a:lnTo>
                  <a:lnTo>
                    <a:pt x="601" y="285"/>
                  </a:lnTo>
                  <a:lnTo>
                    <a:pt x="587" y="285"/>
                  </a:lnTo>
                  <a:lnTo>
                    <a:pt x="587" y="294"/>
                  </a:lnTo>
                  <a:lnTo>
                    <a:pt x="576" y="294"/>
                  </a:lnTo>
                  <a:lnTo>
                    <a:pt x="576" y="305"/>
                  </a:lnTo>
                  <a:lnTo>
                    <a:pt x="576" y="294"/>
                  </a:lnTo>
                  <a:lnTo>
                    <a:pt x="563" y="294"/>
                  </a:lnTo>
                  <a:lnTo>
                    <a:pt x="563" y="305"/>
                  </a:lnTo>
                  <a:lnTo>
                    <a:pt x="549" y="305"/>
                  </a:lnTo>
                  <a:lnTo>
                    <a:pt x="549" y="314"/>
                  </a:lnTo>
                  <a:lnTo>
                    <a:pt x="549" y="305"/>
                  </a:lnTo>
                  <a:lnTo>
                    <a:pt x="538" y="305"/>
                  </a:lnTo>
                  <a:lnTo>
                    <a:pt x="549" y="305"/>
                  </a:lnTo>
                  <a:lnTo>
                    <a:pt x="538" y="314"/>
                  </a:lnTo>
                  <a:lnTo>
                    <a:pt x="538" y="305"/>
                  </a:lnTo>
                  <a:lnTo>
                    <a:pt x="525" y="305"/>
                  </a:lnTo>
                  <a:lnTo>
                    <a:pt x="525" y="294"/>
                  </a:lnTo>
                  <a:lnTo>
                    <a:pt x="525" y="305"/>
                  </a:lnTo>
                  <a:lnTo>
                    <a:pt x="525" y="294"/>
                  </a:lnTo>
                  <a:lnTo>
                    <a:pt x="513" y="294"/>
                  </a:lnTo>
                  <a:lnTo>
                    <a:pt x="501" y="294"/>
                  </a:lnTo>
                  <a:lnTo>
                    <a:pt x="501" y="285"/>
                  </a:lnTo>
                  <a:lnTo>
                    <a:pt x="501" y="274"/>
                  </a:lnTo>
                  <a:lnTo>
                    <a:pt x="487" y="274"/>
                  </a:lnTo>
                  <a:lnTo>
                    <a:pt x="487" y="265"/>
                  </a:lnTo>
                  <a:lnTo>
                    <a:pt x="487" y="274"/>
                  </a:lnTo>
                  <a:lnTo>
                    <a:pt x="487" y="265"/>
                  </a:lnTo>
                  <a:lnTo>
                    <a:pt x="476" y="265"/>
                  </a:lnTo>
                  <a:lnTo>
                    <a:pt x="476" y="254"/>
                  </a:lnTo>
                  <a:lnTo>
                    <a:pt x="462" y="254"/>
                  </a:lnTo>
                  <a:lnTo>
                    <a:pt x="451" y="254"/>
                  </a:lnTo>
                  <a:lnTo>
                    <a:pt x="451" y="244"/>
                  </a:lnTo>
                  <a:lnTo>
                    <a:pt x="437" y="244"/>
                  </a:lnTo>
                  <a:lnTo>
                    <a:pt x="437" y="254"/>
                  </a:lnTo>
                  <a:lnTo>
                    <a:pt x="437" y="244"/>
                  </a:lnTo>
                  <a:lnTo>
                    <a:pt x="424" y="244"/>
                  </a:lnTo>
                  <a:lnTo>
                    <a:pt x="424" y="254"/>
                  </a:lnTo>
                  <a:lnTo>
                    <a:pt x="413" y="254"/>
                  </a:lnTo>
                  <a:lnTo>
                    <a:pt x="413" y="265"/>
                  </a:lnTo>
                  <a:lnTo>
                    <a:pt x="413" y="254"/>
                  </a:lnTo>
                  <a:lnTo>
                    <a:pt x="400" y="254"/>
                  </a:lnTo>
                  <a:lnTo>
                    <a:pt x="400" y="265"/>
                  </a:lnTo>
                  <a:lnTo>
                    <a:pt x="387" y="265"/>
                  </a:lnTo>
                  <a:lnTo>
                    <a:pt x="375" y="265"/>
                  </a:lnTo>
                  <a:lnTo>
                    <a:pt x="375" y="254"/>
                  </a:lnTo>
                  <a:lnTo>
                    <a:pt x="375" y="265"/>
                  </a:lnTo>
                  <a:lnTo>
                    <a:pt x="375" y="254"/>
                  </a:lnTo>
                  <a:lnTo>
                    <a:pt x="362" y="254"/>
                  </a:lnTo>
                  <a:lnTo>
                    <a:pt x="351" y="254"/>
                  </a:lnTo>
                  <a:lnTo>
                    <a:pt x="337" y="254"/>
                  </a:lnTo>
                  <a:lnTo>
                    <a:pt x="337" y="244"/>
                  </a:lnTo>
                  <a:lnTo>
                    <a:pt x="337" y="254"/>
                  </a:lnTo>
                  <a:lnTo>
                    <a:pt x="324" y="254"/>
                  </a:lnTo>
                  <a:lnTo>
                    <a:pt x="337" y="265"/>
                  </a:lnTo>
                  <a:lnTo>
                    <a:pt x="337" y="274"/>
                  </a:lnTo>
                  <a:lnTo>
                    <a:pt x="337" y="285"/>
                  </a:lnTo>
                  <a:lnTo>
                    <a:pt x="337" y="294"/>
                  </a:lnTo>
                  <a:lnTo>
                    <a:pt x="324" y="294"/>
                  </a:lnTo>
                  <a:lnTo>
                    <a:pt x="324" y="305"/>
                  </a:lnTo>
                  <a:lnTo>
                    <a:pt x="324" y="314"/>
                  </a:lnTo>
                  <a:lnTo>
                    <a:pt x="324" y="326"/>
                  </a:lnTo>
                  <a:lnTo>
                    <a:pt x="312" y="326"/>
                  </a:lnTo>
                  <a:lnTo>
                    <a:pt x="312" y="314"/>
                  </a:lnTo>
                  <a:lnTo>
                    <a:pt x="299" y="314"/>
                  </a:lnTo>
                  <a:lnTo>
                    <a:pt x="299" y="326"/>
                  </a:lnTo>
                  <a:lnTo>
                    <a:pt x="299" y="335"/>
                  </a:lnTo>
                  <a:lnTo>
                    <a:pt x="288" y="335"/>
                  </a:lnTo>
                  <a:lnTo>
                    <a:pt x="275" y="335"/>
                  </a:lnTo>
                  <a:lnTo>
                    <a:pt x="275" y="345"/>
                  </a:lnTo>
                  <a:lnTo>
                    <a:pt x="262" y="345"/>
                  </a:lnTo>
                  <a:lnTo>
                    <a:pt x="262" y="355"/>
                  </a:lnTo>
                  <a:lnTo>
                    <a:pt x="262" y="366"/>
                  </a:lnTo>
                  <a:lnTo>
                    <a:pt x="250" y="366"/>
                  </a:lnTo>
                  <a:lnTo>
                    <a:pt x="250" y="375"/>
                  </a:lnTo>
                  <a:lnTo>
                    <a:pt x="237" y="375"/>
                  </a:lnTo>
                  <a:lnTo>
                    <a:pt x="237" y="366"/>
                  </a:lnTo>
                  <a:lnTo>
                    <a:pt x="225" y="366"/>
                  </a:lnTo>
                  <a:lnTo>
                    <a:pt x="225" y="355"/>
                  </a:lnTo>
                  <a:lnTo>
                    <a:pt x="225" y="345"/>
                  </a:lnTo>
                  <a:lnTo>
                    <a:pt x="225" y="335"/>
                  </a:lnTo>
                  <a:lnTo>
                    <a:pt x="225" y="326"/>
                  </a:lnTo>
                  <a:lnTo>
                    <a:pt x="225" y="314"/>
                  </a:lnTo>
                  <a:lnTo>
                    <a:pt x="212" y="314"/>
                  </a:lnTo>
                  <a:lnTo>
                    <a:pt x="212" y="305"/>
                  </a:lnTo>
                  <a:lnTo>
                    <a:pt x="212" y="294"/>
                  </a:lnTo>
                  <a:lnTo>
                    <a:pt x="199" y="294"/>
                  </a:lnTo>
                  <a:lnTo>
                    <a:pt x="199" y="285"/>
                  </a:lnTo>
                  <a:lnTo>
                    <a:pt x="199" y="274"/>
                  </a:lnTo>
                  <a:lnTo>
                    <a:pt x="212" y="274"/>
                  </a:lnTo>
                  <a:lnTo>
                    <a:pt x="199" y="274"/>
                  </a:lnTo>
                  <a:lnTo>
                    <a:pt x="212" y="274"/>
                  </a:lnTo>
                  <a:lnTo>
                    <a:pt x="199" y="274"/>
                  </a:lnTo>
                  <a:lnTo>
                    <a:pt x="199" y="265"/>
                  </a:lnTo>
                  <a:lnTo>
                    <a:pt x="199" y="254"/>
                  </a:lnTo>
                  <a:lnTo>
                    <a:pt x="187" y="254"/>
                  </a:lnTo>
                  <a:lnTo>
                    <a:pt x="174" y="254"/>
                  </a:lnTo>
                  <a:lnTo>
                    <a:pt x="174" y="265"/>
                  </a:lnTo>
                  <a:lnTo>
                    <a:pt x="174" y="254"/>
                  </a:lnTo>
                  <a:lnTo>
                    <a:pt x="162" y="254"/>
                  </a:lnTo>
                  <a:lnTo>
                    <a:pt x="150" y="254"/>
                  </a:lnTo>
                  <a:lnTo>
                    <a:pt x="150" y="244"/>
                  </a:lnTo>
                  <a:lnTo>
                    <a:pt x="150" y="254"/>
                  </a:lnTo>
                  <a:lnTo>
                    <a:pt x="150" y="244"/>
                  </a:lnTo>
                  <a:lnTo>
                    <a:pt x="137" y="244"/>
                  </a:lnTo>
                  <a:lnTo>
                    <a:pt x="125" y="244"/>
                  </a:lnTo>
                  <a:lnTo>
                    <a:pt x="112" y="244"/>
                  </a:lnTo>
                  <a:lnTo>
                    <a:pt x="112" y="233"/>
                  </a:lnTo>
                  <a:lnTo>
                    <a:pt x="112" y="223"/>
                  </a:lnTo>
                  <a:lnTo>
                    <a:pt x="98" y="223"/>
                  </a:lnTo>
                  <a:lnTo>
                    <a:pt x="98" y="214"/>
                  </a:lnTo>
                  <a:lnTo>
                    <a:pt x="87" y="214"/>
                  </a:lnTo>
                  <a:lnTo>
                    <a:pt x="87" y="203"/>
                  </a:lnTo>
                  <a:lnTo>
                    <a:pt x="87" y="214"/>
                  </a:lnTo>
                  <a:lnTo>
                    <a:pt x="87" y="203"/>
                  </a:lnTo>
                  <a:lnTo>
                    <a:pt x="74" y="203"/>
                  </a:lnTo>
                  <a:lnTo>
                    <a:pt x="74" y="193"/>
                  </a:lnTo>
                  <a:lnTo>
                    <a:pt x="74" y="182"/>
                  </a:lnTo>
                  <a:lnTo>
                    <a:pt x="87" y="182"/>
                  </a:lnTo>
                  <a:lnTo>
                    <a:pt x="74" y="182"/>
                  </a:lnTo>
                  <a:lnTo>
                    <a:pt x="87" y="173"/>
                  </a:lnTo>
                  <a:lnTo>
                    <a:pt x="74" y="173"/>
                  </a:lnTo>
                  <a:lnTo>
                    <a:pt x="74" y="161"/>
                  </a:lnTo>
                  <a:lnTo>
                    <a:pt x="74" y="173"/>
                  </a:lnTo>
                  <a:lnTo>
                    <a:pt x="62" y="173"/>
                  </a:lnTo>
                  <a:lnTo>
                    <a:pt x="49" y="173"/>
                  </a:lnTo>
                  <a:lnTo>
                    <a:pt x="49" y="161"/>
                  </a:lnTo>
                  <a:lnTo>
                    <a:pt x="36" y="161"/>
                  </a:lnTo>
                  <a:lnTo>
                    <a:pt x="36" y="152"/>
                  </a:lnTo>
                  <a:lnTo>
                    <a:pt x="36" y="142"/>
                  </a:lnTo>
                  <a:lnTo>
                    <a:pt x="25" y="142"/>
                  </a:lnTo>
                  <a:lnTo>
                    <a:pt x="36" y="142"/>
                  </a:lnTo>
                  <a:lnTo>
                    <a:pt x="36" y="132"/>
                  </a:lnTo>
                  <a:lnTo>
                    <a:pt x="25" y="132"/>
                  </a:lnTo>
                  <a:lnTo>
                    <a:pt x="25" y="121"/>
                  </a:lnTo>
                  <a:lnTo>
                    <a:pt x="11" y="121"/>
                  </a:lnTo>
                  <a:lnTo>
                    <a:pt x="25" y="121"/>
                  </a:lnTo>
                  <a:lnTo>
                    <a:pt x="11" y="121"/>
                  </a:lnTo>
                  <a:lnTo>
                    <a:pt x="11" y="112"/>
                  </a:lnTo>
                  <a:lnTo>
                    <a:pt x="25" y="112"/>
                  </a:lnTo>
                  <a:lnTo>
                    <a:pt x="11" y="112"/>
                  </a:lnTo>
                  <a:lnTo>
                    <a:pt x="11" y="101"/>
                  </a:lnTo>
                  <a:lnTo>
                    <a:pt x="11" y="91"/>
                  </a:lnTo>
                  <a:lnTo>
                    <a:pt x="11" y="81"/>
                  </a:lnTo>
                  <a:lnTo>
                    <a:pt x="0" y="81"/>
                  </a:lnTo>
                  <a:lnTo>
                    <a:pt x="11" y="81"/>
                  </a:lnTo>
                  <a:lnTo>
                    <a:pt x="25" y="81"/>
                  </a:lnTo>
                  <a:lnTo>
                    <a:pt x="36" y="81"/>
                  </a:lnTo>
                  <a:lnTo>
                    <a:pt x="36" y="72"/>
                  </a:lnTo>
                  <a:lnTo>
                    <a:pt x="36" y="81"/>
                  </a:lnTo>
                  <a:lnTo>
                    <a:pt x="49" y="81"/>
                  </a:lnTo>
                  <a:lnTo>
                    <a:pt x="49" y="91"/>
                  </a:lnTo>
                  <a:lnTo>
                    <a:pt x="62" y="91"/>
                  </a:lnTo>
                  <a:lnTo>
                    <a:pt x="74" y="91"/>
                  </a:lnTo>
                  <a:lnTo>
                    <a:pt x="74" y="81"/>
                  </a:lnTo>
                  <a:lnTo>
                    <a:pt x="62" y="81"/>
                  </a:lnTo>
                  <a:lnTo>
                    <a:pt x="62" y="72"/>
                  </a:lnTo>
                  <a:lnTo>
                    <a:pt x="74" y="72"/>
                  </a:lnTo>
                  <a:lnTo>
                    <a:pt x="62" y="72"/>
                  </a:lnTo>
                  <a:lnTo>
                    <a:pt x="74" y="72"/>
                  </a:lnTo>
                  <a:lnTo>
                    <a:pt x="62" y="72"/>
                  </a:lnTo>
                  <a:lnTo>
                    <a:pt x="62" y="61"/>
                  </a:lnTo>
                  <a:lnTo>
                    <a:pt x="62" y="51"/>
                  </a:lnTo>
                  <a:lnTo>
                    <a:pt x="74" y="51"/>
                  </a:lnTo>
                  <a:lnTo>
                    <a:pt x="87" y="51"/>
                  </a:lnTo>
                  <a:lnTo>
                    <a:pt x="98" y="51"/>
                  </a:lnTo>
                  <a:lnTo>
                    <a:pt x="98" y="40"/>
                  </a:lnTo>
                  <a:lnTo>
                    <a:pt x="112" y="40"/>
                  </a:lnTo>
                  <a:lnTo>
                    <a:pt x="112" y="31"/>
                  </a:lnTo>
                  <a:lnTo>
                    <a:pt x="125" y="31"/>
                  </a:lnTo>
                  <a:lnTo>
                    <a:pt x="137" y="31"/>
                  </a:lnTo>
                  <a:lnTo>
                    <a:pt x="137" y="40"/>
                  </a:lnTo>
                  <a:lnTo>
                    <a:pt x="150" y="40"/>
                  </a:lnTo>
                  <a:lnTo>
                    <a:pt x="162" y="40"/>
                  </a:lnTo>
                  <a:lnTo>
                    <a:pt x="162" y="31"/>
                  </a:lnTo>
                  <a:lnTo>
                    <a:pt x="174" y="31"/>
                  </a:lnTo>
                  <a:lnTo>
                    <a:pt x="187" y="31"/>
                  </a:lnTo>
                  <a:lnTo>
                    <a:pt x="199" y="31"/>
                  </a:lnTo>
                  <a:lnTo>
                    <a:pt x="187" y="31"/>
                  </a:lnTo>
                  <a:lnTo>
                    <a:pt x="199" y="31"/>
                  </a:lnTo>
                  <a:lnTo>
                    <a:pt x="212" y="31"/>
                  </a:lnTo>
                  <a:lnTo>
                    <a:pt x="212" y="20"/>
                  </a:lnTo>
                  <a:lnTo>
                    <a:pt x="225" y="20"/>
                  </a:lnTo>
                  <a:lnTo>
                    <a:pt x="225" y="1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2"/>
            <p:cNvSpPr/>
            <p:nvPr/>
          </p:nvSpPr>
          <p:spPr>
            <a:xfrm>
              <a:off x="3202039" y="2708926"/>
              <a:ext cx="743255" cy="559605"/>
            </a:xfrm>
            <a:custGeom>
              <a:avLst/>
              <a:gdLst/>
              <a:ahLst/>
              <a:cxnLst/>
              <a:rect l="l" t="t" r="r" b="b"/>
              <a:pathLst>
                <a:path w="642" h="385" extrusionOk="0">
                  <a:moveTo>
                    <a:pt x="415" y="222"/>
                  </a:moveTo>
                  <a:lnTo>
                    <a:pt x="415" y="233"/>
                  </a:lnTo>
                  <a:lnTo>
                    <a:pt x="404" y="233"/>
                  </a:lnTo>
                  <a:lnTo>
                    <a:pt x="404" y="242"/>
                  </a:lnTo>
                  <a:lnTo>
                    <a:pt x="390" y="242"/>
                  </a:lnTo>
                  <a:lnTo>
                    <a:pt x="390" y="253"/>
                  </a:lnTo>
                  <a:lnTo>
                    <a:pt x="379" y="253"/>
                  </a:lnTo>
                  <a:lnTo>
                    <a:pt x="366" y="262"/>
                  </a:lnTo>
                  <a:lnTo>
                    <a:pt x="366" y="273"/>
                  </a:lnTo>
                  <a:lnTo>
                    <a:pt x="366" y="284"/>
                  </a:lnTo>
                  <a:lnTo>
                    <a:pt x="353" y="284"/>
                  </a:lnTo>
                  <a:lnTo>
                    <a:pt x="353" y="293"/>
                  </a:lnTo>
                  <a:lnTo>
                    <a:pt x="353" y="304"/>
                  </a:lnTo>
                  <a:lnTo>
                    <a:pt x="341" y="304"/>
                  </a:lnTo>
                  <a:lnTo>
                    <a:pt x="341" y="314"/>
                  </a:lnTo>
                  <a:lnTo>
                    <a:pt x="353" y="314"/>
                  </a:lnTo>
                  <a:lnTo>
                    <a:pt x="341" y="324"/>
                  </a:lnTo>
                  <a:lnTo>
                    <a:pt x="328" y="324"/>
                  </a:lnTo>
                  <a:lnTo>
                    <a:pt x="328" y="333"/>
                  </a:lnTo>
                  <a:lnTo>
                    <a:pt x="314" y="333"/>
                  </a:lnTo>
                  <a:lnTo>
                    <a:pt x="314" y="324"/>
                  </a:lnTo>
                  <a:lnTo>
                    <a:pt x="314" y="333"/>
                  </a:lnTo>
                  <a:lnTo>
                    <a:pt x="314" y="324"/>
                  </a:lnTo>
                  <a:lnTo>
                    <a:pt x="314" y="333"/>
                  </a:lnTo>
                  <a:lnTo>
                    <a:pt x="303" y="333"/>
                  </a:lnTo>
                  <a:lnTo>
                    <a:pt x="289" y="333"/>
                  </a:lnTo>
                  <a:lnTo>
                    <a:pt x="289" y="344"/>
                  </a:lnTo>
                  <a:lnTo>
                    <a:pt x="278" y="344"/>
                  </a:lnTo>
                  <a:lnTo>
                    <a:pt x="265" y="344"/>
                  </a:lnTo>
                  <a:lnTo>
                    <a:pt x="265" y="354"/>
                  </a:lnTo>
                  <a:lnTo>
                    <a:pt x="265" y="364"/>
                  </a:lnTo>
                  <a:lnTo>
                    <a:pt x="252" y="364"/>
                  </a:lnTo>
                  <a:lnTo>
                    <a:pt x="265" y="364"/>
                  </a:lnTo>
                  <a:lnTo>
                    <a:pt x="265" y="374"/>
                  </a:lnTo>
                  <a:lnTo>
                    <a:pt x="252" y="374"/>
                  </a:lnTo>
                  <a:lnTo>
                    <a:pt x="252" y="385"/>
                  </a:lnTo>
                  <a:lnTo>
                    <a:pt x="240" y="385"/>
                  </a:lnTo>
                  <a:lnTo>
                    <a:pt x="240" y="374"/>
                  </a:lnTo>
                  <a:lnTo>
                    <a:pt x="240" y="364"/>
                  </a:lnTo>
                  <a:lnTo>
                    <a:pt x="227" y="364"/>
                  </a:lnTo>
                  <a:lnTo>
                    <a:pt x="227" y="354"/>
                  </a:lnTo>
                  <a:lnTo>
                    <a:pt x="215" y="354"/>
                  </a:lnTo>
                  <a:lnTo>
                    <a:pt x="215" y="344"/>
                  </a:lnTo>
                  <a:lnTo>
                    <a:pt x="227" y="344"/>
                  </a:lnTo>
                  <a:lnTo>
                    <a:pt x="227" y="333"/>
                  </a:lnTo>
                  <a:lnTo>
                    <a:pt x="215" y="333"/>
                  </a:lnTo>
                  <a:lnTo>
                    <a:pt x="227" y="333"/>
                  </a:lnTo>
                  <a:lnTo>
                    <a:pt x="227" y="324"/>
                  </a:lnTo>
                  <a:lnTo>
                    <a:pt x="215" y="324"/>
                  </a:lnTo>
                  <a:lnTo>
                    <a:pt x="215" y="314"/>
                  </a:lnTo>
                  <a:lnTo>
                    <a:pt x="215" y="304"/>
                  </a:lnTo>
                  <a:lnTo>
                    <a:pt x="202" y="304"/>
                  </a:lnTo>
                  <a:lnTo>
                    <a:pt x="188" y="304"/>
                  </a:lnTo>
                  <a:lnTo>
                    <a:pt x="188" y="293"/>
                  </a:lnTo>
                  <a:lnTo>
                    <a:pt x="177" y="293"/>
                  </a:lnTo>
                  <a:lnTo>
                    <a:pt x="177" y="284"/>
                  </a:lnTo>
                  <a:lnTo>
                    <a:pt x="188" y="284"/>
                  </a:lnTo>
                  <a:lnTo>
                    <a:pt x="188" y="273"/>
                  </a:lnTo>
                  <a:lnTo>
                    <a:pt x="177" y="273"/>
                  </a:lnTo>
                  <a:lnTo>
                    <a:pt x="177" y="262"/>
                  </a:lnTo>
                  <a:lnTo>
                    <a:pt x="177" y="253"/>
                  </a:lnTo>
                  <a:lnTo>
                    <a:pt x="164" y="253"/>
                  </a:lnTo>
                  <a:lnTo>
                    <a:pt x="177" y="253"/>
                  </a:lnTo>
                  <a:lnTo>
                    <a:pt x="164" y="253"/>
                  </a:lnTo>
                  <a:lnTo>
                    <a:pt x="164" y="242"/>
                  </a:lnTo>
                  <a:lnTo>
                    <a:pt x="152" y="242"/>
                  </a:lnTo>
                  <a:lnTo>
                    <a:pt x="152" y="233"/>
                  </a:lnTo>
                  <a:lnTo>
                    <a:pt x="139" y="233"/>
                  </a:lnTo>
                  <a:lnTo>
                    <a:pt x="139" y="222"/>
                  </a:lnTo>
                  <a:lnTo>
                    <a:pt x="126" y="222"/>
                  </a:lnTo>
                  <a:lnTo>
                    <a:pt x="139" y="222"/>
                  </a:lnTo>
                  <a:lnTo>
                    <a:pt x="126" y="222"/>
                  </a:lnTo>
                  <a:lnTo>
                    <a:pt x="126" y="213"/>
                  </a:lnTo>
                  <a:lnTo>
                    <a:pt x="114" y="213"/>
                  </a:lnTo>
                  <a:lnTo>
                    <a:pt x="114" y="202"/>
                  </a:lnTo>
                  <a:lnTo>
                    <a:pt x="101" y="202"/>
                  </a:lnTo>
                  <a:lnTo>
                    <a:pt x="101" y="192"/>
                  </a:lnTo>
                  <a:lnTo>
                    <a:pt x="87" y="192"/>
                  </a:lnTo>
                  <a:lnTo>
                    <a:pt x="87" y="181"/>
                  </a:lnTo>
                  <a:lnTo>
                    <a:pt x="76" y="181"/>
                  </a:lnTo>
                  <a:lnTo>
                    <a:pt x="76" y="172"/>
                  </a:lnTo>
                  <a:lnTo>
                    <a:pt x="63" y="162"/>
                  </a:lnTo>
                  <a:lnTo>
                    <a:pt x="51" y="162"/>
                  </a:lnTo>
                  <a:lnTo>
                    <a:pt x="51" y="152"/>
                  </a:lnTo>
                  <a:lnTo>
                    <a:pt x="63" y="152"/>
                  </a:lnTo>
                  <a:lnTo>
                    <a:pt x="63" y="141"/>
                  </a:lnTo>
                  <a:lnTo>
                    <a:pt x="51" y="141"/>
                  </a:lnTo>
                  <a:lnTo>
                    <a:pt x="51" y="132"/>
                  </a:lnTo>
                  <a:lnTo>
                    <a:pt x="38" y="132"/>
                  </a:lnTo>
                  <a:lnTo>
                    <a:pt x="38" y="121"/>
                  </a:lnTo>
                  <a:lnTo>
                    <a:pt x="38" y="112"/>
                  </a:lnTo>
                  <a:lnTo>
                    <a:pt x="25" y="112"/>
                  </a:lnTo>
                  <a:lnTo>
                    <a:pt x="25" y="101"/>
                  </a:lnTo>
                  <a:lnTo>
                    <a:pt x="25" y="91"/>
                  </a:lnTo>
                  <a:lnTo>
                    <a:pt x="25" y="80"/>
                  </a:lnTo>
                  <a:lnTo>
                    <a:pt x="25" y="71"/>
                  </a:lnTo>
                  <a:lnTo>
                    <a:pt x="13" y="71"/>
                  </a:lnTo>
                  <a:lnTo>
                    <a:pt x="13" y="61"/>
                  </a:lnTo>
                  <a:lnTo>
                    <a:pt x="0" y="61"/>
                  </a:lnTo>
                  <a:lnTo>
                    <a:pt x="0" y="50"/>
                  </a:lnTo>
                  <a:lnTo>
                    <a:pt x="13" y="50"/>
                  </a:lnTo>
                  <a:lnTo>
                    <a:pt x="13" y="40"/>
                  </a:lnTo>
                  <a:lnTo>
                    <a:pt x="25" y="30"/>
                  </a:lnTo>
                  <a:lnTo>
                    <a:pt x="38" y="21"/>
                  </a:lnTo>
                  <a:lnTo>
                    <a:pt x="38" y="9"/>
                  </a:lnTo>
                  <a:lnTo>
                    <a:pt x="38" y="21"/>
                  </a:lnTo>
                  <a:lnTo>
                    <a:pt x="38" y="9"/>
                  </a:lnTo>
                  <a:lnTo>
                    <a:pt x="51" y="9"/>
                  </a:lnTo>
                  <a:lnTo>
                    <a:pt x="63" y="9"/>
                  </a:lnTo>
                  <a:lnTo>
                    <a:pt x="63" y="21"/>
                  </a:lnTo>
                  <a:lnTo>
                    <a:pt x="76" y="21"/>
                  </a:lnTo>
                  <a:lnTo>
                    <a:pt x="87" y="21"/>
                  </a:lnTo>
                  <a:lnTo>
                    <a:pt x="87" y="30"/>
                  </a:lnTo>
                  <a:lnTo>
                    <a:pt x="76" y="30"/>
                  </a:lnTo>
                  <a:lnTo>
                    <a:pt x="87" y="30"/>
                  </a:lnTo>
                  <a:lnTo>
                    <a:pt x="76" y="30"/>
                  </a:lnTo>
                  <a:lnTo>
                    <a:pt x="87" y="30"/>
                  </a:lnTo>
                  <a:lnTo>
                    <a:pt x="87" y="40"/>
                  </a:lnTo>
                  <a:lnTo>
                    <a:pt x="87" y="50"/>
                  </a:lnTo>
                  <a:lnTo>
                    <a:pt x="101" y="50"/>
                  </a:lnTo>
                  <a:lnTo>
                    <a:pt x="101" y="61"/>
                  </a:lnTo>
                  <a:lnTo>
                    <a:pt x="87" y="61"/>
                  </a:lnTo>
                  <a:lnTo>
                    <a:pt x="101" y="61"/>
                  </a:lnTo>
                  <a:lnTo>
                    <a:pt x="87" y="61"/>
                  </a:lnTo>
                  <a:lnTo>
                    <a:pt x="87" y="71"/>
                  </a:lnTo>
                  <a:lnTo>
                    <a:pt x="101" y="71"/>
                  </a:lnTo>
                  <a:lnTo>
                    <a:pt x="87" y="71"/>
                  </a:lnTo>
                  <a:lnTo>
                    <a:pt x="87" y="80"/>
                  </a:lnTo>
                  <a:lnTo>
                    <a:pt x="76" y="80"/>
                  </a:lnTo>
                  <a:lnTo>
                    <a:pt x="76" y="91"/>
                  </a:lnTo>
                  <a:lnTo>
                    <a:pt x="87" y="91"/>
                  </a:lnTo>
                  <a:lnTo>
                    <a:pt x="87" y="80"/>
                  </a:lnTo>
                  <a:lnTo>
                    <a:pt x="87" y="91"/>
                  </a:lnTo>
                  <a:lnTo>
                    <a:pt x="101" y="91"/>
                  </a:lnTo>
                  <a:lnTo>
                    <a:pt x="114" y="91"/>
                  </a:lnTo>
                  <a:lnTo>
                    <a:pt x="114" y="101"/>
                  </a:lnTo>
                  <a:lnTo>
                    <a:pt x="126" y="101"/>
                  </a:lnTo>
                  <a:lnTo>
                    <a:pt x="139" y="101"/>
                  </a:lnTo>
                  <a:lnTo>
                    <a:pt x="139" y="112"/>
                  </a:lnTo>
                  <a:lnTo>
                    <a:pt x="139" y="121"/>
                  </a:lnTo>
                  <a:lnTo>
                    <a:pt x="152" y="121"/>
                  </a:lnTo>
                  <a:lnTo>
                    <a:pt x="152" y="132"/>
                  </a:lnTo>
                  <a:lnTo>
                    <a:pt x="152" y="141"/>
                  </a:lnTo>
                  <a:lnTo>
                    <a:pt x="164" y="141"/>
                  </a:lnTo>
                  <a:lnTo>
                    <a:pt x="177" y="141"/>
                  </a:lnTo>
                  <a:lnTo>
                    <a:pt x="177" y="132"/>
                  </a:lnTo>
                  <a:lnTo>
                    <a:pt x="177" y="121"/>
                  </a:lnTo>
                  <a:lnTo>
                    <a:pt x="188" y="121"/>
                  </a:lnTo>
                  <a:lnTo>
                    <a:pt x="188" y="112"/>
                  </a:lnTo>
                  <a:lnTo>
                    <a:pt x="188" y="101"/>
                  </a:lnTo>
                  <a:lnTo>
                    <a:pt x="202" y="101"/>
                  </a:lnTo>
                  <a:lnTo>
                    <a:pt x="202" y="91"/>
                  </a:lnTo>
                  <a:lnTo>
                    <a:pt x="215" y="91"/>
                  </a:lnTo>
                  <a:lnTo>
                    <a:pt x="215" y="101"/>
                  </a:lnTo>
                  <a:lnTo>
                    <a:pt x="215" y="91"/>
                  </a:lnTo>
                  <a:lnTo>
                    <a:pt x="227" y="91"/>
                  </a:lnTo>
                  <a:lnTo>
                    <a:pt x="227" y="101"/>
                  </a:lnTo>
                  <a:lnTo>
                    <a:pt x="227" y="91"/>
                  </a:lnTo>
                  <a:lnTo>
                    <a:pt x="240" y="91"/>
                  </a:lnTo>
                  <a:lnTo>
                    <a:pt x="240" y="101"/>
                  </a:lnTo>
                  <a:lnTo>
                    <a:pt x="240" y="112"/>
                  </a:lnTo>
                  <a:lnTo>
                    <a:pt x="240" y="121"/>
                  </a:lnTo>
                  <a:lnTo>
                    <a:pt x="252" y="121"/>
                  </a:lnTo>
                  <a:lnTo>
                    <a:pt x="265" y="121"/>
                  </a:lnTo>
                  <a:lnTo>
                    <a:pt x="278" y="121"/>
                  </a:lnTo>
                  <a:lnTo>
                    <a:pt x="289" y="121"/>
                  </a:lnTo>
                  <a:lnTo>
                    <a:pt x="289" y="112"/>
                  </a:lnTo>
                  <a:lnTo>
                    <a:pt x="303" y="112"/>
                  </a:lnTo>
                  <a:lnTo>
                    <a:pt x="314" y="112"/>
                  </a:lnTo>
                  <a:lnTo>
                    <a:pt x="303" y="112"/>
                  </a:lnTo>
                  <a:lnTo>
                    <a:pt x="303" y="121"/>
                  </a:lnTo>
                  <a:lnTo>
                    <a:pt x="303" y="132"/>
                  </a:lnTo>
                  <a:lnTo>
                    <a:pt x="303" y="141"/>
                  </a:lnTo>
                  <a:lnTo>
                    <a:pt x="314" y="141"/>
                  </a:lnTo>
                  <a:lnTo>
                    <a:pt x="314" y="152"/>
                  </a:lnTo>
                  <a:lnTo>
                    <a:pt x="328" y="152"/>
                  </a:lnTo>
                  <a:lnTo>
                    <a:pt x="328" y="162"/>
                  </a:lnTo>
                  <a:lnTo>
                    <a:pt x="341" y="162"/>
                  </a:lnTo>
                  <a:lnTo>
                    <a:pt x="341" y="152"/>
                  </a:lnTo>
                  <a:lnTo>
                    <a:pt x="353" y="152"/>
                  </a:lnTo>
                  <a:lnTo>
                    <a:pt x="353" y="141"/>
                  </a:lnTo>
                  <a:lnTo>
                    <a:pt x="366" y="141"/>
                  </a:lnTo>
                  <a:lnTo>
                    <a:pt x="366" y="152"/>
                  </a:lnTo>
                  <a:lnTo>
                    <a:pt x="379" y="152"/>
                  </a:lnTo>
                  <a:lnTo>
                    <a:pt x="379" y="141"/>
                  </a:lnTo>
                  <a:lnTo>
                    <a:pt x="390" y="141"/>
                  </a:lnTo>
                  <a:lnTo>
                    <a:pt x="404" y="141"/>
                  </a:lnTo>
                  <a:lnTo>
                    <a:pt x="404" y="132"/>
                  </a:lnTo>
                  <a:lnTo>
                    <a:pt x="415" y="132"/>
                  </a:lnTo>
                  <a:lnTo>
                    <a:pt x="404" y="132"/>
                  </a:lnTo>
                  <a:lnTo>
                    <a:pt x="415" y="132"/>
                  </a:lnTo>
                  <a:lnTo>
                    <a:pt x="415" y="121"/>
                  </a:lnTo>
                  <a:lnTo>
                    <a:pt x="429" y="121"/>
                  </a:lnTo>
                  <a:lnTo>
                    <a:pt x="429" y="112"/>
                  </a:lnTo>
                  <a:lnTo>
                    <a:pt x="442" y="112"/>
                  </a:lnTo>
                  <a:lnTo>
                    <a:pt x="454" y="112"/>
                  </a:lnTo>
                  <a:lnTo>
                    <a:pt x="454" y="101"/>
                  </a:lnTo>
                  <a:lnTo>
                    <a:pt x="442" y="101"/>
                  </a:lnTo>
                  <a:lnTo>
                    <a:pt x="442" y="91"/>
                  </a:lnTo>
                  <a:lnTo>
                    <a:pt x="429" y="91"/>
                  </a:lnTo>
                  <a:lnTo>
                    <a:pt x="429" y="80"/>
                  </a:lnTo>
                  <a:lnTo>
                    <a:pt x="429" y="71"/>
                  </a:lnTo>
                  <a:lnTo>
                    <a:pt x="429" y="61"/>
                  </a:lnTo>
                  <a:lnTo>
                    <a:pt x="415" y="61"/>
                  </a:lnTo>
                  <a:lnTo>
                    <a:pt x="415" y="50"/>
                  </a:lnTo>
                  <a:lnTo>
                    <a:pt x="404" y="50"/>
                  </a:lnTo>
                  <a:lnTo>
                    <a:pt x="404" y="40"/>
                  </a:lnTo>
                  <a:lnTo>
                    <a:pt x="404" y="30"/>
                  </a:lnTo>
                  <a:lnTo>
                    <a:pt x="404" y="21"/>
                  </a:lnTo>
                  <a:lnTo>
                    <a:pt x="390" y="21"/>
                  </a:lnTo>
                  <a:lnTo>
                    <a:pt x="390" y="9"/>
                  </a:lnTo>
                  <a:lnTo>
                    <a:pt x="404" y="9"/>
                  </a:lnTo>
                  <a:lnTo>
                    <a:pt x="404" y="21"/>
                  </a:lnTo>
                  <a:lnTo>
                    <a:pt x="415" y="9"/>
                  </a:lnTo>
                  <a:lnTo>
                    <a:pt x="429" y="9"/>
                  </a:lnTo>
                  <a:lnTo>
                    <a:pt x="442" y="9"/>
                  </a:lnTo>
                  <a:lnTo>
                    <a:pt x="442" y="0"/>
                  </a:lnTo>
                  <a:lnTo>
                    <a:pt x="442" y="9"/>
                  </a:lnTo>
                  <a:lnTo>
                    <a:pt x="454" y="9"/>
                  </a:lnTo>
                  <a:lnTo>
                    <a:pt x="442" y="9"/>
                  </a:lnTo>
                  <a:lnTo>
                    <a:pt x="454" y="9"/>
                  </a:lnTo>
                  <a:lnTo>
                    <a:pt x="454" y="21"/>
                  </a:lnTo>
                  <a:lnTo>
                    <a:pt x="454" y="30"/>
                  </a:lnTo>
                  <a:lnTo>
                    <a:pt x="454" y="40"/>
                  </a:lnTo>
                  <a:lnTo>
                    <a:pt x="467" y="40"/>
                  </a:lnTo>
                  <a:lnTo>
                    <a:pt x="478" y="40"/>
                  </a:lnTo>
                  <a:lnTo>
                    <a:pt x="478" y="50"/>
                  </a:lnTo>
                  <a:lnTo>
                    <a:pt x="478" y="61"/>
                  </a:lnTo>
                  <a:lnTo>
                    <a:pt x="467" y="61"/>
                  </a:lnTo>
                  <a:lnTo>
                    <a:pt x="478" y="61"/>
                  </a:lnTo>
                  <a:lnTo>
                    <a:pt x="478" y="71"/>
                  </a:lnTo>
                  <a:lnTo>
                    <a:pt x="467" y="71"/>
                  </a:lnTo>
                  <a:lnTo>
                    <a:pt x="478" y="71"/>
                  </a:lnTo>
                  <a:lnTo>
                    <a:pt x="478" y="80"/>
                  </a:lnTo>
                  <a:lnTo>
                    <a:pt x="478" y="91"/>
                  </a:lnTo>
                  <a:lnTo>
                    <a:pt x="478" y="101"/>
                  </a:lnTo>
                  <a:lnTo>
                    <a:pt x="491" y="101"/>
                  </a:lnTo>
                  <a:lnTo>
                    <a:pt x="491" y="112"/>
                  </a:lnTo>
                  <a:lnTo>
                    <a:pt x="505" y="112"/>
                  </a:lnTo>
                  <a:lnTo>
                    <a:pt x="505" y="121"/>
                  </a:lnTo>
                  <a:lnTo>
                    <a:pt x="491" y="121"/>
                  </a:lnTo>
                  <a:lnTo>
                    <a:pt x="505" y="121"/>
                  </a:lnTo>
                  <a:lnTo>
                    <a:pt x="491" y="121"/>
                  </a:lnTo>
                  <a:lnTo>
                    <a:pt x="505" y="121"/>
                  </a:lnTo>
                  <a:lnTo>
                    <a:pt x="505" y="132"/>
                  </a:lnTo>
                  <a:lnTo>
                    <a:pt x="505" y="121"/>
                  </a:lnTo>
                  <a:lnTo>
                    <a:pt x="505" y="132"/>
                  </a:lnTo>
                  <a:lnTo>
                    <a:pt x="505" y="141"/>
                  </a:lnTo>
                  <a:lnTo>
                    <a:pt x="491" y="141"/>
                  </a:lnTo>
                  <a:lnTo>
                    <a:pt x="505" y="141"/>
                  </a:lnTo>
                  <a:lnTo>
                    <a:pt x="516" y="141"/>
                  </a:lnTo>
                  <a:lnTo>
                    <a:pt x="516" y="152"/>
                  </a:lnTo>
                  <a:lnTo>
                    <a:pt x="505" y="152"/>
                  </a:lnTo>
                  <a:lnTo>
                    <a:pt x="516" y="152"/>
                  </a:lnTo>
                  <a:lnTo>
                    <a:pt x="505" y="152"/>
                  </a:lnTo>
                  <a:lnTo>
                    <a:pt x="505" y="162"/>
                  </a:lnTo>
                  <a:lnTo>
                    <a:pt x="505" y="152"/>
                  </a:lnTo>
                  <a:lnTo>
                    <a:pt x="505" y="162"/>
                  </a:lnTo>
                  <a:lnTo>
                    <a:pt x="516" y="162"/>
                  </a:lnTo>
                  <a:lnTo>
                    <a:pt x="516" y="172"/>
                  </a:lnTo>
                  <a:lnTo>
                    <a:pt x="516" y="162"/>
                  </a:lnTo>
                  <a:lnTo>
                    <a:pt x="516" y="172"/>
                  </a:lnTo>
                  <a:lnTo>
                    <a:pt x="516" y="181"/>
                  </a:lnTo>
                  <a:lnTo>
                    <a:pt x="530" y="181"/>
                  </a:lnTo>
                  <a:lnTo>
                    <a:pt x="530" y="192"/>
                  </a:lnTo>
                  <a:lnTo>
                    <a:pt x="541" y="192"/>
                  </a:lnTo>
                  <a:lnTo>
                    <a:pt x="530" y="192"/>
                  </a:lnTo>
                  <a:lnTo>
                    <a:pt x="530" y="202"/>
                  </a:lnTo>
                  <a:lnTo>
                    <a:pt x="530" y="213"/>
                  </a:lnTo>
                  <a:lnTo>
                    <a:pt x="541" y="213"/>
                  </a:lnTo>
                  <a:lnTo>
                    <a:pt x="530" y="213"/>
                  </a:lnTo>
                  <a:lnTo>
                    <a:pt x="541" y="213"/>
                  </a:lnTo>
                  <a:lnTo>
                    <a:pt x="555" y="213"/>
                  </a:lnTo>
                  <a:lnTo>
                    <a:pt x="568" y="213"/>
                  </a:lnTo>
                  <a:lnTo>
                    <a:pt x="568" y="202"/>
                  </a:lnTo>
                  <a:lnTo>
                    <a:pt x="579" y="202"/>
                  </a:lnTo>
                  <a:lnTo>
                    <a:pt x="579" y="213"/>
                  </a:lnTo>
                  <a:lnTo>
                    <a:pt x="579" y="202"/>
                  </a:lnTo>
                  <a:lnTo>
                    <a:pt x="579" y="213"/>
                  </a:lnTo>
                  <a:lnTo>
                    <a:pt x="592" y="213"/>
                  </a:lnTo>
                  <a:lnTo>
                    <a:pt x="604" y="213"/>
                  </a:lnTo>
                  <a:lnTo>
                    <a:pt x="617" y="213"/>
                  </a:lnTo>
                  <a:lnTo>
                    <a:pt x="617" y="222"/>
                  </a:lnTo>
                  <a:lnTo>
                    <a:pt x="630" y="222"/>
                  </a:lnTo>
                  <a:lnTo>
                    <a:pt x="630" y="233"/>
                  </a:lnTo>
                  <a:lnTo>
                    <a:pt x="642" y="233"/>
                  </a:lnTo>
                  <a:lnTo>
                    <a:pt x="642" y="242"/>
                  </a:lnTo>
                  <a:lnTo>
                    <a:pt x="642" y="253"/>
                  </a:lnTo>
                  <a:lnTo>
                    <a:pt x="642" y="262"/>
                  </a:lnTo>
                  <a:lnTo>
                    <a:pt x="642" y="273"/>
                  </a:lnTo>
                  <a:lnTo>
                    <a:pt x="630" y="273"/>
                  </a:lnTo>
                  <a:lnTo>
                    <a:pt x="630" y="284"/>
                  </a:lnTo>
                  <a:lnTo>
                    <a:pt x="630" y="273"/>
                  </a:lnTo>
                  <a:lnTo>
                    <a:pt x="617" y="273"/>
                  </a:lnTo>
                  <a:lnTo>
                    <a:pt x="617" y="284"/>
                  </a:lnTo>
                  <a:lnTo>
                    <a:pt x="604" y="273"/>
                  </a:lnTo>
                  <a:lnTo>
                    <a:pt x="604" y="284"/>
                  </a:lnTo>
                  <a:lnTo>
                    <a:pt x="604" y="273"/>
                  </a:lnTo>
                  <a:lnTo>
                    <a:pt x="604" y="284"/>
                  </a:lnTo>
                  <a:lnTo>
                    <a:pt x="592" y="284"/>
                  </a:lnTo>
                  <a:lnTo>
                    <a:pt x="592" y="293"/>
                  </a:lnTo>
                  <a:lnTo>
                    <a:pt x="579" y="293"/>
                  </a:lnTo>
                  <a:lnTo>
                    <a:pt x="568" y="293"/>
                  </a:lnTo>
                  <a:lnTo>
                    <a:pt x="555" y="293"/>
                  </a:lnTo>
                  <a:lnTo>
                    <a:pt x="555" y="304"/>
                  </a:lnTo>
                  <a:lnTo>
                    <a:pt x="541" y="304"/>
                  </a:lnTo>
                  <a:lnTo>
                    <a:pt x="541" y="293"/>
                  </a:lnTo>
                  <a:lnTo>
                    <a:pt x="530" y="293"/>
                  </a:lnTo>
                  <a:lnTo>
                    <a:pt x="530" y="284"/>
                  </a:lnTo>
                  <a:lnTo>
                    <a:pt x="516" y="284"/>
                  </a:lnTo>
                  <a:lnTo>
                    <a:pt x="516" y="273"/>
                  </a:lnTo>
                  <a:lnTo>
                    <a:pt x="516" y="262"/>
                  </a:lnTo>
                  <a:lnTo>
                    <a:pt x="505" y="262"/>
                  </a:lnTo>
                  <a:lnTo>
                    <a:pt x="516" y="262"/>
                  </a:lnTo>
                  <a:lnTo>
                    <a:pt x="505" y="253"/>
                  </a:lnTo>
                  <a:lnTo>
                    <a:pt x="491" y="253"/>
                  </a:lnTo>
                  <a:lnTo>
                    <a:pt x="491" y="242"/>
                  </a:lnTo>
                  <a:lnTo>
                    <a:pt x="491" y="253"/>
                  </a:lnTo>
                  <a:lnTo>
                    <a:pt x="491" y="242"/>
                  </a:lnTo>
                  <a:lnTo>
                    <a:pt x="491" y="233"/>
                  </a:lnTo>
                  <a:lnTo>
                    <a:pt x="478" y="233"/>
                  </a:lnTo>
                  <a:lnTo>
                    <a:pt x="478" y="222"/>
                  </a:lnTo>
                  <a:lnTo>
                    <a:pt x="478" y="213"/>
                  </a:lnTo>
                  <a:lnTo>
                    <a:pt x="467" y="213"/>
                  </a:lnTo>
                  <a:lnTo>
                    <a:pt x="454" y="213"/>
                  </a:lnTo>
                  <a:lnTo>
                    <a:pt x="454" y="222"/>
                  </a:lnTo>
                  <a:lnTo>
                    <a:pt x="454" y="213"/>
                  </a:lnTo>
                  <a:lnTo>
                    <a:pt x="454" y="222"/>
                  </a:lnTo>
                  <a:lnTo>
                    <a:pt x="454" y="213"/>
                  </a:lnTo>
                  <a:lnTo>
                    <a:pt x="454" y="222"/>
                  </a:lnTo>
                  <a:lnTo>
                    <a:pt x="442" y="222"/>
                  </a:lnTo>
                  <a:lnTo>
                    <a:pt x="442" y="213"/>
                  </a:lnTo>
                  <a:lnTo>
                    <a:pt x="429" y="213"/>
                  </a:lnTo>
                  <a:lnTo>
                    <a:pt x="429" y="222"/>
                  </a:lnTo>
                  <a:lnTo>
                    <a:pt x="429" y="213"/>
                  </a:lnTo>
                  <a:lnTo>
                    <a:pt x="415" y="213"/>
                  </a:lnTo>
                  <a:lnTo>
                    <a:pt x="415" y="222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2"/>
            <p:cNvSpPr/>
            <p:nvPr/>
          </p:nvSpPr>
          <p:spPr>
            <a:xfrm>
              <a:off x="2934658" y="2330527"/>
              <a:ext cx="410620" cy="451239"/>
            </a:xfrm>
            <a:custGeom>
              <a:avLst/>
              <a:gdLst/>
              <a:ahLst/>
              <a:cxnLst/>
              <a:rect l="l" t="t" r="r" b="b"/>
              <a:pathLst>
                <a:path w="354" h="310" extrusionOk="0">
                  <a:moveTo>
                    <a:pt x="203" y="281"/>
                  </a:moveTo>
                  <a:lnTo>
                    <a:pt x="190" y="281"/>
                  </a:lnTo>
                  <a:lnTo>
                    <a:pt x="190" y="269"/>
                  </a:lnTo>
                  <a:lnTo>
                    <a:pt x="178" y="269"/>
                  </a:lnTo>
                  <a:lnTo>
                    <a:pt x="178" y="261"/>
                  </a:lnTo>
                  <a:lnTo>
                    <a:pt x="164" y="261"/>
                  </a:lnTo>
                  <a:lnTo>
                    <a:pt x="164" y="250"/>
                  </a:lnTo>
                  <a:lnTo>
                    <a:pt x="164" y="240"/>
                  </a:lnTo>
                  <a:lnTo>
                    <a:pt x="153" y="240"/>
                  </a:lnTo>
                  <a:lnTo>
                    <a:pt x="153" y="230"/>
                  </a:lnTo>
                  <a:lnTo>
                    <a:pt x="139" y="230"/>
                  </a:lnTo>
                  <a:lnTo>
                    <a:pt x="139" y="221"/>
                  </a:lnTo>
                  <a:lnTo>
                    <a:pt x="126" y="221"/>
                  </a:lnTo>
                  <a:lnTo>
                    <a:pt x="126" y="210"/>
                  </a:lnTo>
                  <a:lnTo>
                    <a:pt x="115" y="210"/>
                  </a:lnTo>
                  <a:lnTo>
                    <a:pt x="102" y="210"/>
                  </a:lnTo>
                  <a:lnTo>
                    <a:pt x="102" y="201"/>
                  </a:lnTo>
                  <a:lnTo>
                    <a:pt x="90" y="201"/>
                  </a:lnTo>
                  <a:lnTo>
                    <a:pt x="76" y="201"/>
                  </a:lnTo>
                  <a:lnTo>
                    <a:pt x="76" y="190"/>
                  </a:lnTo>
                  <a:lnTo>
                    <a:pt x="63" y="190"/>
                  </a:lnTo>
                  <a:lnTo>
                    <a:pt x="51" y="190"/>
                  </a:lnTo>
                  <a:lnTo>
                    <a:pt x="51" y="181"/>
                  </a:lnTo>
                  <a:lnTo>
                    <a:pt x="38" y="181"/>
                  </a:lnTo>
                  <a:lnTo>
                    <a:pt x="25" y="181"/>
                  </a:lnTo>
                  <a:lnTo>
                    <a:pt x="25" y="170"/>
                  </a:lnTo>
                  <a:lnTo>
                    <a:pt x="14" y="170"/>
                  </a:lnTo>
                  <a:lnTo>
                    <a:pt x="0" y="170"/>
                  </a:lnTo>
                  <a:lnTo>
                    <a:pt x="25" y="141"/>
                  </a:lnTo>
                  <a:lnTo>
                    <a:pt x="38" y="141"/>
                  </a:lnTo>
                  <a:lnTo>
                    <a:pt x="63" y="101"/>
                  </a:lnTo>
                  <a:lnTo>
                    <a:pt x="63" y="91"/>
                  </a:lnTo>
                  <a:lnTo>
                    <a:pt x="76" y="91"/>
                  </a:lnTo>
                  <a:lnTo>
                    <a:pt x="76" y="80"/>
                  </a:lnTo>
                  <a:lnTo>
                    <a:pt x="90" y="80"/>
                  </a:lnTo>
                  <a:lnTo>
                    <a:pt x="102" y="80"/>
                  </a:lnTo>
                  <a:lnTo>
                    <a:pt x="115" y="80"/>
                  </a:lnTo>
                  <a:lnTo>
                    <a:pt x="126" y="80"/>
                  </a:lnTo>
                  <a:lnTo>
                    <a:pt x="126" y="70"/>
                  </a:lnTo>
                  <a:lnTo>
                    <a:pt x="139" y="70"/>
                  </a:lnTo>
                  <a:lnTo>
                    <a:pt x="139" y="60"/>
                  </a:lnTo>
                  <a:lnTo>
                    <a:pt x="153" y="60"/>
                  </a:lnTo>
                  <a:lnTo>
                    <a:pt x="153" y="51"/>
                  </a:lnTo>
                  <a:lnTo>
                    <a:pt x="153" y="40"/>
                  </a:lnTo>
                  <a:lnTo>
                    <a:pt x="153" y="31"/>
                  </a:lnTo>
                  <a:lnTo>
                    <a:pt x="153" y="20"/>
                  </a:lnTo>
                  <a:lnTo>
                    <a:pt x="164" y="20"/>
                  </a:lnTo>
                  <a:lnTo>
                    <a:pt x="164" y="10"/>
                  </a:lnTo>
                  <a:lnTo>
                    <a:pt x="164" y="0"/>
                  </a:lnTo>
                  <a:lnTo>
                    <a:pt x="178" y="0"/>
                  </a:lnTo>
                  <a:lnTo>
                    <a:pt x="178" y="10"/>
                  </a:lnTo>
                  <a:lnTo>
                    <a:pt x="190" y="10"/>
                  </a:lnTo>
                  <a:lnTo>
                    <a:pt x="178" y="10"/>
                  </a:lnTo>
                  <a:lnTo>
                    <a:pt x="178" y="20"/>
                  </a:lnTo>
                  <a:lnTo>
                    <a:pt x="190" y="20"/>
                  </a:lnTo>
                  <a:lnTo>
                    <a:pt x="190" y="31"/>
                  </a:lnTo>
                  <a:lnTo>
                    <a:pt x="203" y="31"/>
                  </a:lnTo>
                  <a:lnTo>
                    <a:pt x="203" y="40"/>
                  </a:lnTo>
                  <a:lnTo>
                    <a:pt x="216" y="40"/>
                  </a:lnTo>
                  <a:lnTo>
                    <a:pt x="203" y="40"/>
                  </a:lnTo>
                  <a:lnTo>
                    <a:pt x="216" y="40"/>
                  </a:lnTo>
                  <a:lnTo>
                    <a:pt x="216" y="51"/>
                  </a:lnTo>
                  <a:lnTo>
                    <a:pt x="216" y="60"/>
                  </a:lnTo>
                  <a:lnTo>
                    <a:pt x="216" y="70"/>
                  </a:lnTo>
                  <a:lnTo>
                    <a:pt x="227" y="70"/>
                  </a:lnTo>
                  <a:lnTo>
                    <a:pt x="227" y="60"/>
                  </a:lnTo>
                  <a:lnTo>
                    <a:pt x="241" y="60"/>
                  </a:lnTo>
                  <a:lnTo>
                    <a:pt x="241" y="70"/>
                  </a:lnTo>
                  <a:lnTo>
                    <a:pt x="241" y="80"/>
                  </a:lnTo>
                  <a:lnTo>
                    <a:pt x="252" y="80"/>
                  </a:lnTo>
                  <a:lnTo>
                    <a:pt x="266" y="80"/>
                  </a:lnTo>
                  <a:lnTo>
                    <a:pt x="280" y="80"/>
                  </a:lnTo>
                  <a:lnTo>
                    <a:pt x="280" y="91"/>
                  </a:lnTo>
                  <a:lnTo>
                    <a:pt x="291" y="91"/>
                  </a:lnTo>
                  <a:lnTo>
                    <a:pt x="291" y="101"/>
                  </a:lnTo>
                  <a:lnTo>
                    <a:pt x="291" y="91"/>
                  </a:lnTo>
                  <a:lnTo>
                    <a:pt x="305" y="91"/>
                  </a:lnTo>
                  <a:lnTo>
                    <a:pt x="305" y="101"/>
                  </a:lnTo>
                  <a:lnTo>
                    <a:pt x="316" y="101"/>
                  </a:lnTo>
                  <a:lnTo>
                    <a:pt x="305" y="101"/>
                  </a:lnTo>
                  <a:lnTo>
                    <a:pt x="305" y="91"/>
                  </a:lnTo>
                  <a:lnTo>
                    <a:pt x="316" y="91"/>
                  </a:lnTo>
                  <a:lnTo>
                    <a:pt x="316" y="101"/>
                  </a:lnTo>
                  <a:lnTo>
                    <a:pt x="329" y="101"/>
                  </a:lnTo>
                  <a:lnTo>
                    <a:pt x="316" y="101"/>
                  </a:lnTo>
                  <a:lnTo>
                    <a:pt x="329" y="101"/>
                  </a:lnTo>
                  <a:lnTo>
                    <a:pt x="316" y="101"/>
                  </a:lnTo>
                  <a:lnTo>
                    <a:pt x="329" y="101"/>
                  </a:lnTo>
                  <a:lnTo>
                    <a:pt x="329" y="110"/>
                  </a:lnTo>
                  <a:lnTo>
                    <a:pt x="329" y="101"/>
                  </a:lnTo>
                  <a:lnTo>
                    <a:pt x="342" y="101"/>
                  </a:lnTo>
                  <a:lnTo>
                    <a:pt x="342" y="110"/>
                  </a:lnTo>
                  <a:lnTo>
                    <a:pt x="329" y="110"/>
                  </a:lnTo>
                  <a:lnTo>
                    <a:pt x="329" y="121"/>
                  </a:lnTo>
                  <a:lnTo>
                    <a:pt x="316" y="121"/>
                  </a:lnTo>
                  <a:lnTo>
                    <a:pt x="316" y="130"/>
                  </a:lnTo>
                  <a:lnTo>
                    <a:pt x="329" y="130"/>
                  </a:lnTo>
                  <a:lnTo>
                    <a:pt x="329" y="141"/>
                  </a:lnTo>
                  <a:lnTo>
                    <a:pt x="316" y="141"/>
                  </a:lnTo>
                  <a:lnTo>
                    <a:pt x="316" y="151"/>
                  </a:lnTo>
                  <a:lnTo>
                    <a:pt x="316" y="141"/>
                  </a:lnTo>
                  <a:lnTo>
                    <a:pt x="305" y="141"/>
                  </a:lnTo>
                  <a:lnTo>
                    <a:pt x="305" y="151"/>
                  </a:lnTo>
                  <a:lnTo>
                    <a:pt x="291" y="151"/>
                  </a:lnTo>
                  <a:lnTo>
                    <a:pt x="291" y="161"/>
                  </a:lnTo>
                  <a:lnTo>
                    <a:pt x="280" y="161"/>
                  </a:lnTo>
                  <a:lnTo>
                    <a:pt x="280" y="170"/>
                  </a:lnTo>
                  <a:lnTo>
                    <a:pt x="291" y="170"/>
                  </a:lnTo>
                  <a:lnTo>
                    <a:pt x="291" y="181"/>
                  </a:lnTo>
                  <a:lnTo>
                    <a:pt x="280" y="181"/>
                  </a:lnTo>
                  <a:lnTo>
                    <a:pt x="291" y="181"/>
                  </a:lnTo>
                  <a:lnTo>
                    <a:pt x="291" y="190"/>
                  </a:lnTo>
                  <a:lnTo>
                    <a:pt x="291" y="201"/>
                  </a:lnTo>
                  <a:lnTo>
                    <a:pt x="291" y="190"/>
                  </a:lnTo>
                  <a:lnTo>
                    <a:pt x="305" y="190"/>
                  </a:lnTo>
                  <a:lnTo>
                    <a:pt x="305" y="201"/>
                  </a:lnTo>
                  <a:lnTo>
                    <a:pt x="305" y="210"/>
                  </a:lnTo>
                  <a:lnTo>
                    <a:pt x="316" y="210"/>
                  </a:lnTo>
                  <a:lnTo>
                    <a:pt x="316" y="221"/>
                  </a:lnTo>
                  <a:lnTo>
                    <a:pt x="329" y="221"/>
                  </a:lnTo>
                  <a:lnTo>
                    <a:pt x="342" y="221"/>
                  </a:lnTo>
                  <a:lnTo>
                    <a:pt x="342" y="230"/>
                  </a:lnTo>
                  <a:lnTo>
                    <a:pt x="342" y="221"/>
                  </a:lnTo>
                  <a:lnTo>
                    <a:pt x="354" y="230"/>
                  </a:lnTo>
                  <a:lnTo>
                    <a:pt x="354" y="221"/>
                  </a:lnTo>
                  <a:lnTo>
                    <a:pt x="354" y="230"/>
                  </a:lnTo>
                  <a:lnTo>
                    <a:pt x="354" y="240"/>
                  </a:lnTo>
                  <a:lnTo>
                    <a:pt x="342" y="240"/>
                  </a:lnTo>
                  <a:lnTo>
                    <a:pt x="342" y="250"/>
                  </a:lnTo>
                  <a:lnTo>
                    <a:pt x="329" y="250"/>
                  </a:lnTo>
                  <a:lnTo>
                    <a:pt x="329" y="261"/>
                  </a:lnTo>
                  <a:lnTo>
                    <a:pt x="316" y="261"/>
                  </a:lnTo>
                  <a:lnTo>
                    <a:pt x="316" y="269"/>
                  </a:lnTo>
                  <a:lnTo>
                    <a:pt x="316" y="281"/>
                  </a:lnTo>
                  <a:lnTo>
                    <a:pt x="305" y="281"/>
                  </a:lnTo>
                  <a:lnTo>
                    <a:pt x="291" y="281"/>
                  </a:lnTo>
                  <a:lnTo>
                    <a:pt x="291" y="269"/>
                  </a:lnTo>
                  <a:lnTo>
                    <a:pt x="280" y="269"/>
                  </a:lnTo>
                  <a:lnTo>
                    <a:pt x="266" y="269"/>
                  </a:lnTo>
                  <a:lnTo>
                    <a:pt x="266" y="281"/>
                  </a:lnTo>
                  <a:lnTo>
                    <a:pt x="266" y="269"/>
                  </a:lnTo>
                  <a:lnTo>
                    <a:pt x="266" y="281"/>
                  </a:lnTo>
                  <a:lnTo>
                    <a:pt x="252" y="290"/>
                  </a:lnTo>
                  <a:lnTo>
                    <a:pt x="241" y="300"/>
                  </a:lnTo>
                  <a:lnTo>
                    <a:pt x="241" y="310"/>
                  </a:lnTo>
                  <a:lnTo>
                    <a:pt x="227" y="310"/>
                  </a:lnTo>
                  <a:lnTo>
                    <a:pt x="227" y="300"/>
                  </a:lnTo>
                  <a:lnTo>
                    <a:pt x="216" y="300"/>
                  </a:lnTo>
                  <a:lnTo>
                    <a:pt x="216" y="290"/>
                  </a:lnTo>
                  <a:lnTo>
                    <a:pt x="203" y="290"/>
                  </a:lnTo>
                  <a:lnTo>
                    <a:pt x="203" y="281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2"/>
            <p:cNvSpPr/>
            <p:nvPr/>
          </p:nvSpPr>
          <p:spPr>
            <a:xfrm>
              <a:off x="3698603" y="3618511"/>
              <a:ext cx="622296" cy="827863"/>
            </a:xfrm>
            <a:custGeom>
              <a:avLst/>
              <a:gdLst/>
              <a:ahLst/>
              <a:cxnLst/>
              <a:rect l="l" t="t" r="r" b="b"/>
              <a:pathLst>
                <a:path w="540" h="570" extrusionOk="0">
                  <a:moveTo>
                    <a:pt x="188" y="356"/>
                  </a:moveTo>
                  <a:lnTo>
                    <a:pt x="188" y="346"/>
                  </a:lnTo>
                  <a:lnTo>
                    <a:pt x="188" y="337"/>
                  </a:lnTo>
                  <a:lnTo>
                    <a:pt x="175" y="337"/>
                  </a:lnTo>
                  <a:lnTo>
                    <a:pt x="175" y="326"/>
                  </a:lnTo>
                  <a:lnTo>
                    <a:pt x="175" y="316"/>
                  </a:lnTo>
                  <a:lnTo>
                    <a:pt x="175" y="305"/>
                  </a:lnTo>
                  <a:lnTo>
                    <a:pt x="175" y="295"/>
                  </a:lnTo>
                  <a:lnTo>
                    <a:pt x="175" y="284"/>
                  </a:lnTo>
                  <a:lnTo>
                    <a:pt x="163" y="284"/>
                  </a:lnTo>
                  <a:lnTo>
                    <a:pt x="151" y="284"/>
                  </a:lnTo>
                  <a:lnTo>
                    <a:pt x="151" y="295"/>
                  </a:lnTo>
                  <a:lnTo>
                    <a:pt x="151" y="284"/>
                  </a:lnTo>
                  <a:lnTo>
                    <a:pt x="163" y="284"/>
                  </a:lnTo>
                  <a:lnTo>
                    <a:pt x="151" y="284"/>
                  </a:lnTo>
                  <a:lnTo>
                    <a:pt x="151" y="274"/>
                  </a:lnTo>
                  <a:lnTo>
                    <a:pt x="151" y="284"/>
                  </a:lnTo>
                  <a:lnTo>
                    <a:pt x="163" y="284"/>
                  </a:lnTo>
                  <a:lnTo>
                    <a:pt x="163" y="274"/>
                  </a:lnTo>
                  <a:lnTo>
                    <a:pt x="163" y="265"/>
                  </a:lnTo>
                  <a:lnTo>
                    <a:pt x="151" y="265"/>
                  </a:lnTo>
                  <a:lnTo>
                    <a:pt x="151" y="254"/>
                  </a:lnTo>
                  <a:lnTo>
                    <a:pt x="139" y="254"/>
                  </a:lnTo>
                  <a:lnTo>
                    <a:pt x="139" y="244"/>
                  </a:lnTo>
                  <a:lnTo>
                    <a:pt x="139" y="233"/>
                  </a:lnTo>
                  <a:lnTo>
                    <a:pt x="126" y="233"/>
                  </a:lnTo>
                  <a:lnTo>
                    <a:pt x="126" y="224"/>
                  </a:lnTo>
                  <a:lnTo>
                    <a:pt x="112" y="224"/>
                  </a:lnTo>
                  <a:lnTo>
                    <a:pt x="112" y="214"/>
                  </a:lnTo>
                  <a:lnTo>
                    <a:pt x="101" y="214"/>
                  </a:lnTo>
                  <a:lnTo>
                    <a:pt x="87" y="214"/>
                  </a:lnTo>
                  <a:lnTo>
                    <a:pt x="87" y="204"/>
                  </a:lnTo>
                  <a:lnTo>
                    <a:pt x="76" y="204"/>
                  </a:lnTo>
                  <a:lnTo>
                    <a:pt x="62" y="204"/>
                  </a:lnTo>
                  <a:lnTo>
                    <a:pt x="62" y="193"/>
                  </a:lnTo>
                  <a:lnTo>
                    <a:pt x="50" y="193"/>
                  </a:lnTo>
                  <a:lnTo>
                    <a:pt x="50" y="184"/>
                  </a:lnTo>
                  <a:lnTo>
                    <a:pt x="50" y="173"/>
                  </a:lnTo>
                  <a:lnTo>
                    <a:pt x="62" y="173"/>
                  </a:lnTo>
                  <a:lnTo>
                    <a:pt x="62" y="163"/>
                  </a:lnTo>
                  <a:lnTo>
                    <a:pt x="50" y="163"/>
                  </a:lnTo>
                  <a:lnTo>
                    <a:pt x="62" y="163"/>
                  </a:lnTo>
                  <a:lnTo>
                    <a:pt x="62" y="153"/>
                  </a:lnTo>
                  <a:lnTo>
                    <a:pt x="50" y="153"/>
                  </a:lnTo>
                  <a:lnTo>
                    <a:pt x="50" y="143"/>
                  </a:lnTo>
                  <a:lnTo>
                    <a:pt x="50" y="132"/>
                  </a:lnTo>
                  <a:lnTo>
                    <a:pt x="50" y="123"/>
                  </a:lnTo>
                  <a:lnTo>
                    <a:pt x="38" y="123"/>
                  </a:lnTo>
                  <a:lnTo>
                    <a:pt x="38" y="112"/>
                  </a:lnTo>
                  <a:lnTo>
                    <a:pt x="38" y="102"/>
                  </a:lnTo>
                  <a:lnTo>
                    <a:pt x="25" y="102"/>
                  </a:lnTo>
                  <a:lnTo>
                    <a:pt x="25" y="91"/>
                  </a:lnTo>
                  <a:lnTo>
                    <a:pt x="13" y="91"/>
                  </a:lnTo>
                  <a:lnTo>
                    <a:pt x="13" y="82"/>
                  </a:lnTo>
                  <a:lnTo>
                    <a:pt x="0" y="72"/>
                  </a:lnTo>
                  <a:lnTo>
                    <a:pt x="0" y="61"/>
                  </a:lnTo>
                  <a:lnTo>
                    <a:pt x="0" y="51"/>
                  </a:lnTo>
                  <a:lnTo>
                    <a:pt x="13" y="51"/>
                  </a:lnTo>
                  <a:lnTo>
                    <a:pt x="13" y="61"/>
                  </a:lnTo>
                  <a:lnTo>
                    <a:pt x="13" y="51"/>
                  </a:lnTo>
                  <a:lnTo>
                    <a:pt x="13" y="61"/>
                  </a:lnTo>
                  <a:lnTo>
                    <a:pt x="25" y="61"/>
                  </a:lnTo>
                  <a:lnTo>
                    <a:pt x="25" y="51"/>
                  </a:lnTo>
                  <a:lnTo>
                    <a:pt x="25" y="40"/>
                  </a:lnTo>
                  <a:lnTo>
                    <a:pt x="13" y="40"/>
                  </a:lnTo>
                  <a:lnTo>
                    <a:pt x="13" y="31"/>
                  </a:lnTo>
                  <a:lnTo>
                    <a:pt x="25" y="31"/>
                  </a:lnTo>
                  <a:lnTo>
                    <a:pt x="25" y="20"/>
                  </a:lnTo>
                  <a:lnTo>
                    <a:pt x="25" y="11"/>
                  </a:lnTo>
                  <a:lnTo>
                    <a:pt x="38" y="11"/>
                  </a:lnTo>
                  <a:lnTo>
                    <a:pt x="50" y="11"/>
                  </a:lnTo>
                  <a:lnTo>
                    <a:pt x="62" y="11"/>
                  </a:lnTo>
                  <a:lnTo>
                    <a:pt x="62" y="20"/>
                  </a:lnTo>
                  <a:lnTo>
                    <a:pt x="50" y="20"/>
                  </a:lnTo>
                  <a:lnTo>
                    <a:pt x="50" y="31"/>
                  </a:lnTo>
                  <a:lnTo>
                    <a:pt x="50" y="20"/>
                  </a:lnTo>
                  <a:lnTo>
                    <a:pt x="50" y="31"/>
                  </a:lnTo>
                  <a:lnTo>
                    <a:pt x="38" y="31"/>
                  </a:lnTo>
                  <a:lnTo>
                    <a:pt x="38" y="40"/>
                  </a:lnTo>
                  <a:lnTo>
                    <a:pt x="25" y="40"/>
                  </a:lnTo>
                  <a:lnTo>
                    <a:pt x="25" y="51"/>
                  </a:lnTo>
                  <a:lnTo>
                    <a:pt x="38" y="51"/>
                  </a:lnTo>
                  <a:lnTo>
                    <a:pt x="50" y="51"/>
                  </a:lnTo>
                  <a:lnTo>
                    <a:pt x="50" y="61"/>
                  </a:lnTo>
                  <a:lnTo>
                    <a:pt x="62" y="61"/>
                  </a:lnTo>
                  <a:lnTo>
                    <a:pt x="62" y="72"/>
                  </a:lnTo>
                  <a:lnTo>
                    <a:pt x="62" y="82"/>
                  </a:lnTo>
                  <a:lnTo>
                    <a:pt x="62" y="91"/>
                  </a:lnTo>
                  <a:lnTo>
                    <a:pt x="76" y="91"/>
                  </a:lnTo>
                  <a:lnTo>
                    <a:pt x="76" y="82"/>
                  </a:lnTo>
                  <a:lnTo>
                    <a:pt x="87" y="82"/>
                  </a:lnTo>
                  <a:lnTo>
                    <a:pt x="87" y="91"/>
                  </a:lnTo>
                  <a:lnTo>
                    <a:pt x="87" y="82"/>
                  </a:lnTo>
                  <a:lnTo>
                    <a:pt x="101" y="82"/>
                  </a:lnTo>
                  <a:lnTo>
                    <a:pt x="112" y="82"/>
                  </a:lnTo>
                  <a:lnTo>
                    <a:pt x="101" y="82"/>
                  </a:lnTo>
                  <a:lnTo>
                    <a:pt x="101" y="72"/>
                  </a:lnTo>
                  <a:lnTo>
                    <a:pt x="112" y="72"/>
                  </a:lnTo>
                  <a:lnTo>
                    <a:pt x="112" y="61"/>
                  </a:lnTo>
                  <a:lnTo>
                    <a:pt x="126" y="61"/>
                  </a:lnTo>
                  <a:lnTo>
                    <a:pt x="126" y="51"/>
                  </a:lnTo>
                  <a:lnTo>
                    <a:pt x="139" y="51"/>
                  </a:lnTo>
                  <a:lnTo>
                    <a:pt x="151" y="51"/>
                  </a:lnTo>
                  <a:lnTo>
                    <a:pt x="151" y="40"/>
                  </a:lnTo>
                  <a:lnTo>
                    <a:pt x="163" y="40"/>
                  </a:lnTo>
                  <a:lnTo>
                    <a:pt x="151" y="40"/>
                  </a:lnTo>
                  <a:lnTo>
                    <a:pt x="151" y="31"/>
                  </a:lnTo>
                  <a:lnTo>
                    <a:pt x="163" y="31"/>
                  </a:lnTo>
                  <a:lnTo>
                    <a:pt x="163" y="20"/>
                  </a:lnTo>
                  <a:lnTo>
                    <a:pt x="175" y="20"/>
                  </a:lnTo>
                  <a:lnTo>
                    <a:pt x="175" y="11"/>
                  </a:lnTo>
                  <a:lnTo>
                    <a:pt x="175" y="20"/>
                  </a:lnTo>
                  <a:lnTo>
                    <a:pt x="175" y="11"/>
                  </a:lnTo>
                  <a:lnTo>
                    <a:pt x="188" y="11"/>
                  </a:lnTo>
                  <a:lnTo>
                    <a:pt x="188" y="0"/>
                  </a:lnTo>
                  <a:lnTo>
                    <a:pt x="201" y="0"/>
                  </a:lnTo>
                  <a:lnTo>
                    <a:pt x="213" y="0"/>
                  </a:lnTo>
                  <a:lnTo>
                    <a:pt x="226" y="0"/>
                  </a:lnTo>
                  <a:lnTo>
                    <a:pt x="226" y="11"/>
                  </a:lnTo>
                  <a:lnTo>
                    <a:pt x="226" y="20"/>
                  </a:lnTo>
                  <a:lnTo>
                    <a:pt x="240" y="20"/>
                  </a:lnTo>
                  <a:lnTo>
                    <a:pt x="240" y="31"/>
                  </a:lnTo>
                  <a:lnTo>
                    <a:pt x="251" y="31"/>
                  </a:lnTo>
                  <a:lnTo>
                    <a:pt x="251" y="40"/>
                  </a:lnTo>
                  <a:lnTo>
                    <a:pt x="264" y="40"/>
                  </a:lnTo>
                  <a:lnTo>
                    <a:pt x="264" y="51"/>
                  </a:lnTo>
                  <a:lnTo>
                    <a:pt x="264" y="61"/>
                  </a:lnTo>
                  <a:lnTo>
                    <a:pt x="276" y="61"/>
                  </a:lnTo>
                  <a:lnTo>
                    <a:pt x="276" y="72"/>
                  </a:lnTo>
                  <a:lnTo>
                    <a:pt x="276" y="82"/>
                  </a:lnTo>
                  <a:lnTo>
                    <a:pt x="276" y="91"/>
                  </a:lnTo>
                  <a:lnTo>
                    <a:pt x="289" y="91"/>
                  </a:lnTo>
                  <a:lnTo>
                    <a:pt x="276" y="91"/>
                  </a:lnTo>
                  <a:lnTo>
                    <a:pt x="276" y="102"/>
                  </a:lnTo>
                  <a:lnTo>
                    <a:pt x="289" y="102"/>
                  </a:lnTo>
                  <a:lnTo>
                    <a:pt x="289" y="112"/>
                  </a:lnTo>
                  <a:lnTo>
                    <a:pt x="289" y="123"/>
                  </a:lnTo>
                  <a:lnTo>
                    <a:pt x="302" y="123"/>
                  </a:lnTo>
                  <a:lnTo>
                    <a:pt x="289" y="123"/>
                  </a:lnTo>
                  <a:lnTo>
                    <a:pt x="302" y="123"/>
                  </a:lnTo>
                  <a:lnTo>
                    <a:pt x="302" y="132"/>
                  </a:lnTo>
                  <a:lnTo>
                    <a:pt x="289" y="132"/>
                  </a:lnTo>
                  <a:lnTo>
                    <a:pt x="289" y="143"/>
                  </a:lnTo>
                  <a:lnTo>
                    <a:pt x="289" y="132"/>
                  </a:lnTo>
                  <a:lnTo>
                    <a:pt x="302" y="132"/>
                  </a:lnTo>
                  <a:lnTo>
                    <a:pt x="302" y="143"/>
                  </a:lnTo>
                  <a:lnTo>
                    <a:pt x="314" y="143"/>
                  </a:lnTo>
                  <a:lnTo>
                    <a:pt x="314" y="153"/>
                  </a:lnTo>
                  <a:lnTo>
                    <a:pt x="302" y="153"/>
                  </a:lnTo>
                  <a:lnTo>
                    <a:pt x="314" y="153"/>
                  </a:lnTo>
                  <a:lnTo>
                    <a:pt x="314" y="163"/>
                  </a:lnTo>
                  <a:lnTo>
                    <a:pt x="314" y="173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14" y="184"/>
                  </a:lnTo>
                  <a:lnTo>
                    <a:pt x="314" y="193"/>
                  </a:lnTo>
                  <a:lnTo>
                    <a:pt x="327" y="193"/>
                  </a:lnTo>
                  <a:lnTo>
                    <a:pt x="314" y="193"/>
                  </a:lnTo>
                  <a:lnTo>
                    <a:pt x="327" y="193"/>
                  </a:lnTo>
                  <a:lnTo>
                    <a:pt x="327" y="204"/>
                  </a:lnTo>
                  <a:lnTo>
                    <a:pt x="339" y="204"/>
                  </a:lnTo>
                  <a:lnTo>
                    <a:pt x="339" y="214"/>
                  </a:lnTo>
                  <a:lnTo>
                    <a:pt x="327" y="214"/>
                  </a:lnTo>
                  <a:lnTo>
                    <a:pt x="339" y="214"/>
                  </a:lnTo>
                  <a:lnTo>
                    <a:pt x="339" y="224"/>
                  </a:lnTo>
                  <a:lnTo>
                    <a:pt x="339" y="233"/>
                  </a:lnTo>
                  <a:lnTo>
                    <a:pt x="352" y="233"/>
                  </a:lnTo>
                  <a:lnTo>
                    <a:pt x="352" y="244"/>
                  </a:lnTo>
                  <a:lnTo>
                    <a:pt x="365" y="244"/>
                  </a:lnTo>
                  <a:lnTo>
                    <a:pt x="377" y="244"/>
                  </a:lnTo>
                  <a:lnTo>
                    <a:pt x="377" y="233"/>
                  </a:lnTo>
                  <a:lnTo>
                    <a:pt x="377" y="244"/>
                  </a:lnTo>
                  <a:lnTo>
                    <a:pt x="389" y="244"/>
                  </a:lnTo>
                  <a:lnTo>
                    <a:pt x="377" y="254"/>
                  </a:lnTo>
                  <a:lnTo>
                    <a:pt x="389" y="254"/>
                  </a:lnTo>
                  <a:lnTo>
                    <a:pt x="377" y="254"/>
                  </a:lnTo>
                  <a:lnTo>
                    <a:pt x="377" y="265"/>
                  </a:lnTo>
                  <a:lnTo>
                    <a:pt x="377" y="274"/>
                  </a:lnTo>
                  <a:lnTo>
                    <a:pt x="389" y="274"/>
                  </a:lnTo>
                  <a:lnTo>
                    <a:pt x="389" y="284"/>
                  </a:lnTo>
                  <a:lnTo>
                    <a:pt x="389" y="274"/>
                  </a:lnTo>
                  <a:lnTo>
                    <a:pt x="389" y="284"/>
                  </a:lnTo>
                  <a:lnTo>
                    <a:pt x="401" y="284"/>
                  </a:lnTo>
                  <a:lnTo>
                    <a:pt x="401" y="295"/>
                  </a:lnTo>
                  <a:lnTo>
                    <a:pt x="414" y="295"/>
                  </a:lnTo>
                  <a:lnTo>
                    <a:pt x="414" y="305"/>
                  </a:lnTo>
                  <a:lnTo>
                    <a:pt x="414" y="316"/>
                  </a:lnTo>
                  <a:lnTo>
                    <a:pt x="428" y="316"/>
                  </a:lnTo>
                  <a:lnTo>
                    <a:pt x="439" y="316"/>
                  </a:lnTo>
                  <a:lnTo>
                    <a:pt x="453" y="316"/>
                  </a:lnTo>
                  <a:lnTo>
                    <a:pt x="453" y="326"/>
                  </a:lnTo>
                  <a:lnTo>
                    <a:pt x="453" y="316"/>
                  </a:lnTo>
                  <a:lnTo>
                    <a:pt x="453" y="326"/>
                  </a:lnTo>
                  <a:lnTo>
                    <a:pt x="466" y="326"/>
                  </a:lnTo>
                  <a:lnTo>
                    <a:pt x="478" y="326"/>
                  </a:lnTo>
                  <a:lnTo>
                    <a:pt x="478" y="337"/>
                  </a:lnTo>
                  <a:lnTo>
                    <a:pt x="478" y="326"/>
                  </a:lnTo>
                  <a:lnTo>
                    <a:pt x="490" y="326"/>
                  </a:lnTo>
                  <a:lnTo>
                    <a:pt x="502" y="326"/>
                  </a:lnTo>
                  <a:lnTo>
                    <a:pt x="502" y="337"/>
                  </a:lnTo>
                  <a:lnTo>
                    <a:pt x="502" y="346"/>
                  </a:lnTo>
                  <a:lnTo>
                    <a:pt x="515" y="346"/>
                  </a:lnTo>
                  <a:lnTo>
                    <a:pt x="502" y="346"/>
                  </a:lnTo>
                  <a:lnTo>
                    <a:pt x="515" y="346"/>
                  </a:lnTo>
                  <a:lnTo>
                    <a:pt x="502" y="346"/>
                  </a:lnTo>
                  <a:lnTo>
                    <a:pt x="502" y="356"/>
                  </a:lnTo>
                  <a:lnTo>
                    <a:pt x="502" y="366"/>
                  </a:lnTo>
                  <a:lnTo>
                    <a:pt x="515" y="366"/>
                  </a:lnTo>
                  <a:lnTo>
                    <a:pt x="515" y="377"/>
                  </a:lnTo>
                  <a:lnTo>
                    <a:pt x="515" y="386"/>
                  </a:lnTo>
                  <a:lnTo>
                    <a:pt x="528" y="386"/>
                  </a:lnTo>
                  <a:lnTo>
                    <a:pt x="528" y="397"/>
                  </a:lnTo>
                  <a:lnTo>
                    <a:pt x="528" y="407"/>
                  </a:lnTo>
                  <a:lnTo>
                    <a:pt x="528" y="417"/>
                  </a:lnTo>
                  <a:lnTo>
                    <a:pt x="528" y="426"/>
                  </a:lnTo>
                  <a:lnTo>
                    <a:pt x="528" y="437"/>
                  </a:lnTo>
                  <a:lnTo>
                    <a:pt x="528" y="447"/>
                  </a:lnTo>
                  <a:lnTo>
                    <a:pt x="528" y="458"/>
                  </a:lnTo>
                  <a:lnTo>
                    <a:pt x="540" y="467"/>
                  </a:lnTo>
                  <a:lnTo>
                    <a:pt x="528" y="479"/>
                  </a:lnTo>
                  <a:lnTo>
                    <a:pt x="515" y="479"/>
                  </a:lnTo>
                  <a:lnTo>
                    <a:pt x="515" y="488"/>
                  </a:lnTo>
                  <a:lnTo>
                    <a:pt x="515" y="498"/>
                  </a:lnTo>
                  <a:lnTo>
                    <a:pt x="515" y="508"/>
                  </a:lnTo>
                  <a:lnTo>
                    <a:pt x="502" y="508"/>
                  </a:lnTo>
                  <a:lnTo>
                    <a:pt x="502" y="519"/>
                  </a:lnTo>
                  <a:lnTo>
                    <a:pt x="490" y="519"/>
                  </a:lnTo>
                  <a:lnTo>
                    <a:pt x="490" y="508"/>
                  </a:lnTo>
                  <a:lnTo>
                    <a:pt x="478" y="508"/>
                  </a:lnTo>
                  <a:lnTo>
                    <a:pt x="478" y="519"/>
                  </a:lnTo>
                  <a:lnTo>
                    <a:pt x="466" y="519"/>
                  </a:lnTo>
                  <a:lnTo>
                    <a:pt x="466" y="508"/>
                  </a:lnTo>
                  <a:lnTo>
                    <a:pt x="466" y="519"/>
                  </a:lnTo>
                  <a:lnTo>
                    <a:pt x="466" y="508"/>
                  </a:lnTo>
                  <a:lnTo>
                    <a:pt x="453" y="508"/>
                  </a:lnTo>
                  <a:lnTo>
                    <a:pt x="439" y="508"/>
                  </a:lnTo>
                  <a:lnTo>
                    <a:pt x="439" y="519"/>
                  </a:lnTo>
                  <a:lnTo>
                    <a:pt x="428" y="519"/>
                  </a:lnTo>
                  <a:lnTo>
                    <a:pt x="428" y="530"/>
                  </a:lnTo>
                  <a:lnTo>
                    <a:pt x="414" y="530"/>
                  </a:lnTo>
                  <a:lnTo>
                    <a:pt x="414" y="539"/>
                  </a:lnTo>
                  <a:lnTo>
                    <a:pt x="401" y="539"/>
                  </a:lnTo>
                  <a:lnTo>
                    <a:pt x="389" y="539"/>
                  </a:lnTo>
                  <a:lnTo>
                    <a:pt x="389" y="549"/>
                  </a:lnTo>
                  <a:lnTo>
                    <a:pt x="389" y="559"/>
                  </a:lnTo>
                  <a:lnTo>
                    <a:pt x="377" y="559"/>
                  </a:lnTo>
                  <a:lnTo>
                    <a:pt x="377" y="570"/>
                  </a:lnTo>
                  <a:lnTo>
                    <a:pt x="365" y="570"/>
                  </a:lnTo>
                  <a:lnTo>
                    <a:pt x="365" y="559"/>
                  </a:lnTo>
                  <a:lnTo>
                    <a:pt x="352" y="549"/>
                  </a:lnTo>
                  <a:lnTo>
                    <a:pt x="352" y="539"/>
                  </a:lnTo>
                  <a:lnTo>
                    <a:pt x="339" y="539"/>
                  </a:lnTo>
                  <a:lnTo>
                    <a:pt x="339" y="530"/>
                  </a:lnTo>
                  <a:lnTo>
                    <a:pt x="327" y="530"/>
                  </a:lnTo>
                  <a:lnTo>
                    <a:pt x="327" y="519"/>
                  </a:lnTo>
                  <a:lnTo>
                    <a:pt x="314" y="519"/>
                  </a:lnTo>
                  <a:lnTo>
                    <a:pt x="314" y="508"/>
                  </a:lnTo>
                  <a:lnTo>
                    <a:pt x="314" y="498"/>
                  </a:lnTo>
                  <a:lnTo>
                    <a:pt x="314" y="488"/>
                  </a:lnTo>
                  <a:lnTo>
                    <a:pt x="314" y="479"/>
                  </a:lnTo>
                  <a:lnTo>
                    <a:pt x="302" y="479"/>
                  </a:lnTo>
                  <a:lnTo>
                    <a:pt x="302" y="467"/>
                  </a:lnTo>
                  <a:lnTo>
                    <a:pt x="289" y="467"/>
                  </a:lnTo>
                  <a:lnTo>
                    <a:pt x="289" y="458"/>
                  </a:lnTo>
                  <a:lnTo>
                    <a:pt x="276" y="458"/>
                  </a:lnTo>
                  <a:lnTo>
                    <a:pt x="289" y="458"/>
                  </a:lnTo>
                  <a:lnTo>
                    <a:pt x="276" y="458"/>
                  </a:lnTo>
                  <a:lnTo>
                    <a:pt x="289" y="458"/>
                  </a:lnTo>
                  <a:lnTo>
                    <a:pt x="276" y="458"/>
                  </a:lnTo>
                  <a:lnTo>
                    <a:pt x="276" y="447"/>
                  </a:lnTo>
                  <a:lnTo>
                    <a:pt x="276" y="437"/>
                  </a:lnTo>
                  <a:lnTo>
                    <a:pt x="264" y="437"/>
                  </a:lnTo>
                  <a:lnTo>
                    <a:pt x="264" y="426"/>
                  </a:lnTo>
                  <a:lnTo>
                    <a:pt x="251" y="417"/>
                  </a:lnTo>
                  <a:lnTo>
                    <a:pt x="240" y="417"/>
                  </a:lnTo>
                  <a:lnTo>
                    <a:pt x="251" y="417"/>
                  </a:lnTo>
                  <a:lnTo>
                    <a:pt x="240" y="417"/>
                  </a:lnTo>
                  <a:lnTo>
                    <a:pt x="251" y="417"/>
                  </a:lnTo>
                  <a:lnTo>
                    <a:pt x="251" y="407"/>
                  </a:lnTo>
                  <a:lnTo>
                    <a:pt x="240" y="407"/>
                  </a:lnTo>
                  <a:lnTo>
                    <a:pt x="251" y="407"/>
                  </a:lnTo>
                  <a:lnTo>
                    <a:pt x="251" y="397"/>
                  </a:lnTo>
                  <a:lnTo>
                    <a:pt x="251" y="386"/>
                  </a:lnTo>
                  <a:lnTo>
                    <a:pt x="240" y="386"/>
                  </a:lnTo>
                  <a:lnTo>
                    <a:pt x="240" y="377"/>
                  </a:lnTo>
                  <a:lnTo>
                    <a:pt x="226" y="377"/>
                  </a:lnTo>
                  <a:lnTo>
                    <a:pt x="213" y="366"/>
                  </a:lnTo>
                  <a:lnTo>
                    <a:pt x="201" y="366"/>
                  </a:lnTo>
                  <a:lnTo>
                    <a:pt x="188" y="366"/>
                  </a:lnTo>
                  <a:lnTo>
                    <a:pt x="188" y="35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2"/>
            <p:cNvSpPr/>
            <p:nvPr/>
          </p:nvSpPr>
          <p:spPr>
            <a:xfrm>
              <a:off x="3698604" y="875418"/>
              <a:ext cx="2108805" cy="2336136"/>
            </a:xfrm>
            <a:custGeom>
              <a:avLst/>
              <a:gdLst/>
              <a:ahLst/>
              <a:cxnLst/>
              <a:rect l="l" t="t" r="r" b="b"/>
              <a:pathLst>
                <a:path w="1823" h="1606" extrusionOk="0">
                  <a:moveTo>
                    <a:pt x="1686" y="656"/>
                  </a:moveTo>
                  <a:lnTo>
                    <a:pt x="1672" y="656"/>
                  </a:lnTo>
                  <a:lnTo>
                    <a:pt x="1672" y="666"/>
                  </a:lnTo>
                  <a:lnTo>
                    <a:pt x="1660" y="677"/>
                  </a:lnTo>
                  <a:lnTo>
                    <a:pt x="1660" y="687"/>
                  </a:lnTo>
                  <a:lnTo>
                    <a:pt x="1648" y="697"/>
                  </a:lnTo>
                  <a:lnTo>
                    <a:pt x="1660" y="697"/>
                  </a:lnTo>
                  <a:lnTo>
                    <a:pt x="1660" y="708"/>
                  </a:lnTo>
                  <a:lnTo>
                    <a:pt x="1672" y="708"/>
                  </a:lnTo>
                  <a:lnTo>
                    <a:pt x="1686" y="708"/>
                  </a:lnTo>
                  <a:lnTo>
                    <a:pt x="1697" y="708"/>
                  </a:lnTo>
                  <a:lnTo>
                    <a:pt x="1711" y="708"/>
                  </a:lnTo>
                  <a:lnTo>
                    <a:pt x="1722" y="708"/>
                  </a:lnTo>
                  <a:lnTo>
                    <a:pt x="1722" y="697"/>
                  </a:lnTo>
                  <a:lnTo>
                    <a:pt x="1736" y="697"/>
                  </a:lnTo>
                  <a:lnTo>
                    <a:pt x="1749" y="697"/>
                  </a:lnTo>
                  <a:lnTo>
                    <a:pt x="1749" y="708"/>
                  </a:lnTo>
                  <a:lnTo>
                    <a:pt x="1761" y="708"/>
                  </a:lnTo>
                  <a:lnTo>
                    <a:pt x="1761" y="717"/>
                  </a:lnTo>
                  <a:lnTo>
                    <a:pt x="1773" y="717"/>
                  </a:lnTo>
                  <a:lnTo>
                    <a:pt x="1773" y="728"/>
                  </a:lnTo>
                  <a:lnTo>
                    <a:pt x="1773" y="738"/>
                  </a:lnTo>
                  <a:lnTo>
                    <a:pt x="1773" y="748"/>
                  </a:lnTo>
                  <a:lnTo>
                    <a:pt x="1787" y="748"/>
                  </a:lnTo>
                  <a:lnTo>
                    <a:pt x="1798" y="748"/>
                  </a:lnTo>
                  <a:lnTo>
                    <a:pt x="1798" y="757"/>
                  </a:lnTo>
                  <a:lnTo>
                    <a:pt x="1811" y="757"/>
                  </a:lnTo>
                  <a:lnTo>
                    <a:pt x="1811" y="768"/>
                  </a:lnTo>
                  <a:lnTo>
                    <a:pt x="1811" y="778"/>
                  </a:lnTo>
                  <a:lnTo>
                    <a:pt x="1823" y="778"/>
                  </a:lnTo>
                  <a:lnTo>
                    <a:pt x="1823" y="788"/>
                  </a:lnTo>
                  <a:lnTo>
                    <a:pt x="1823" y="797"/>
                  </a:lnTo>
                  <a:lnTo>
                    <a:pt x="1823" y="809"/>
                  </a:lnTo>
                  <a:lnTo>
                    <a:pt x="1811" y="809"/>
                  </a:lnTo>
                  <a:lnTo>
                    <a:pt x="1811" y="797"/>
                  </a:lnTo>
                  <a:lnTo>
                    <a:pt x="1798" y="797"/>
                  </a:lnTo>
                  <a:lnTo>
                    <a:pt x="1798" y="788"/>
                  </a:lnTo>
                  <a:lnTo>
                    <a:pt x="1811" y="788"/>
                  </a:lnTo>
                  <a:lnTo>
                    <a:pt x="1798" y="788"/>
                  </a:lnTo>
                  <a:lnTo>
                    <a:pt x="1787" y="788"/>
                  </a:lnTo>
                  <a:lnTo>
                    <a:pt x="1787" y="778"/>
                  </a:lnTo>
                  <a:lnTo>
                    <a:pt x="1787" y="788"/>
                  </a:lnTo>
                  <a:lnTo>
                    <a:pt x="1773" y="788"/>
                  </a:lnTo>
                  <a:lnTo>
                    <a:pt x="1773" y="797"/>
                  </a:lnTo>
                  <a:lnTo>
                    <a:pt x="1787" y="797"/>
                  </a:lnTo>
                  <a:lnTo>
                    <a:pt x="1773" y="797"/>
                  </a:lnTo>
                  <a:lnTo>
                    <a:pt x="1761" y="797"/>
                  </a:lnTo>
                  <a:lnTo>
                    <a:pt x="1761" y="788"/>
                  </a:lnTo>
                  <a:lnTo>
                    <a:pt x="1761" y="797"/>
                  </a:lnTo>
                  <a:lnTo>
                    <a:pt x="1761" y="788"/>
                  </a:lnTo>
                  <a:lnTo>
                    <a:pt x="1749" y="788"/>
                  </a:lnTo>
                  <a:lnTo>
                    <a:pt x="1761" y="788"/>
                  </a:lnTo>
                  <a:lnTo>
                    <a:pt x="1749" y="788"/>
                  </a:lnTo>
                  <a:lnTo>
                    <a:pt x="1749" y="778"/>
                  </a:lnTo>
                  <a:lnTo>
                    <a:pt x="1749" y="768"/>
                  </a:lnTo>
                  <a:lnTo>
                    <a:pt x="1749" y="757"/>
                  </a:lnTo>
                  <a:lnTo>
                    <a:pt x="1736" y="757"/>
                  </a:lnTo>
                  <a:lnTo>
                    <a:pt x="1736" y="768"/>
                  </a:lnTo>
                  <a:lnTo>
                    <a:pt x="1736" y="757"/>
                  </a:lnTo>
                  <a:lnTo>
                    <a:pt x="1722" y="757"/>
                  </a:lnTo>
                  <a:lnTo>
                    <a:pt x="1711" y="757"/>
                  </a:lnTo>
                  <a:lnTo>
                    <a:pt x="1711" y="768"/>
                  </a:lnTo>
                  <a:lnTo>
                    <a:pt x="1697" y="768"/>
                  </a:lnTo>
                  <a:lnTo>
                    <a:pt x="1697" y="757"/>
                  </a:lnTo>
                  <a:lnTo>
                    <a:pt x="1686" y="757"/>
                  </a:lnTo>
                  <a:lnTo>
                    <a:pt x="1686" y="768"/>
                  </a:lnTo>
                  <a:lnTo>
                    <a:pt x="1686" y="778"/>
                  </a:lnTo>
                  <a:lnTo>
                    <a:pt x="1686" y="768"/>
                  </a:lnTo>
                  <a:lnTo>
                    <a:pt x="1672" y="768"/>
                  </a:lnTo>
                  <a:lnTo>
                    <a:pt x="1672" y="757"/>
                  </a:lnTo>
                  <a:lnTo>
                    <a:pt x="1660" y="757"/>
                  </a:lnTo>
                  <a:lnTo>
                    <a:pt x="1660" y="768"/>
                  </a:lnTo>
                  <a:lnTo>
                    <a:pt x="1660" y="757"/>
                  </a:lnTo>
                  <a:lnTo>
                    <a:pt x="1660" y="768"/>
                  </a:lnTo>
                  <a:lnTo>
                    <a:pt x="1660" y="778"/>
                  </a:lnTo>
                  <a:lnTo>
                    <a:pt x="1660" y="768"/>
                  </a:lnTo>
                  <a:lnTo>
                    <a:pt x="1648" y="768"/>
                  </a:lnTo>
                  <a:lnTo>
                    <a:pt x="1635" y="768"/>
                  </a:lnTo>
                  <a:lnTo>
                    <a:pt x="1623" y="768"/>
                  </a:lnTo>
                  <a:lnTo>
                    <a:pt x="1623" y="778"/>
                  </a:lnTo>
                  <a:lnTo>
                    <a:pt x="1610" y="778"/>
                  </a:lnTo>
                  <a:lnTo>
                    <a:pt x="1610" y="788"/>
                  </a:lnTo>
                  <a:lnTo>
                    <a:pt x="1623" y="788"/>
                  </a:lnTo>
                  <a:lnTo>
                    <a:pt x="1610" y="788"/>
                  </a:lnTo>
                  <a:lnTo>
                    <a:pt x="1610" y="797"/>
                  </a:lnTo>
                  <a:lnTo>
                    <a:pt x="1596" y="797"/>
                  </a:lnTo>
                  <a:lnTo>
                    <a:pt x="1596" y="809"/>
                  </a:lnTo>
                  <a:lnTo>
                    <a:pt x="1585" y="809"/>
                  </a:lnTo>
                  <a:lnTo>
                    <a:pt x="1585" y="797"/>
                  </a:lnTo>
                  <a:lnTo>
                    <a:pt x="1585" y="809"/>
                  </a:lnTo>
                  <a:lnTo>
                    <a:pt x="1571" y="809"/>
                  </a:lnTo>
                  <a:lnTo>
                    <a:pt x="1571" y="797"/>
                  </a:lnTo>
                  <a:lnTo>
                    <a:pt x="1571" y="809"/>
                  </a:lnTo>
                  <a:lnTo>
                    <a:pt x="1560" y="809"/>
                  </a:lnTo>
                  <a:lnTo>
                    <a:pt x="1547" y="809"/>
                  </a:lnTo>
                  <a:lnTo>
                    <a:pt x="1534" y="809"/>
                  </a:lnTo>
                  <a:lnTo>
                    <a:pt x="1523" y="809"/>
                  </a:lnTo>
                  <a:lnTo>
                    <a:pt x="1523" y="818"/>
                  </a:lnTo>
                  <a:lnTo>
                    <a:pt x="1509" y="818"/>
                  </a:lnTo>
                  <a:lnTo>
                    <a:pt x="1509" y="809"/>
                  </a:lnTo>
                  <a:lnTo>
                    <a:pt x="1509" y="818"/>
                  </a:lnTo>
                  <a:lnTo>
                    <a:pt x="1509" y="809"/>
                  </a:lnTo>
                  <a:lnTo>
                    <a:pt x="1498" y="809"/>
                  </a:lnTo>
                  <a:lnTo>
                    <a:pt x="1498" y="818"/>
                  </a:lnTo>
                  <a:lnTo>
                    <a:pt x="1498" y="809"/>
                  </a:lnTo>
                  <a:lnTo>
                    <a:pt x="1498" y="818"/>
                  </a:lnTo>
                  <a:lnTo>
                    <a:pt x="1484" y="818"/>
                  </a:lnTo>
                  <a:lnTo>
                    <a:pt x="1471" y="818"/>
                  </a:lnTo>
                  <a:lnTo>
                    <a:pt x="1459" y="818"/>
                  </a:lnTo>
                  <a:lnTo>
                    <a:pt x="1471" y="818"/>
                  </a:lnTo>
                  <a:lnTo>
                    <a:pt x="1471" y="828"/>
                  </a:lnTo>
                  <a:lnTo>
                    <a:pt x="1471" y="818"/>
                  </a:lnTo>
                  <a:lnTo>
                    <a:pt x="1459" y="818"/>
                  </a:lnTo>
                  <a:lnTo>
                    <a:pt x="1459" y="828"/>
                  </a:lnTo>
                  <a:lnTo>
                    <a:pt x="1459" y="818"/>
                  </a:lnTo>
                  <a:lnTo>
                    <a:pt x="1459" y="828"/>
                  </a:lnTo>
                  <a:lnTo>
                    <a:pt x="1446" y="828"/>
                  </a:lnTo>
                  <a:lnTo>
                    <a:pt x="1433" y="828"/>
                  </a:lnTo>
                  <a:lnTo>
                    <a:pt x="1446" y="828"/>
                  </a:lnTo>
                  <a:lnTo>
                    <a:pt x="1446" y="818"/>
                  </a:lnTo>
                  <a:lnTo>
                    <a:pt x="1433" y="818"/>
                  </a:lnTo>
                  <a:lnTo>
                    <a:pt x="1433" y="828"/>
                  </a:lnTo>
                  <a:lnTo>
                    <a:pt x="1433" y="818"/>
                  </a:lnTo>
                  <a:lnTo>
                    <a:pt x="1433" y="828"/>
                  </a:lnTo>
                  <a:lnTo>
                    <a:pt x="1422" y="828"/>
                  </a:lnTo>
                  <a:lnTo>
                    <a:pt x="1408" y="828"/>
                  </a:lnTo>
                  <a:lnTo>
                    <a:pt x="1408" y="818"/>
                  </a:lnTo>
                  <a:lnTo>
                    <a:pt x="1408" y="828"/>
                  </a:lnTo>
                  <a:lnTo>
                    <a:pt x="1397" y="828"/>
                  </a:lnTo>
                  <a:lnTo>
                    <a:pt x="1397" y="818"/>
                  </a:lnTo>
                  <a:lnTo>
                    <a:pt x="1397" y="828"/>
                  </a:lnTo>
                  <a:lnTo>
                    <a:pt x="1383" y="828"/>
                  </a:lnTo>
                  <a:lnTo>
                    <a:pt x="1397" y="828"/>
                  </a:lnTo>
                  <a:lnTo>
                    <a:pt x="1383" y="828"/>
                  </a:lnTo>
                  <a:lnTo>
                    <a:pt x="1370" y="828"/>
                  </a:lnTo>
                  <a:lnTo>
                    <a:pt x="1383" y="828"/>
                  </a:lnTo>
                  <a:lnTo>
                    <a:pt x="1383" y="838"/>
                  </a:lnTo>
                  <a:lnTo>
                    <a:pt x="1370" y="838"/>
                  </a:lnTo>
                  <a:lnTo>
                    <a:pt x="1370" y="828"/>
                  </a:lnTo>
                  <a:lnTo>
                    <a:pt x="1370" y="838"/>
                  </a:lnTo>
                  <a:lnTo>
                    <a:pt x="1358" y="838"/>
                  </a:lnTo>
                  <a:lnTo>
                    <a:pt x="1358" y="849"/>
                  </a:lnTo>
                  <a:lnTo>
                    <a:pt x="1345" y="849"/>
                  </a:lnTo>
                  <a:lnTo>
                    <a:pt x="1358" y="849"/>
                  </a:lnTo>
                  <a:lnTo>
                    <a:pt x="1345" y="849"/>
                  </a:lnTo>
                  <a:lnTo>
                    <a:pt x="1345" y="858"/>
                  </a:lnTo>
                  <a:lnTo>
                    <a:pt x="1333" y="858"/>
                  </a:lnTo>
                  <a:lnTo>
                    <a:pt x="1333" y="868"/>
                  </a:lnTo>
                  <a:lnTo>
                    <a:pt x="1321" y="868"/>
                  </a:lnTo>
                  <a:lnTo>
                    <a:pt x="1307" y="868"/>
                  </a:lnTo>
                  <a:lnTo>
                    <a:pt x="1307" y="878"/>
                  </a:lnTo>
                  <a:lnTo>
                    <a:pt x="1307" y="868"/>
                  </a:lnTo>
                  <a:lnTo>
                    <a:pt x="1307" y="878"/>
                  </a:lnTo>
                  <a:lnTo>
                    <a:pt x="1307" y="868"/>
                  </a:lnTo>
                  <a:lnTo>
                    <a:pt x="1296" y="868"/>
                  </a:lnTo>
                  <a:lnTo>
                    <a:pt x="1296" y="878"/>
                  </a:lnTo>
                  <a:lnTo>
                    <a:pt x="1283" y="878"/>
                  </a:lnTo>
                  <a:lnTo>
                    <a:pt x="1271" y="878"/>
                  </a:lnTo>
                  <a:lnTo>
                    <a:pt x="1271" y="889"/>
                  </a:lnTo>
                  <a:lnTo>
                    <a:pt x="1271" y="878"/>
                  </a:lnTo>
                  <a:lnTo>
                    <a:pt x="1258" y="878"/>
                  </a:lnTo>
                  <a:lnTo>
                    <a:pt x="1271" y="878"/>
                  </a:lnTo>
                  <a:lnTo>
                    <a:pt x="1271" y="889"/>
                  </a:lnTo>
                  <a:lnTo>
                    <a:pt x="1258" y="889"/>
                  </a:lnTo>
                  <a:lnTo>
                    <a:pt x="1271" y="889"/>
                  </a:lnTo>
                  <a:lnTo>
                    <a:pt x="1258" y="889"/>
                  </a:lnTo>
                  <a:lnTo>
                    <a:pt x="1258" y="900"/>
                  </a:lnTo>
                  <a:lnTo>
                    <a:pt x="1244" y="900"/>
                  </a:lnTo>
                  <a:lnTo>
                    <a:pt x="1244" y="909"/>
                  </a:lnTo>
                  <a:lnTo>
                    <a:pt x="1233" y="909"/>
                  </a:lnTo>
                  <a:lnTo>
                    <a:pt x="1220" y="909"/>
                  </a:lnTo>
                  <a:lnTo>
                    <a:pt x="1220" y="920"/>
                  </a:lnTo>
                  <a:lnTo>
                    <a:pt x="1207" y="920"/>
                  </a:lnTo>
                  <a:lnTo>
                    <a:pt x="1207" y="929"/>
                  </a:lnTo>
                  <a:lnTo>
                    <a:pt x="1195" y="929"/>
                  </a:lnTo>
                  <a:lnTo>
                    <a:pt x="1207" y="929"/>
                  </a:lnTo>
                  <a:lnTo>
                    <a:pt x="1195" y="929"/>
                  </a:lnTo>
                  <a:lnTo>
                    <a:pt x="1182" y="929"/>
                  </a:lnTo>
                  <a:lnTo>
                    <a:pt x="1182" y="940"/>
                  </a:lnTo>
                  <a:lnTo>
                    <a:pt x="1170" y="929"/>
                  </a:lnTo>
                  <a:lnTo>
                    <a:pt x="1170" y="940"/>
                  </a:lnTo>
                  <a:lnTo>
                    <a:pt x="1157" y="940"/>
                  </a:lnTo>
                  <a:lnTo>
                    <a:pt x="1157" y="950"/>
                  </a:lnTo>
                  <a:lnTo>
                    <a:pt x="1157" y="940"/>
                  </a:lnTo>
                  <a:lnTo>
                    <a:pt x="1157" y="950"/>
                  </a:lnTo>
                  <a:lnTo>
                    <a:pt x="1157" y="940"/>
                  </a:lnTo>
                  <a:lnTo>
                    <a:pt x="1143" y="940"/>
                  </a:lnTo>
                  <a:lnTo>
                    <a:pt x="1143" y="950"/>
                  </a:lnTo>
                  <a:lnTo>
                    <a:pt x="1143" y="960"/>
                  </a:lnTo>
                  <a:lnTo>
                    <a:pt x="1143" y="969"/>
                  </a:lnTo>
                  <a:lnTo>
                    <a:pt x="1143" y="980"/>
                  </a:lnTo>
                  <a:lnTo>
                    <a:pt x="1143" y="990"/>
                  </a:lnTo>
                  <a:lnTo>
                    <a:pt x="1132" y="990"/>
                  </a:lnTo>
                  <a:lnTo>
                    <a:pt x="1132" y="1000"/>
                  </a:lnTo>
                  <a:lnTo>
                    <a:pt x="1132" y="1009"/>
                  </a:lnTo>
                  <a:lnTo>
                    <a:pt x="1132" y="1021"/>
                  </a:lnTo>
                  <a:lnTo>
                    <a:pt x="1132" y="1030"/>
                  </a:lnTo>
                  <a:lnTo>
                    <a:pt x="1119" y="1030"/>
                  </a:lnTo>
                  <a:lnTo>
                    <a:pt x="1119" y="1041"/>
                  </a:lnTo>
                  <a:lnTo>
                    <a:pt x="1132" y="1041"/>
                  </a:lnTo>
                  <a:lnTo>
                    <a:pt x="1119" y="1041"/>
                  </a:lnTo>
                  <a:lnTo>
                    <a:pt x="1132" y="1041"/>
                  </a:lnTo>
                  <a:lnTo>
                    <a:pt x="1119" y="1041"/>
                  </a:lnTo>
                  <a:lnTo>
                    <a:pt x="1119" y="1050"/>
                  </a:lnTo>
                  <a:lnTo>
                    <a:pt x="1108" y="1050"/>
                  </a:lnTo>
                  <a:lnTo>
                    <a:pt x="1119" y="1050"/>
                  </a:lnTo>
                  <a:lnTo>
                    <a:pt x="1108" y="1061"/>
                  </a:lnTo>
                  <a:lnTo>
                    <a:pt x="1108" y="1070"/>
                  </a:lnTo>
                  <a:lnTo>
                    <a:pt x="1108" y="1061"/>
                  </a:lnTo>
                  <a:lnTo>
                    <a:pt x="1108" y="1070"/>
                  </a:lnTo>
                  <a:lnTo>
                    <a:pt x="1094" y="1070"/>
                  </a:lnTo>
                  <a:lnTo>
                    <a:pt x="1094" y="1081"/>
                  </a:lnTo>
                  <a:lnTo>
                    <a:pt x="1081" y="1081"/>
                  </a:lnTo>
                  <a:lnTo>
                    <a:pt x="1094" y="1081"/>
                  </a:lnTo>
                  <a:lnTo>
                    <a:pt x="1081" y="1081"/>
                  </a:lnTo>
                  <a:lnTo>
                    <a:pt x="1081" y="1091"/>
                  </a:lnTo>
                  <a:lnTo>
                    <a:pt x="1069" y="1091"/>
                  </a:lnTo>
                  <a:lnTo>
                    <a:pt x="1081" y="1091"/>
                  </a:lnTo>
                  <a:lnTo>
                    <a:pt x="1069" y="1091"/>
                  </a:lnTo>
                  <a:lnTo>
                    <a:pt x="1069" y="1101"/>
                  </a:lnTo>
                  <a:lnTo>
                    <a:pt x="1081" y="1101"/>
                  </a:lnTo>
                  <a:lnTo>
                    <a:pt x="1069" y="1101"/>
                  </a:lnTo>
                  <a:lnTo>
                    <a:pt x="1081" y="1101"/>
                  </a:lnTo>
                  <a:lnTo>
                    <a:pt x="1069" y="1101"/>
                  </a:lnTo>
                  <a:lnTo>
                    <a:pt x="1081" y="1101"/>
                  </a:lnTo>
                  <a:lnTo>
                    <a:pt x="1069" y="1101"/>
                  </a:lnTo>
                  <a:lnTo>
                    <a:pt x="1069" y="1112"/>
                  </a:lnTo>
                  <a:lnTo>
                    <a:pt x="1056" y="1112"/>
                  </a:lnTo>
                  <a:lnTo>
                    <a:pt x="1069" y="1112"/>
                  </a:lnTo>
                  <a:lnTo>
                    <a:pt x="1069" y="1121"/>
                  </a:lnTo>
                  <a:lnTo>
                    <a:pt x="1056" y="1121"/>
                  </a:lnTo>
                  <a:lnTo>
                    <a:pt x="1069" y="1121"/>
                  </a:lnTo>
                  <a:lnTo>
                    <a:pt x="1056" y="1121"/>
                  </a:lnTo>
                  <a:lnTo>
                    <a:pt x="1069" y="1121"/>
                  </a:lnTo>
                  <a:lnTo>
                    <a:pt x="1056" y="1121"/>
                  </a:lnTo>
                  <a:lnTo>
                    <a:pt x="1056" y="1132"/>
                  </a:lnTo>
                  <a:lnTo>
                    <a:pt x="1069" y="1132"/>
                  </a:lnTo>
                  <a:lnTo>
                    <a:pt x="1069" y="1141"/>
                  </a:lnTo>
                  <a:lnTo>
                    <a:pt x="1069" y="1152"/>
                  </a:lnTo>
                  <a:lnTo>
                    <a:pt x="1081" y="1152"/>
                  </a:lnTo>
                  <a:lnTo>
                    <a:pt x="1081" y="1162"/>
                  </a:lnTo>
                  <a:lnTo>
                    <a:pt x="1081" y="1173"/>
                  </a:lnTo>
                  <a:lnTo>
                    <a:pt x="1094" y="1173"/>
                  </a:lnTo>
                  <a:lnTo>
                    <a:pt x="1094" y="1182"/>
                  </a:lnTo>
                  <a:lnTo>
                    <a:pt x="1094" y="1192"/>
                  </a:lnTo>
                  <a:lnTo>
                    <a:pt x="1081" y="1192"/>
                  </a:lnTo>
                  <a:lnTo>
                    <a:pt x="1081" y="1202"/>
                  </a:lnTo>
                  <a:lnTo>
                    <a:pt x="1069" y="1202"/>
                  </a:lnTo>
                  <a:lnTo>
                    <a:pt x="1081" y="1202"/>
                  </a:lnTo>
                  <a:lnTo>
                    <a:pt x="1069" y="1202"/>
                  </a:lnTo>
                  <a:lnTo>
                    <a:pt x="1069" y="1213"/>
                  </a:lnTo>
                  <a:lnTo>
                    <a:pt x="1069" y="1202"/>
                  </a:lnTo>
                  <a:lnTo>
                    <a:pt x="1069" y="1213"/>
                  </a:lnTo>
                  <a:lnTo>
                    <a:pt x="1056" y="1213"/>
                  </a:lnTo>
                  <a:lnTo>
                    <a:pt x="1044" y="1213"/>
                  </a:lnTo>
                  <a:lnTo>
                    <a:pt x="1031" y="1213"/>
                  </a:lnTo>
                  <a:lnTo>
                    <a:pt x="1031" y="1222"/>
                  </a:lnTo>
                  <a:lnTo>
                    <a:pt x="1031" y="1213"/>
                  </a:lnTo>
                  <a:lnTo>
                    <a:pt x="1031" y="1222"/>
                  </a:lnTo>
                  <a:lnTo>
                    <a:pt x="1019" y="1222"/>
                  </a:lnTo>
                  <a:lnTo>
                    <a:pt x="1007" y="1222"/>
                  </a:lnTo>
                  <a:lnTo>
                    <a:pt x="1007" y="1233"/>
                  </a:lnTo>
                  <a:lnTo>
                    <a:pt x="1007" y="1222"/>
                  </a:lnTo>
                  <a:lnTo>
                    <a:pt x="1007" y="1233"/>
                  </a:lnTo>
                  <a:lnTo>
                    <a:pt x="994" y="1233"/>
                  </a:lnTo>
                  <a:lnTo>
                    <a:pt x="982" y="1233"/>
                  </a:lnTo>
                  <a:lnTo>
                    <a:pt x="982" y="1242"/>
                  </a:lnTo>
                  <a:lnTo>
                    <a:pt x="969" y="1242"/>
                  </a:lnTo>
                  <a:lnTo>
                    <a:pt x="969" y="1253"/>
                  </a:lnTo>
                  <a:lnTo>
                    <a:pt x="955" y="1253"/>
                  </a:lnTo>
                  <a:lnTo>
                    <a:pt x="955" y="1262"/>
                  </a:lnTo>
                  <a:lnTo>
                    <a:pt x="944" y="1262"/>
                  </a:lnTo>
                  <a:lnTo>
                    <a:pt x="944" y="1273"/>
                  </a:lnTo>
                  <a:lnTo>
                    <a:pt x="955" y="1273"/>
                  </a:lnTo>
                  <a:lnTo>
                    <a:pt x="944" y="1273"/>
                  </a:lnTo>
                  <a:lnTo>
                    <a:pt x="944" y="1282"/>
                  </a:lnTo>
                  <a:lnTo>
                    <a:pt x="944" y="1293"/>
                  </a:lnTo>
                  <a:lnTo>
                    <a:pt x="944" y="1303"/>
                  </a:lnTo>
                  <a:lnTo>
                    <a:pt x="930" y="1303"/>
                  </a:lnTo>
                  <a:lnTo>
                    <a:pt x="918" y="1303"/>
                  </a:lnTo>
                  <a:lnTo>
                    <a:pt x="918" y="1314"/>
                  </a:lnTo>
                  <a:lnTo>
                    <a:pt x="906" y="1314"/>
                  </a:lnTo>
                  <a:lnTo>
                    <a:pt x="906" y="1323"/>
                  </a:lnTo>
                  <a:lnTo>
                    <a:pt x="918" y="1323"/>
                  </a:lnTo>
                  <a:lnTo>
                    <a:pt x="918" y="1333"/>
                  </a:lnTo>
                  <a:lnTo>
                    <a:pt x="930" y="1333"/>
                  </a:lnTo>
                  <a:lnTo>
                    <a:pt x="930" y="1345"/>
                  </a:lnTo>
                  <a:lnTo>
                    <a:pt x="944" y="1345"/>
                  </a:lnTo>
                  <a:lnTo>
                    <a:pt x="944" y="1354"/>
                  </a:lnTo>
                  <a:lnTo>
                    <a:pt x="930" y="1354"/>
                  </a:lnTo>
                  <a:lnTo>
                    <a:pt x="918" y="1354"/>
                  </a:lnTo>
                  <a:lnTo>
                    <a:pt x="906" y="1354"/>
                  </a:lnTo>
                  <a:lnTo>
                    <a:pt x="893" y="1354"/>
                  </a:lnTo>
                  <a:lnTo>
                    <a:pt x="893" y="1364"/>
                  </a:lnTo>
                  <a:lnTo>
                    <a:pt x="906" y="1364"/>
                  </a:lnTo>
                  <a:lnTo>
                    <a:pt x="906" y="1374"/>
                  </a:lnTo>
                  <a:lnTo>
                    <a:pt x="906" y="1385"/>
                  </a:lnTo>
                  <a:lnTo>
                    <a:pt x="893" y="1385"/>
                  </a:lnTo>
                  <a:lnTo>
                    <a:pt x="881" y="1385"/>
                  </a:lnTo>
                  <a:lnTo>
                    <a:pt x="868" y="1385"/>
                  </a:lnTo>
                  <a:lnTo>
                    <a:pt x="868" y="1374"/>
                  </a:lnTo>
                  <a:lnTo>
                    <a:pt x="854" y="1374"/>
                  </a:lnTo>
                  <a:lnTo>
                    <a:pt x="843" y="1374"/>
                  </a:lnTo>
                  <a:lnTo>
                    <a:pt x="829" y="1374"/>
                  </a:lnTo>
                  <a:lnTo>
                    <a:pt x="829" y="1364"/>
                  </a:lnTo>
                  <a:lnTo>
                    <a:pt x="818" y="1364"/>
                  </a:lnTo>
                  <a:lnTo>
                    <a:pt x="818" y="1354"/>
                  </a:lnTo>
                  <a:lnTo>
                    <a:pt x="805" y="1354"/>
                  </a:lnTo>
                  <a:lnTo>
                    <a:pt x="792" y="1354"/>
                  </a:lnTo>
                  <a:lnTo>
                    <a:pt x="792" y="1345"/>
                  </a:lnTo>
                  <a:lnTo>
                    <a:pt x="780" y="1345"/>
                  </a:lnTo>
                  <a:lnTo>
                    <a:pt x="767" y="1345"/>
                  </a:lnTo>
                  <a:lnTo>
                    <a:pt x="767" y="1354"/>
                  </a:lnTo>
                  <a:lnTo>
                    <a:pt x="756" y="1354"/>
                  </a:lnTo>
                  <a:lnTo>
                    <a:pt x="756" y="1364"/>
                  </a:lnTo>
                  <a:lnTo>
                    <a:pt x="742" y="1364"/>
                  </a:lnTo>
                  <a:lnTo>
                    <a:pt x="742" y="1374"/>
                  </a:lnTo>
                  <a:lnTo>
                    <a:pt x="742" y="1385"/>
                  </a:lnTo>
                  <a:lnTo>
                    <a:pt x="742" y="1394"/>
                  </a:lnTo>
                  <a:lnTo>
                    <a:pt x="742" y="1404"/>
                  </a:lnTo>
                  <a:lnTo>
                    <a:pt x="756" y="1404"/>
                  </a:lnTo>
                  <a:lnTo>
                    <a:pt x="756" y="1414"/>
                  </a:lnTo>
                  <a:lnTo>
                    <a:pt x="756" y="1425"/>
                  </a:lnTo>
                  <a:lnTo>
                    <a:pt x="767" y="1425"/>
                  </a:lnTo>
                  <a:lnTo>
                    <a:pt x="767" y="1434"/>
                  </a:lnTo>
                  <a:lnTo>
                    <a:pt x="756" y="1434"/>
                  </a:lnTo>
                  <a:lnTo>
                    <a:pt x="756" y="1445"/>
                  </a:lnTo>
                  <a:lnTo>
                    <a:pt x="742" y="1445"/>
                  </a:lnTo>
                  <a:lnTo>
                    <a:pt x="742" y="1454"/>
                  </a:lnTo>
                  <a:lnTo>
                    <a:pt x="742" y="1465"/>
                  </a:lnTo>
                  <a:lnTo>
                    <a:pt x="729" y="1465"/>
                  </a:lnTo>
                  <a:lnTo>
                    <a:pt x="729" y="1474"/>
                  </a:lnTo>
                  <a:lnTo>
                    <a:pt x="717" y="1474"/>
                  </a:lnTo>
                  <a:lnTo>
                    <a:pt x="704" y="1474"/>
                  </a:lnTo>
                  <a:lnTo>
                    <a:pt x="691" y="1474"/>
                  </a:lnTo>
                  <a:lnTo>
                    <a:pt x="691" y="1486"/>
                  </a:lnTo>
                  <a:lnTo>
                    <a:pt x="680" y="1486"/>
                  </a:lnTo>
                  <a:lnTo>
                    <a:pt x="680" y="1474"/>
                  </a:lnTo>
                  <a:lnTo>
                    <a:pt x="666" y="1474"/>
                  </a:lnTo>
                  <a:lnTo>
                    <a:pt x="655" y="1474"/>
                  </a:lnTo>
                  <a:lnTo>
                    <a:pt x="641" y="1474"/>
                  </a:lnTo>
                  <a:lnTo>
                    <a:pt x="628" y="1474"/>
                  </a:lnTo>
                  <a:lnTo>
                    <a:pt x="616" y="1474"/>
                  </a:lnTo>
                  <a:lnTo>
                    <a:pt x="616" y="1486"/>
                  </a:lnTo>
                  <a:lnTo>
                    <a:pt x="603" y="1486"/>
                  </a:lnTo>
                  <a:lnTo>
                    <a:pt x="603" y="1495"/>
                  </a:lnTo>
                  <a:lnTo>
                    <a:pt x="603" y="1505"/>
                  </a:lnTo>
                  <a:lnTo>
                    <a:pt x="591" y="1505"/>
                  </a:lnTo>
                  <a:lnTo>
                    <a:pt x="591" y="1495"/>
                  </a:lnTo>
                  <a:lnTo>
                    <a:pt x="579" y="1495"/>
                  </a:lnTo>
                  <a:lnTo>
                    <a:pt x="579" y="1505"/>
                  </a:lnTo>
                  <a:lnTo>
                    <a:pt x="565" y="1505"/>
                  </a:lnTo>
                  <a:lnTo>
                    <a:pt x="554" y="1505"/>
                  </a:lnTo>
                  <a:lnTo>
                    <a:pt x="554" y="1515"/>
                  </a:lnTo>
                  <a:lnTo>
                    <a:pt x="540" y="1515"/>
                  </a:lnTo>
                  <a:lnTo>
                    <a:pt x="540" y="1526"/>
                  </a:lnTo>
                  <a:lnTo>
                    <a:pt x="540" y="1535"/>
                  </a:lnTo>
                  <a:lnTo>
                    <a:pt x="540" y="1545"/>
                  </a:lnTo>
                  <a:lnTo>
                    <a:pt x="554" y="1545"/>
                  </a:lnTo>
                  <a:lnTo>
                    <a:pt x="554" y="1557"/>
                  </a:lnTo>
                  <a:lnTo>
                    <a:pt x="540" y="1557"/>
                  </a:lnTo>
                  <a:lnTo>
                    <a:pt x="529" y="1557"/>
                  </a:lnTo>
                  <a:lnTo>
                    <a:pt x="529" y="1545"/>
                  </a:lnTo>
                  <a:lnTo>
                    <a:pt x="516" y="1545"/>
                  </a:lnTo>
                  <a:lnTo>
                    <a:pt x="516" y="1557"/>
                  </a:lnTo>
                  <a:lnTo>
                    <a:pt x="502" y="1557"/>
                  </a:lnTo>
                  <a:lnTo>
                    <a:pt x="491" y="1557"/>
                  </a:lnTo>
                  <a:lnTo>
                    <a:pt x="491" y="1566"/>
                  </a:lnTo>
                  <a:lnTo>
                    <a:pt x="478" y="1566"/>
                  </a:lnTo>
                  <a:lnTo>
                    <a:pt x="478" y="1576"/>
                  </a:lnTo>
                  <a:lnTo>
                    <a:pt x="478" y="1586"/>
                  </a:lnTo>
                  <a:lnTo>
                    <a:pt x="466" y="1586"/>
                  </a:lnTo>
                  <a:lnTo>
                    <a:pt x="466" y="1597"/>
                  </a:lnTo>
                  <a:lnTo>
                    <a:pt x="453" y="1597"/>
                  </a:lnTo>
                  <a:lnTo>
                    <a:pt x="453" y="1606"/>
                  </a:lnTo>
                  <a:lnTo>
                    <a:pt x="440" y="1606"/>
                  </a:lnTo>
                  <a:lnTo>
                    <a:pt x="428" y="1606"/>
                  </a:lnTo>
                  <a:lnTo>
                    <a:pt x="428" y="1597"/>
                  </a:lnTo>
                  <a:lnTo>
                    <a:pt x="428" y="1586"/>
                  </a:lnTo>
                  <a:lnTo>
                    <a:pt x="428" y="1576"/>
                  </a:lnTo>
                  <a:lnTo>
                    <a:pt x="428" y="1566"/>
                  </a:lnTo>
                  <a:lnTo>
                    <a:pt x="440" y="1566"/>
                  </a:lnTo>
                  <a:lnTo>
                    <a:pt x="428" y="1566"/>
                  </a:lnTo>
                  <a:lnTo>
                    <a:pt x="428" y="1557"/>
                  </a:lnTo>
                  <a:lnTo>
                    <a:pt x="440" y="1557"/>
                  </a:lnTo>
                  <a:lnTo>
                    <a:pt x="440" y="1545"/>
                  </a:lnTo>
                  <a:lnTo>
                    <a:pt x="428" y="1545"/>
                  </a:lnTo>
                  <a:lnTo>
                    <a:pt x="428" y="1535"/>
                  </a:lnTo>
                  <a:lnTo>
                    <a:pt x="428" y="1526"/>
                  </a:lnTo>
                  <a:lnTo>
                    <a:pt x="440" y="1526"/>
                  </a:lnTo>
                  <a:lnTo>
                    <a:pt x="440" y="1515"/>
                  </a:lnTo>
                  <a:lnTo>
                    <a:pt x="440" y="1505"/>
                  </a:lnTo>
                  <a:lnTo>
                    <a:pt x="440" y="1495"/>
                  </a:lnTo>
                  <a:lnTo>
                    <a:pt x="440" y="1486"/>
                  </a:lnTo>
                  <a:lnTo>
                    <a:pt x="453" y="1486"/>
                  </a:lnTo>
                  <a:lnTo>
                    <a:pt x="466" y="1486"/>
                  </a:lnTo>
                  <a:lnTo>
                    <a:pt x="466" y="1474"/>
                  </a:lnTo>
                  <a:lnTo>
                    <a:pt x="466" y="1465"/>
                  </a:lnTo>
                  <a:lnTo>
                    <a:pt x="453" y="1465"/>
                  </a:lnTo>
                  <a:lnTo>
                    <a:pt x="440" y="1465"/>
                  </a:lnTo>
                  <a:lnTo>
                    <a:pt x="428" y="1465"/>
                  </a:lnTo>
                  <a:lnTo>
                    <a:pt x="428" y="1454"/>
                  </a:lnTo>
                  <a:lnTo>
                    <a:pt x="428" y="1445"/>
                  </a:lnTo>
                  <a:lnTo>
                    <a:pt x="415" y="1445"/>
                  </a:lnTo>
                  <a:lnTo>
                    <a:pt x="415" y="1434"/>
                  </a:lnTo>
                  <a:lnTo>
                    <a:pt x="401" y="1434"/>
                  </a:lnTo>
                  <a:lnTo>
                    <a:pt x="401" y="1425"/>
                  </a:lnTo>
                  <a:lnTo>
                    <a:pt x="401" y="1414"/>
                  </a:lnTo>
                  <a:lnTo>
                    <a:pt x="401" y="1404"/>
                  </a:lnTo>
                  <a:lnTo>
                    <a:pt x="401" y="1394"/>
                  </a:lnTo>
                  <a:lnTo>
                    <a:pt x="390" y="1394"/>
                  </a:lnTo>
                  <a:lnTo>
                    <a:pt x="390" y="1385"/>
                  </a:lnTo>
                  <a:lnTo>
                    <a:pt x="377" y="1374"/>
                  </a:lnTo>
                  <a:lnTo>
                    <a:pt x="377" y="1364"/>
                  </a:lnTo>
                  <a:lnTo>
                    <a:pt x="377" y="1354"/>
                  </a:lnTo>
                  <a:lnTo>
                    <a:pt x="377" y="1345"/>
                  </a:lnTo>
                  <a:lnTo>
                    <a:pt x="390" y="1345"/>
                  </a:lnTo>
                  <a:lnTo>
                    <a:pt x="390" y="1333"/>
                  </a:lnTo>
                  <a:lnTo>
                    <a:pt x="390" y="1323"/>
                  </a:lnTo>
                  <a:lnTo>
                    <a:pt x="401" y="1323"/>
                  </a:lnTo>
                  <a:lnTo>
                    <a:pt x="415" y="1323"/>
                  </a:lnTo>
                  <a:lnTo>
                    <a:pt x="415" y="1314"/>
                  </a:lnTo>
                  <a:lnTo>
                    <a:pt x="428" y="1314"/>
                  </a:lnTo>
                  <a:lnTo>
                    <a:pt x="415" y="1314"/>
                  </a:lnTo>
                  <a:lnTo>
                    <a:pt x="415" y="1303"/>
                  </a:lnTo>
                  <a:lnTo>
                    <a:pt x="415" y="1293"/>
                  </a:lnTo>
                  <a:lnTo>
                    <a:pt x="428" y="1293"/>
                  </a:lnTo>
                  <a:lnTo>
                    <a:pt x="415" y="1293"/>
                  </a:lnTo>
                  <a:lnTo>
                    <a:pt x="428" y="1293"/>
                  </a:lnTo>
                  <a:lnTo>
                    <a:pt x="428" y="1282"/>
                  </a:lnTo>
                  <a:lnTo>
                    <a:pt x="415" y="1282"/>
                  </a:lnTo>
                  <a:lnTo>
                    <a:pt x="428" y="1282"/>
                  </a:lnTo>
                  <a:lnTo>
                    <a:pt x="415" y="1282"/>
                  </a:lnTo>
                  <a:lnTo>
                    <a:pt x="415" y="1273"/>
                  </a:lnTo>
                  <a:lnTo>
                    <a:pt x="415" y="1262"/>
                  </a:lnTo>
                  <a:lnTo>
                    <a:pt x="415" y="1253"/>
                  </a:lnTo>
                  <a:lnTo>
                    <a:pt x="401" y="1253"/>
                  </a:lnTo>
                  <a:lnTo>
                    <a:pt x="415" y="1253"/>
                  </a:lnTo>
                  <a:lnTo>
                    <a:pt x="428" y="1253"/>
                  </a:lnTo>
                  <a:lnTo>
                    <a:pt x="428" y="1242"/>
                  </a:lnTo>
                  <a:lnTo>
                    <a:pt x="428" y="1233"/>
                  </a:lnTo>
                  <a:lnTo>
                    <a:pt x="440" y="1233"/>
                  </a:lnTo>
                  <a:lnTo>
                    <a:pt x="440" y="1242"/>
                  </a:lnTo>
                  <a:lnTo>
                    <a:pt x="453" y="1242"/>
                  </a:lnTo>
                  <a:lnTo>
                    <a:pt x="453" y="1233"/>
                  </a:lnTo>
                  <a:lnTo>
                    <a:pt x="453" y="1242"/>
                  </a:lnTo>
                  <a:lnTo>
                    <a:pt x="466" y="1233"/>
                  </a:lnTo>
                  <a:lnTo>
                    <a:pt x="453" y="1233"/>
                  </a:lnTo>
                  <a:lnTo>
                    <a:pt x="466" y="1233"/>
                  </a:lnTo>
                  <a:lnTo>
                    <a:pt x="466" y="1222"/>
                  </a:lnTo>
                  <a:lnTo>
                    <a:pt x="478" y="1222"/>
                  </a:lnTo>
                  <a:lnTo>
                    <a:pt x="478" y="1233"/>
                  </a:lnTo>
                  <a:lnTo>
                    <a:pt x="478" y="1242"/>
                  </a:lnTo>
                  <a:lnTo>
                    <a:pt x="491" y="1242"/>
                  </a:lnTo>
                  <a:lnTo>
                    <a:pt x="502" y="1242"/>
                  </a:lnTo>
                  <a:lnTo>
                    <a:pt x="502" y="1253"/>
                  </a:lnTo>
                  <a:lnTo>
                    <a:pt x="502" y="1262"/>
                  </a:lnTo>
                  <a:lnTo>
                    <a:pt x="516" y="1262"/>
                  </a:lnTo>
                  <a:lnTo>
                    <a:pt x="516" y="1253"/>
                  </a:lnTo>
                  <a:lnTo>
                    <a:pt x="529" y="1253"/>
                  </a:lnTo>
                  <a:lnTo>
                    <a:pt x="540" y="1253"/>
                  </a:lnTo>
                  <a:lnTo>
                    <a:pt x="540" y="1242"/>
                  </a:lnTo>
                  <a:lnTo>
                    <a:pt x="529" y="1242"/>
                  </a:lnTo>
                  <a:lnTo>
                    <a:pt x="529" y="1233"/>
                  </a:lnTo>
                  <a:lnTo>
                    <a:pt x="529" y="1222"/>
                  </a:lnTo>
                  <a:lnTo>
                    <a:pt x="529" y="1213"/>
                  </a:lnTo>
                  <a:lnTo>
                    <a:pt x="529" y="1202"/>
                  </a:lnTo>
                  <a:lnTo>
                    <a:pt x="540" y="1202"/>
                  </a:lnTo>
                  <a:lnTo>
                    <a:pt x="540" y="1192"/>
                  </a:lnTo>
                  <a:lnTo>
                    <a:pt x="529" y="1192"/>
                  </a:lnTo>
                  <a:lnTo>
                    <a:pt x="529" y="1182"/>
                  </a:lnTo>
                  <a:lnTo>
                    <a:pt x="529" y="1173"/>
                  </a:lnTo>
                  <a:lnTo>
                    <a:pt x="529" y="1162"/>
                  </a:lnTo>
                  <a:lnTo>
                    <a:pt x="540" y="1162"/>
                  </a:lnTo>
                  <a:lnTo>
                    <a:pt x="540" y="1152"/>
                  </a:lnTo>
                  <a:lnTo>
                    <a:pt x="540" y="1141"/>
                  </a:lnTo>
                  <a:lnTo>
                    <a:pt x="529" y="1141"/>
                  </a:lnTo>
                  <a:lnTo>
                    <a:pt x="516" y="1141"/>
                  </a:lnTo>
                  <a:lnTo>
                    <a:pt x="516" y="1132"/>
                  </a:lnTo>
                  <a:lnTo>
                    <a:pt x="502" y="1132"/>
                  </a:lnTo>
                  <a:lnTo>
                    <a:pt x="491" y="1132"/>
                  </a:lnTo>
                  <a:lnTo>
                    <a:pt x="478" y="1132"/>
                  </a:lnTo>
                  <a:lnTo>
                    <a:pt x="478" y="1121"/>
                  </a:lnTo>
                  <a:lnTo>
                    <a:pt x="478" y="1132"/>
                  </a:lnTo>
                  <a:lnTo>
                    <a:pt x="478" y="1121"/>
                  </a:lnTo>
                  <a:lnTo>
                    <a:pt x="466" y="1121"/>
                  </a:lnTo>
                  <a:lnTo>
                    <a:pt x="466" y="1132"/>
                  </a:lnTo>
                  <a:lnTo>
                    <a:pt x="453" y="1132"/>
                  </a:lnTo>
                  <a:lnTo>
                    <a:pt x="440" y="1132"/>
                  </a:lnTo>
                  <a:lnTo>
                    <a:pt x="440" y="1121"/>
                  </a:lnTo>
                  <a:lnTo>
                    <a:pt x="428" y="1121"/>
                  </a:lnTo>
                  <a:lnTo>
                    <a:pt x="415" y="1121"/>
                  </a:lnTo>
                  <a:lnTo>
                    <a:pt x="401" y="1121"/>
                  </a:lnTo>
                  <a:lnTo>
                    <a:pt x="401" y="1132"/>
                  </a:lnTo>
                  <a:lnTo>
                    <a:pt x="390" y="1132"/>
                  </a:lnTo>
                  <a:lnTo>
                    <a:pt x="377" y="1132"/>
                  </a:lnTo>
                  <a:lnTo>
                    <a:pt x="365" y="1132"/>
                  </a:lnTo>
                  <a:lnTo>
                    <a:pt x="352" y="1121"/>
                  </a:lnTo>
                  <a:lnTo>
                    <a:pt x="352" y="1112"/>
                  </a:lnTo>
                  <a:lnTo>
                    <a:pt x="339" y="1112"/>
                  </a:lnTo>
                  <a:lnTo>
                    <a:pt x="339" y="1101"/>
                  </a:lnTo>
                  <a:lnTo>
                    <a:pt x="339" y="1091"/>
                  </a:lnTo>
                  <a:lnTo>
                    <a:pt x="327" y="1091"/>
                  </a:lnTo>
                  <a:lnTo>
                    <a:pt x="327" y="1101"/>
                  </a:lnTo>
                  <a:lnTo>
                    <a:pt x="314" y="1101"/>
                  </a:lnTo>
                  <a:lnTo>
                    <a:pt x="302" y="1101"/>
                  </a:lnTo>
                  <a:lnTo>
                    <a:pt x="302" y="1112"/>
                  </a:lnTo>
                  <a:lnTo>
                    <a:pt x="289" y="1112"/>
                  </a:lnTo>
                  <a:lnTo>
                    <a:pt x="289" y="1101"/>
                  </a:lnTo>
                  <a:lnTo>
                    <a:pt x="276" y="1101"/>
                  </a:lnTo>
                  <a:lnTo>
                    <a:pt x="276" y="1112"/>
                  </a:lnTo>
                  <a:lnTo>
                    <a:pt x="276" y="1101"/>
                  </a:lnTo>
                  <a:lnTo>
                    <a:pt x="264" y="1101"/>
                  </a:lnTo>
                  <a:lnTo>
                    <a:pt x="264" y="1112"/>
                  </a:lnTo>
                  <a:lnTo>
                    <a:pt x="264" y="1101"/>
                  </a:lnTo>
                  <a:lnTo>
                    <a:pt x="252" y="1101"/>
                  </a:lnTo>
                  <a:lnTo>
                    <a:pt x="252" y="1091"/>
                  </a:lnTo>
                  <a:lnTo>
                    <a:pt x="240" y="1091"/>
                  </a:lnTo>
                  <a:lnTo>
                    <a:pt x="240" y="1081"/>
                  </a:lnTo>
                  <a:lnTo>
                    <a:pt x="240" y="1070"/>
                  </a:lnTo>
                  <a:lnTo>
                    <a:pt x="240" y="1061"/>
                  </a:lnTo>
                  <a:lnTo>
                    <a:pt x="227" y="1061"/>
                  </a:lnTo>
                  <a:lnTo>
                    <a:pt x="213" y="1061"/>
                  </a:lnTo>
                  <a:lnTo>
                    <a:pt x="213" y="1050"/>
                  </a:lnTo>
                  <a:lnTo>
                    <a:pt x="202" y="1050"/>
                  </a:lnTo>
                  <a:lnTo>
                    <a:pt x="188" y="1050"/>
                  </a:lnTo>
                  <a:lnTo>
                    <a:pt x="188" y="1041"/>
                  </a:lnTo>
                  <a:lnTo>
                    <a:pt x="175" y="1041"/>
                  </a:lnTo>
                  <a:lnTo>
                    <a:pt x="163" y="1041"/>
                  </a:lnTo>
                  <a:lnTo>
                    <a:pt x="163" y="1030"/>
                  </a:lnTo>
                  <a:lnTo>
                    <a:pt x="151" y="1030"/>
                  </a:lnTo>
                  <a:lnTo>
                    <a:pt x="139" y="1030"/>
                  </a:lnTo>
                  <a:lnTo>
                    <a:pt x="139" y="1021"/>
                  </a:lnTo>
                  <a:lnTo>
                    <a:pt x="126" y="1021"/>
                  </a:lnTo>
                  <a:lnTo>
                    <a:pt x="126" y="1030"/>
                  </a:lnTo>
                  <a:lnTo>
                    <a:pt x="112" y="1030"/>
                  </a:lnTo>
                  <a:lnTo>
                    <a:pt x="101" y="1030"/>
                  </a:lnTo>
                  <a:lnTo>
                    <a:pt x="101" y="1021"/>
                  </a:lnTo>
                  <a:lnTo>
                    <a:pt x="101" y="1030"/>
                  </a:lnTo>
                  <a:lnTo>
                    <a:pt x="87" y="1030"/>
                  </a:lnTo>
                  <a:lnTo>
                    <a:pt x="87" y="1021"/>
                  </a:lnTo>
                  <a:lnTo>
                    <a:pt x="76" y="1021"/>
                  </a:lnTo>
                  <a:lnTo>
                    <a:pt x="76" y="1009"/>
                  </a:lnTo>
                  <a:lnTo>
                    <a:pt x="76" y="1000"/>
                  </a:lnTo>
                  <a:lnTo>
                    <a:pt x="62" y="1000"/>
                  </a:lnTo>
                  <a:lnTo>
                    <a:pt x="62" y="990"/>
                  </a:lnTo>
                  <a:lnTo>
                    <a:pt x="50" y="990"/>
                  </a:lnTo>
                  <a:lnTo>
                    <a:pt x="38" y="990"/>
                  </a:lnTo>
                  <a:lnTo>
                    <a:pt x="25" y="990"/>
                  </a:lnTo>
                  <a:lnTo>
                    <a:pt x="25" y="1000"/>
                  </a:lnTo>
                  <a:lnTo>
                    <a:pt x="25" y="990"/>
                  </a:lnTo>
                  <a:lnTo>
                    <a:pt x="38" y="980"/>
                  </a:lnTo>
                  <a:lnTo>
                    <a:pt x="38" y="969"/>
                  </a:lnTo>
                  <a:lnTo>
                    <a:pt x="25" y="960"/>
                  </a:lnTo>
                  <a:lnTo>
                    <a:pt x="25" y="950"/>
                  </a:lnTo>
                  <a:lnTo>
                    <a:pt x="25" y="940"/>
                  </a:lnTo>
                  <a:lnTo>
                    <a:pt x="25" y="929"/>
                  </a:lnTo>
                  <a:lnTo>
                    <a:pt x="25" y="920"/>
                  </a:lnTo>
                  <a:lnTo>
                    <a:pt x="25" y="909"/>
                  </a:lnTo>
                  <a:lnTo>
                    <a:pt x="13" y="909"/>
                  </a:lnTo>
                  <a:lnTo>
                    <a:pt x="13" y="900"/>
                  </a:lnTo>
                  <a:lnTo>
                    <a:pt x="0" y="900"/>
                  </a:lnTo>
                  <a:lnTo>
                    <a:pt x="0" y="889"/>
                  </a:lnTo>
                  <a:lnTo>
                    <a:pt x="0" y="878"/>
                  </a:lnTo>
                  <a:lnTo>
                    <a:pt x="13" y="878"/>
                  </a:lnTo>
                  <a:lnTo>
                    <a:pt x="13" y="868"/>
                  </a:lnTo>
                  <a:lnTo>
                    <a:pt x="13" y="858"/>
                  </a:lnTo>
                  <a:lnTo>
                    <a:pt x="25" y="858"/>
                  </a:lnTo>
                  <a:lnTo>
                    <a:pt x="38" y="858"/>
                  </a:lnTo>
                  <a:lnTo>
                    <a:pt x="38" y="849"/>
                  </a:lnTo>
                  <a:lnTo>
                    <a:pt x="38" y="838"/>
                  </a:lnTo>
                  <a:lnTo>
                    <a:pt x="38" y="828"/>
                  </a:lnTo>
                  <a:lnTo>
                    <a:pt x="50" y="828"/>
                  </a:lnTo>
                  <a:lnTo>
                    <a:pt x="50" y="818"/>
                  </a:lnTo>
                  <a:lnTo>
                    <a:pt x="62" y="818"/>
                  </a:lnTo>
                  <a:lnTo>
                    <a:pt x="62" y="809"/>
                  </a:lnTo>
                  <a:lnTo>
                    <a:pt x="62" y="797"/>
                  </a:lnTo>
                  <a:lnTo>
                    <a:pt x="62" y="788"/>
                  </a:lnTo>
                  <a:lnTo>
                    <a:pt x="50" y="788"/>
                  </a:lnTo>
                  <a:lnTo>
                    <a:pt x="50" y="778"/>
                  </a:lnTo>
                  <a:lnTo>
                    <a:pt x="50" y="768"/>
                  </a:lnTo>
                  <a:lnTo>
                    <a:pt x="62" y="768"/>
                  </a:lnTo>
                  <a:lnTo>
                    <a:pt x="62" y="757"/>
                  </a:lnTo>
                  <a:lnTo>
                    <a:pt x="62" y="748"/>
                  </a:lnTo>
                  <a:lnTo>
                    <a:pt x="62" y="738"/>
                  </a:lnTo>
                  <a:lnTo>
                    <a:pt x="62" y="728"/>
                  </a:lnTo>
                  <a:lnTo>
                    <a:pt x="62" y="717"/>
                  </a:lnTo>
                  <a:lnTo>
                    <a:pt x="62" y="708"/>
                  </a:lnTo>
                  <a:lnTo>
                    <a:pt x="50" y="708"/>
                  </a:lnTo>
                  <a:lnTo>
                    <a:pt x="50" y="697"/>
                  </a:lnTo>
                  <a:lnTo>
                    <a:pt x="38" y="697"/>
                  </a:lnTo>
                  <a:lnTo>
                    <a:pt x="38" y="687"/>
                  </a:lnTo>
                  <a:lnTo>
                    <a:pt x="50" y="687"/>
                  </a:lnTo>
                  <a:lnTo>
                    <a:pt x="50" y="677"/>
                  </a:lnTo>
                  <a:lnTo>
                    <a:pt x="50" y="666"/>
                  </a:lnTo>
                  <a:lnTo>
                    <a:pt x="38" y="666"/>
                  </a:lnTo>
                  <a:lnTo>
                    <a:pt x="38" y="656"/>
                  </a:lnTo>
                  <a:lnTo>
                    <a:pt x="38" y="646"/>
                  </a:lnTo>
                  <a:lnTo>
                    <a:pt x="25" y="646"/>
                  </a:lnTo>
                  <a:lnTo>
                    <a:pt x="25" y="637"/>
                  </a:lnTo>
                  <a:lnTo>
                    <a:pt x="13" y="637"/>
                  </a:lnTo>
                  <a:lnTo>
                    <a:pt x="13" y="626"/>
                  </a:lnTo>
                  <a:lnTo>
                    <a:pt x="13" y="616"/>
                  </a:lnTo>
                  <a:lnTo>
                    <a:pt x="13" y="606"/>
                  </a:lnTo>
                  <a:lnTo>
                    <a:pt x="13" y="597"/>
                  </a:lnTo>
                  <a:lnTo>
                    <a:pt x="13" y="586"/>
                  </a:lnTo>
                  <a:lnTo>
                    <a:pt x="13" y="576"/>
                  </a:lnTo>
                  <a:lnTo>
                    <a:pt x="13" y="565"/>
                  </a:lnTo>
                  <a:lnTo>
                    <a:pt x="0" y="565"/>
                  </a:lnTo>
                  <a:lnTo>
                    <a:pt x="13" y="565"/>
                  </a:lnTo>
                  <a:lnTo>
                    <a:pt x="0" y="565"/>
                  </a:lnTo>
                  <a:lnTo>
                    <a:pt x="0" y="556"/>
                  </a:lnTo>
                  <a:lnTo>
                    <a:pt x="0" y="545"/>
                  </a:lnTo>
                  <a:lnTo>
                    <a:pt x="151" y="505"/>
                  </a:lnTo>
                  <a:lnTo>
                    <a:pt x="276" y="465"/>
                  </a:lnTo>
                  <a:lnTo>
                    <a:pt x="302" y="454"/>
                  </a:lnTo>
                  <a:lnTo>
                    <a:pt x="314" y="444"/>
                  </a:lnTo>
                  <a:lnTo>
                    <a:pt x="327" y="444"/>
                  </a:lnTo>
                  <a:lnTo>
                    <a:pt x="352" y="424"/>
                  </a:lnTo>
                  <a:lnTo>
                    <a:pt x="352" y="414"/>
                  </a:lnTo>
                  <a:lnTo>
                    <a:pt x="365" y="414"/>
                  </a:lnTo>
                  <a:lnTo>
                    <a:pt x="377" y="404"/>
                  </a:lnTo>
                  <a:lnTo>
                    <a:pt x="390" y="404"/>
                  </a:lnTo>
                  <a:lnTo>
                    <a:pt x="401" y="384"/>
                  </a:lnTo>
                  <a:lnTo>
                    <a:pt x="415" y="384"/>
                  </a:lnTo>
                  <a:lnTo>
                    <a:pt x="428" y="374"/>
                  </a:lnTo>
                  <a:lnTo>
                    <a:pt x="440" y="364"/>
                  </a:lnTo>
                  <a:lnTo>
                    <a:pt x="440" y="353"/>
                  </a:lnTo>
                  <a:lnTo>
                    <a:pt x="453" y="344"/>
                  </a:lnTo>
                  <a:lnTo>
                    <a:pt x="466" y="333"/>
                  </a:lnTo>
                  <a:lnTo>
                    <a:pt x="466" y="324"/>
                  </a:lnTo>
                  <a:lnTo>
                    <a:pt x="478" y="324"/>
                  </a:lnTo>
                  <a:lnTo>
                    <a:pt x="478" y="313"/>
                  </a:lnTo>
                  <a:lnTo>
                    <a:pt x="491" y="313"/>
                  </a:lnTo>
                  <a:lnTo>
                    <a:pt x="491" y="303"/>
                  </a:lnTo>
                  <a:lnTo>
                    <a:pt x="502" y="303"/>
                  </a:lnTo>
                  <a:lnTo>
                    <a:pt x="502" y="292"/>
                  </a:lnTo>
                  <a:lnTo>
                    <a:pt x="516" y="283"/>
                  </a:lnTo>
                  <a:lnTo>
                    <a:pt x="516" y="273"/>
                  </a:lnTo>
                  <a:lnTo>
                    <a:pt x="516" y="283"/>
                  </a:lnTo>
                  <a:lnTo>
                    <a:pt x="529" y="283"/>
                  </a:lnTo>
                  <a:lnTo>
                    <a:pt x="529" y="273"/>
                  </a:lnTo>
                  <a:lnTo>
                    <a:pt x="529" y="283"/>
                  </a:lnTo>
                  <a:lnTo>
                    <a:pt x="529" y="273"/>
                  </a:lnTo>
                  <a:lnTo>
                    <a:pt x="554" y="181"/>
                  </a:lnTo>
                  <a:lnTo>
                    <a:pt x="565" y="172"/>
                  </a:lnTo>
                  <a:lnTo>
                    <a:pt x="565" y="162"/>
                  </a:lnTo>
                  <a:lnTo>
                    <a:pt x="579" y="172"/>
                  </a:lnTo>
                  <a:lnTo>
                    <a:pt x="591" y="172"/>
                  </a:lnTo>
                  <a:lnTo>
                    <a:pt x="603" y="172"/>
                  </a:lnTo>
                  <a:lnTo>
                    <a:pt x="603" y="162"/>
                  </a:lnTo>
                  <a:lnTo>
                    <a:pt x="603" y="152"/>
                  </a:lnTo>
                  <a:lnTo>
                    <a:pt x="591" y="152"/>
                  </a:lnTo>
                  <a:lnTo>
                    <a:pt x="591" y="141"/>
                  </a:lnTo>
                  <a:lnTo>
                    <a:pt x="603" y="141"/>
                  </a:lnTo>
                  <a:lnTo>
                    <a:pt x="591" y="141"/>
                  </a:lnTo>
                  <a:lnTo>
                    <a:pt x="591" y="132"/>
                  </a:lnTo>
                  <a:lnTo>
                    <a:pt x="591" y="121"/>
                  </a:lnTo>
                  <a:lnTo>
                    <a:pt x="591" y="111"/>
                  </a:lnTo>
                  <a:lnTo>
                    <a:pt x="603" y="111"/>
                  </a:lnTo>
                  <a:lnTo>
                    <a:pt x="603" y="101"/>
                  </a:lnTo>
                  <a:lnTo>
                    <a:pt x="603" y="91"/>
                  </a:lnTo>
                  <a:lnTo>
                    <a:pt x="591" y="91"/>
                  </a:lnTo>
                  <a:lnTo>
                    <a:pt x="603" y="91"/>
                  </a:lnTo>
                  <a:lnTo>
                    <a:pt x="591" y="91"/>
                  </a:lnTo>
                  <a:lnTo>
                    <a:pt x="603" y="91"/>
                  </a:lnTo>
                  <a:lnTo>
                    <a:pt x="591" y="91"/>
                  </a:lnTo>
                  <a:lnTo>
                    <a:pt x="591" y="80"/>
                  </a:lnTo>
                  <a:lnTo>
                    <a:pt x="591" y="91"/>
                  </a:lnTo>
                  <a:lnTo>
                    <a:pt x="591" y="80"/>
                  </a:lnTo>
                  <a:lnTo>
                    <a:pt x="579" y="80"/>
                  </a:lnTo>
                  <a:lnTo>
                    <a:pt x="579" y="71"/>
                  </a:lnTo>
                  <a:lnTo>
                    <a:pt x="565" y="71"/>
                  </a:lnTo>
                  <a:lnTo>
                    <a:pt x="565" y="61"/>
                  </a:lnTo>
                  <a:lnTo>
                    <a:pt x="554" y="61"/>
                  </a:lnTo>
                  <a:lnTo>
                    <a:pt x="554" y="51"/>
                  </a:lnTo>
                  <a:lnTo>
                    <a:pt x="540" y="51"/>
                  </a:lnTo>
                  <a:lnTo>
                    <a:pt x="540" y="40"/>
                  </a:lnTo>
                  <a:lnTo>
                    <a:pt x="529" y="40"/>
                  </a:lnTo>
                  <a:lnTo>
                    <a:pt x="529" y="31"/>
                  </a:lnTo>
                  <a:lnTo>
                    <a:pt x="516" y="31"/>
                  </a:lnTo>
                  <a:lnTo>
                    <a:pt x="516" y="21"/>
                  </a:lnTo>
                  <a:lnTo>
                    <a:pt x="516" y="9"/>
                  </a:lnTo>
                  <a:lnTo>
                    <a:pt x="529" y="9"/>
                  </a:lnTo>
                  <a:lnTo>
                    <a:pt x="540" y="9"/>
                  </a:lnTo>
                  <a:lnTo>
                    <a:pt x="540" y="21"/>
                  </a:lnTo>
                  <a:lnTo>
                    <a:pt x="554" y="21"/>
                  </a:lnTo>
                  <a:lnTo>
                    <a:pt x="565" y="21"/>
                  </a:lnTo>
                  <a:lnTo>
                    <a:pt x="579" y="21"/>
                  </a:lnTo>
                  <a:lnTo>
                    <a:pt x="591" y="21"/>
                  </a:lnTo>
                  <a:lnTo>
                    <a:pt x="591" y="9"/>
                  </a:lnTo>
                  <a:lnTo>
                    <a:pt x="603" y="9"/>
                  </a:lnTo>
                  <a:lnTo>
                    <a:pt x="603" y="0"/>
                  </a:lnTo>
                  <a:lnTo>
                    <a:pt x="616" y="0"/>
                  </a:lnTo>
                  <a:lnTo>
                    <a:pt x="628" y="0"/>
                  </a:lnTo>
                  <a:lnTo>
                    <a:pt x="641" y="9"/>
                  </a:lnTo>
                  <a:lnTo>
                    <a:pt x="655" y="9"/>
                  </a:lnTo>
                  <a:lnTo>
                    <a:pt x="655" y="21"/>
                  </a:lnTo>
                  <a:lnTo>
                    <a:pt x="666" y="21"/>
                  </a:lnTo>
                  <a:lnTo>
                    <a:pt x="666" y="31"/>
                  </a:lnTo>
                  <a:lnTo>
                    <a:pt x="680" y="31"/>
                  </a:lnTo>
                  <a:lnTo>
                    <a:pt x="691" y="31"/>
                  </a:lnTo>
                  <a:lnTo>
                    <a:pt x="691" y="21"/>
                  </a:lnTo>
                  <a:lnTo>
                    <a:pt x="704" y="21"/>
                  </a:lnTo>
                  <a:lnTo>
                    <a:pt x="704" y="31"/>
                  </a:lnTo>
                  <a:lnTo>
                    <a:pt x="717" y="31"/>
                  </a:lnTo>
                  <a:lnTo>
                    <a:pt x="717" y="40"/>
                  </a:lnTo>
                  <a:lnTo>
                    <a:pt x="717" y="51"/>
                  </a:lnTo>
                  <a:lnTo>
                    <a:pt x="729" y="51"/>
                  </a:lnTo>
                  <a:lnTo>
                    <a:pt x="729" y="61"/>
                  </a:lnTo>
                  <a:lnTo>
                    <a:pt x="742" y="61"/>
                  </a:lnTo>
                  <a:lnTo>
                    <a:pt x="742" y="51"/>
                  </a:lnTo>
                  <a:lnTo>
                    <a:pt x="742" y="61"/>
                  </a:lnTo>
                  <a:lnTo>
                    <a:pt x="756" y="61"/>
                  </a:lnTo>
                  <a:lnTo>
                    <a:pt x="756" y="71"/>
                  </a:lnTo>
                  <a:lnTo>
                    <a:pt x="767" y="71"/>
                  </a:lnTo>
                  <a:lnTo>
                    <a:pt x="767" y="80"/>
                  </a:lnTo>
                  <a:lnTo>
                    <a:pt x="767" y="71"/>
                  </a:lnTo>
                  <a:lnTo>
                    <a:pt x="767" y="80"/>
                  </a:lnTo>
                  <a:lnTo>
                    <a:pt x="780" y="80"/>
                  </a:lnTo>
                  <a:lnTo>
                    <a:pt x="792" y="80"/>
                  </a:lnTo>
                  <a:lnTo>
                    <a:pt x="792" y="91"/>
                  </a:lnTo>
                  <a:lnTo>
                    <a:pt x="792" y="101"/>
                  </a:lnTo>
                  <a:lnTo>
                    <a:pt x="805" y="101"/>
                  </a:lnTo>
                  <a:lnTo>
                    <a:pt x="805" y="111"/>
                  </a:lnTo>
                  <a:lnTo>
                    <a:pt x="805" y="121"/>
                  </a:lnTo>
                  <a:lnTo>
                    <a:pt x="792" y="121"/>
                  </a:lnTo>
                  <a:lnTo>
                    <a:pt x="805" y="121"/>
                  </a:lnTo>
                  <a:lnTo>
                    <a:pt x="805" y="132"/>
                  </a:lnTo>
                  <a:lnTo>
                    <a:pt x="818" y="132"/>
                  </a:lnTo>
                  <a:lnTo>
                    <a:pt x="818" y="141"/>
                  </a:lnTo>
                  <a:lnTo>
                    <a:pt x="818" y="132"/>
                  </a:lnTo>
                  <a:lnTo>
                    <a:pt x="818" y="141"/>
                  </a:lnTo>
                  <a:lnTo>
                    <a:pt x="829" y="141"/>
                  </a:lnTo>
                  <a:lnTo>
                    <a:pt x="829" y="152"/>
                  </a:lnTo>
                  <a:lnTo>
                    <a:pt x="818" y="152"/>
                  </a:lnTo>
                  <a:lnTo>
                    <a:pt x="829" y="152"/>
                  </a:lnTo>
                  <a:lnTo>
                    <a:pt x="818" y="152"/>
                  </a:lnTo>
                  <a:lnTo>
                    <a:pt x="818" y="162"/>
                  </a:lnTo>
                  <a:lnTo>
                    <a:pt x="829" y="162"/>
                  </a:lnTo>
                  <a:lnTo>
                    <a:pt x="818" y="172"/>
                  </a:lnTo>
                  <a:lnTo>
                    <a:pt x="829" y="172"/>
                  </a:lnTo>
                  <a:lnTo>
                    <a:pt x="829" y="181"/>
                  </a:lnTo>
                  <a:lnTo>
                    <a:pt x="843" y="181"/>
                  </a:lnTo>
                  <a:lnTo>
                    <a:pt x="843" y="172"/>
                  </a:lnTo>
                  <a:lnTo>
                    <a:pt x="843" y="181"/>
                  </a:lnTo>
                  <a:lnTo>
                    <a:pt x="854" y="181"/>
                  </a:lnTo>
                  <a:lnTo>
                    <a:pt x="868" y="181"/>
                  </a:lnTo>
                  <a:lnTo>
                    <a:pt x="881" y="181"/>
                  </a:lnTo>
                  <a:lnTo>
                    <a:pt x="881" y="172"/>
                  </a:lnTo>
                  <a:lnTo>
                    <a:pt x="881" y="181"/>
                  </a:lnTo>
                  <a:lnTo>
                    <a:pt x="881" y="192"/>
                  </a:lnTo>
                  <a:lnTo>
                    <a:pt x="893" y="192"/>
                  </a:lnTo>
                  <a:lnTo>
                    <a:pt x="893" y="202"/>
                  </a:lnTo>
                  <a:lnTo>
                    <a:pt x="906" y="202"/>
                  </a:lnTo>
                  <a:lnTo>
                    <a:pt x="906" y="212"/>
                  </a:lnTo>
                  <a:lnTo>
                    <a:pt x="918" y="212"/>
                  </a:lnTo>
                  <a:lnTo>
                    <a:pt x="918" y="221"/>
                  </a:lnTo>
                  <a:lnTo>
                    <a:pt x="930" y="221"/>
                  </a:lnTo>
                  <a:lnTo>
                    <a:pt x="944" y="221"/>
                  </a:lnTo>
                  <a:lnTo>
                    <a:pt x="944" y="212"/>
                  </a:lnTo>
                  <a:lnTo>
                    <a:pt x="944" y="221"/>
                  </a:lnTo>
                  <a:lnTo>
                    <a:pt x="955" y="221"/>
                  </a:lnTo>
                  <a:lnTo>
                    <a:pt x="969" y="221"/>
                  </a:lnTo>
                  <a:lnTo>
                    <a:pt x="982" y="221"/>
                  </a:lnTo>
                  <a:lnTo>
                    <a:pt x="982" y="232"/>
                  </a:lnTo>
                  <a:lnTo>
                    <a:pt x="994" y="232"/>
                  </a:lnTo>
                  <a:lnTo>
                    <a:pt x="982" y="232"/>
                  </a:lnTo>
                  <a:lnTo>
                    <a:pt x="982" y="242"/>
                  </a:lnTo>
                  <a:lnTo>
                    <a:pt x="994" y="242"/>
                  </a:lnTo>
                  <a:lnTo>
                    <a:pt x="994" y="252"/>
                  </a:lnTo>
                  <a:lnTo>
                    <a:pt x="982" y="252"/>
                  </a:lnTo>
                  <a:lnTo>
                    <a:pt x="994" y="252"/>
                  </a:lnTo>
                  <a:lnTo>
                    <a:pt x="994" y="263"/>
                  </a:lnTo>
                  <a:lnTo>
                    <a:pt x="1007" y="263"/>
                  </a:lnTo>
                  <a:lnTo>
                    <a:pt x="1007" y="273"/>
                  </a:lnTo>
                  <a:lnTo>
                    <a:pt x="1007" y="283"/>
                  </a:lnTo>
                  <a:lnTo>
                    <a:pt x="1019" y="283"/>
                  </a:lnTo>
                  <a:lnTo>
                    <a:pt x="1007" y="283"/>
                  </a:lnTo>
                  <a:lnTo>
                    <a:pt x="1007" y="292"/>
                  </a:lnTo>
                  <a:lnTo>
                    <a:pt x="994" y="303"/>
                  </a:lnTo>
                  <a:lnTo>
                    <a:pt x="994" y="313"/>
                  </a:lnTo>
                  <a:lnTo>
                    <a:pt x="1007" y="313"/>
                  </a:lnTo>
                  <a:lnTo>
                    <a:pt x="1019" y="313"/>
                  </a:lnTo>
                  <a:lnTo>
                    <a:pt x="1019" y="324"/>
                  </a:lnTo>
                  <a:lnTo>
                    <a:pt x="1031" y="324"/>
                  </a:lnTo>
                  <a:lnTo>
                    <a:pt x="1044" y="324"/>
                  </a:lnTo>
                  <a:lnTo>
                    <a:pt x="1044" y="333"/>
                  </a:lnTo>
                  <a:lnTo>
                    <a:pt x="1044" y="324"/>
                  </a:lnTo>
                  <a:lnTo>
                    <a:pt x="1056" y="324"/>
                  </a:lnTo>
                  <a:lnTo>
                    <a:pt x="1069" y="324"/>
                  </a:lnTo>
                  <a:lnTo>
                    <a:pt x="1056" y="324"/>
                  </a:lnTo>
                  <a:lnTo>
                    <a:pt x="1069" y="324"/>
                  </a:lnTo>
                  <a:lnTo>
                    <a:pt x="1069" y="313"/>
                  </a:lnTo>
                  <a:lnTo>
                    <a:pt x="1069" y="324"/>
                  </a:lnTo>
                  <a:lnTo>
                    <a:pt x="1081" y="324"/>
                  </a:lnTo>
                  <a:lnTo>
                    <a:pt x="1081" y="333"/>
                  </a:lnTo>
                  <a:lnTo>
                    <a:pt x="1094" y="333"/>
                  </a:lnTo>
                  <a:lnTo>
                    <a:pt x="1094" y="344"/>
                  </a:lnTo>
                  <a:lnTo>
                    <a:pt x="1094" y="353"/>
                  </a:lnTo>
                  <a:lnTo>
                    <a:pt x="1094" y="364"/>
                  </a:lnTo>
                  <a:lnTo>
                    <a:pt x="1094" y="374"/>
                  </a:lnTo>
                  <a:lnTo>
                    <a:pt x="1108" y="374"/>
                  </a:lnTo>
                  <a:lnTo>
                    <a:pt x="1108" y="384"/>
                  </a:lnTo>
                  <a:lnTo>
                    <a:pt x="1094" y="384"/>
                  </a:lnTo>
                  <a:lnTo>
                    <a:pt x="1094" y="393"/>
                  </a:lnTo>
                  <a:lnTo>
                    <a:pt x="1081" y="393"/>
                  </a:lnTo>
                  <a:lnTo>
                    <a:pt x="1081" y="404"/>
                  </a:lnTo>
                  <a:lnTo>
                    <a:pt x="1081" y="414"/>
                  </a:lnTo>
                  <a:lnTo>
                    <a:pt x="1094" y="414"/>
                  </a:lnTo>
                  <a:lnTo>
                    <a:pt x="1094" y="424"/>
                  </a:lnTo>
                  <a:lnTo>
                    <a:pt x="1094" y="414"/>
                  </a:lnTo>
                  <a:lnTo>
                    <a:pt x="1108" y="414"/>
                  </a:lnTo>
                  <a:lnTo>
                    <a:pt x="1108" y="424"/>
                  </a:lnTo>
                  <a:lnTo>
                    <a:pt x="1119" y="424"/>
                  </a:lnTo>
                  <a:lnTo>
                    <a:pt x="1132" y="424"/>
                  </a:lnTo>
                  <a:lnTo>
                    <a:pt x="1132" y="433"/>
                  </a:lnTo>
                  <a:lnTo>
                    <a:pt x="1132" y="444"/>
                  </a:lnTo>
                  <a:lnTo>
                    <a:pt x="1143" y="444"/>
                  </a:lnTo>
                  <a:lnTo>
                    <a:pt x="1157" y="444"/>
                  </a:lnTo>
                  <a:lnTo>
                    <a:pt x="1157" y="433"/>
                  </a:lnTo>
                  <a:lnTo>
                    <a:pt x="1170" y="433"/>
                  </a:lnTo>
                  <a:lnTo>
                    <a:pt x="1182" y="433"/>
                  </a:lnTo>
                  <a:lnTo>
                    <a:pt x="1182" y="444"/>
                  </a:lnTo>
                  <a:lnTo>
                    <a:pt x="1182" y="433"/>
                  </a:lnTo>
                  <a:lnTo>
                    <a:pt x="1195" y="433"/>
                  </a:lnTo>
                  <a:lnTo>
                    <a:pt x="1195" y="444"/>
                  </a:lnTo>
                  <a:lnTo>
                    <a:pt x="1195" y="433"/>
                  </a:lnTo>
                  <a:lnTo>
                    <a:pt x="1207" y="433"/>
                  </a:lnTo>
                  <a:lnTo>
                    <a:pt x="1207" y="424"/>
                  </a:lnTo>
                  <a:lnTo>
                    <a:pt x="1220" y="433"/>
                  </a:lnTo>
                  <a:lnTo>
                    <a:pt x="1233" y="433"/>
                  </a:lnTo>
                  <a:lnTo>
                    <a:pt x="1233" y="444"/>
                  </a:lnTo>
                  <a:lnTo>
                    <a:pt x="1233" y="433"/>
                  </a:lnTo>
                  <a:lnTo>
                    <a:pt x="1233" y="444"/>
                  </a:lnTo>
                  <a:lnTo>
                    <a:pt x="1244" y="444"/>
                  </a:lnTo>
                  <a:lnTo>
                    <a:pt x="1258" y="444"/>
                  </a:lnTo>
                  <a:lnTo>
                    <a:pt x="1258" y="433"/>
                  </a:lnTo>
                  <a:lnTo>
                    <a:pt x="1258" y="444"/>
                  </a:lnTo>
                  <a:lnTo>
                    <a:pt x="1271" y="444"/>
                  </a:lnTo>
                  <a:lnTo>
                    <a:pt x="1258" y="444"/>
                  </a:lnTo>
                  <a:lnTo>
                    <a:pt x="1258" y="454"/>
                  </a:lnTo>
                  <a:lnTo>
                    <a:pt x="1271" y="454"/>
                  </a:lnTo>
                  <a:lnTo>
                    <a:pt x="1283" y="454"/>
                  </a:lnTo>
                  <a:lnTo>
                    <a:pt x="1283" y="444"/>
                  </a:lnTo>
                  <a:lnTo>
                    <a:pt x="1283" y="454"/>
                  </a:lnTo>
                  <a:lnTo>
                    <a:pt x="1283" y="444"/>
                  </a:lnTo>
                  <a:lnTo>
                    <a:pt x="1296" y="444"/>
                  </a:lnTo>
                  <a:lnTo>
                    <a:pt x="1307" y="444"/>
                  </a:lnTo>
                  <a:lnTo>
                    <a:pt x="1321" y="444"/>
                  </a:lnTo>
                  <a:lnTo>
                    <a:pt x="1321" y="433"/>
                  </a:lnTo>
                  <a:lnTo>
                    <a:pt x="1333" y="433"/>
                  </a:lnTo>
                  <a:lnTo>
                    <a:pt x="1333" y="424"/>
                  </a:lnTo>
                  <a:lnTo>
                    <a:pt x="1345" y="424"/>
                  </a:lnTo>
                  <a:lnTo>
                    <a:pt x="1345" y="433"/>
                  </a:lnTo>
                  <a:lnTo>
                    <a:pt x="1358" y="433"/>
                  </a:lnTo>
                  <a:lnTo>
                    <a:pt x="1358" y="424"/>
                  </a:lnTo>
                  <a:lnTo>
                    <a:pt x="1370" y="424"/>
                  </a:lnTo>
                  <a:lnTo>
                    <a:pt x="1370" y="433"/>
                  </a:lnTo>
                  <a:lnTo>
                    <a:pt x="1370" y="424"/>
                  </a:lnTo>
                  <a:lnTo>
                    <a:pt x="1370" y="414"/>
                  </a:lnTo>
                  <a:lnTo>
                    <a:pt x="1370" y="424"/>
                  </a:lnTo>
                  <a:lnTo>
                    <a:pt x="1383" y="424"/>
                  </a:lnTo>
                  <a:lnTo>
                    <a:pt x="1383" y="414"/>
                  </a:lnTo>
                  <a:lnTo>
                    <a:pt x="1383" y="404"/>
                  </a:lnTo>
                  <a:lnTo>
                    <a:pt x="1397" y="393"/>
                  </a:lnTo>
                  <a:lnTo>
                    <a:pt x="1397" y="404"/>
                  </a:lnTo>
                  <a:lnTo>
                    <a:pt x="1397" y="393"/>
                  </a:lnTo>
                  <a:lnTo>
                    <a:pt x="1408" y="393"/>
                  </a:lnTo>
                  <a:lnTo>
                    <a:pt x="1408" y="384"/>
                  </a:lnTo>
                  <a:lnTo>
                    <a:pt x="1422" y="384"/>
                  </a:lnTo>
                  <a:lnTo>
                    <a:pt x="1422" y="393"/>
                  </a:lnTo>
                  <a:lnTo>
                    <a:pt x="1422" y="404"/>
                  </a:lnTo>
                  <a:lnTo>
                    <a:pt x="1408" y="404"/>
                  </a:lnTo>
                  <a:lnTo>
                    <a:pt x="1422" y="404"/>
                  </a:lnTo>
                  <a:lnTo>
                    <a:pt x="1433" y="404"/>
                  </a:lnTo>
                  <a:lnTo>
                    <a:pt x="1433" y="393"/>
                  </a:lnTo>
                  <a:lnTo>
                    <a:pt x="1433" y="404"/>
                  </a:lnTo>
                  <a:lnTo>
                    <a:pt x="1446" y="404"/>
                  </a:lnTo>
                  <a:lnTo>
                    <a:pt x="1459" y="404"/>
                  </a:lnTo>
                  <a:lnTo>
                    <a:pt x="1459" y="414"/>
                  </a:lnTo>
                  <a:lnTo>
                    <a:pt x="1459" y="424"/>
                  </a:lnTo>
                  <a:lnTo>
                    <a:pt x="1471" y="424"/>
                  </a:lnTo>
                  <a:lnTo>
                    <a:pt x="1471" y="414"/>
                  </a:lnTo>
                  <a:lnTo>
                    <a:pt x="1484" y="414"/>
                  </a:lnTo>
                  <a:lnTo>
                    <a:pt x="1484" y="424"/>
                  </a:lnTo>
                  <a:lnTo>
                    <a:pt x="1498" y="424"/>
                  </a:lnTo>
                  <a:lnTo>
                    <a:pt x="1498" y="433"/>
                  </a:lnTo>
                  <a:lnTo>
                    <a:pt x="1509" y="433"/>
                  </a:lnTo>
                  <a:lnTo>
                    <a:pt x="1509" y="424"/>
                  </a:lnTo>
                  <a:lnTo>
                    <a:pt x="1523" y="424"/>
                  </a:lnTo>
                  <a:lnTo>
                    <a:pt x="1534" y="424"/>
                  </a:lnTo>
                  <a:lnTo>
                    <a:pt x="1534" y="433"/>
                  </a:lnTo>
                  <a:lnTo>
                    <a:pt x="1547" y="433"/>
                  </a:lnTo>
                  <a:lnTo>
                    <a:pt x="1547" y="424"/>
                  </a:lnTo>
                  <a:lnTo>
                    <a:pt x="1560" y="424"/>
                  </a:lnTo>
                  <a:lnTo>
                    <a:pt x="1547" y="424"/>
                  </a:lnTo>
                  <a:lnTo>
                    <a:pt x="1547" y="414"/>
                  </a:lnTo>
                  <a:lnTo>
                    <a:pt x="1560" y="414"/>
                  </a:lnTo>
                  <a:lnTo>
                    <a:pt x="1571" y="414"/>
                  </a:lnTo>
                  <a:lnTo>
                    <a:pt x="1585" y="414"/>
                  </a:lnTo>
                  <a:lnTo>
                    <a:pt x="1585" y="404"/>
                  </a:lnTo>
                  <a:lnTo>
                    <a:pt x="1596" y="404"/>
                  </a:lnTo>
                  <a:lnTo>
                    <a:pt x="1610" y="404"/>
                  </a:lnTo>
                  <a:lnTo>
                    <a:pt x="1623" y="404"/>
                  </a:lnTo>
                  <a:lnTo>
                    <a:pt x="1623" y="414"/>
                  </a:lnTo>
                  <a:lnTo>
                    <a:pt x="1635" y="414"/>
                  </a:lnTo>
                  <a:lnTo>
                    <a:pt x="1635" y="424"/>
                  </a:lnTo>
                  <a:lnTo>
                    <a:pt x="1648" y="424"/>
                  </a:lnTo>
                  <a:lnTo>
                    <a:pt x="1660" y="424"/>
                  </a:lnTo>
                  <a:lnTo>
                    <a:pt x="1660" y="433"/>
                  </a:lnTo>
                  <a:lnTo>
                    <a:pt x="1672" y="433"/>
                  </a:lnTo>
                  <a:lnTo>
                    <a:pt x="1672" y="444"/>
                  </a:lnTo>
                  <a:lnTo>
                    <a:pt x="1672" y="454"/>
                  </a:lnTo>
                  <a:lnTo>
                    <a:pt x="1686" y="454"/>
                  </a:lnTo>
                  <a:lnTo>
                    <a:pt x="1686" y="444"/>
                  </a:lnTo>
                  <a:lnTo>
                    <a:pt x="1672" y="444"/>
                  </a:lnTo>
                  <a:lnTo>
                    <a:pt x="1686" y="444"/>
                  </a:lnTo>
                  <a:lnTo>
                    <a:pt x="1697" y="444"/>
                  </a:lnTo>
                  <a:lnTo>
                    <a:pt x="1697" y="454"/>
                  </a:lnTo>
                  <a:lnTo>
                    <a:pt x="1697" y="444"/>
                  </a:lnTo>
                  <a:lnTo>
                    <a:pt x="1711" y="444"/>
                  </a:lnTo>
                  <a:lnTo>
                    <a:pt x="1711" y="454"/>
                  </a:lnTo>
                  <a:lnTo>
                    <a:pt x="1722" y="465"/>
                  </a:lnTo>
                  <a:lnTo>
                    <a:pt x="1722" y="454"/>
                  </a:lnTo>
                  <a:lnTo>
                    <a:pt x="1736" y="454"/>
                  </a:lnTo>
                  <a:lnTo>
                    <a:pt x="1749" y="454"/>
                  </a:lnTo>
                  <a:lnTo>
                    <a:pt x="1749" y="465"/>
                  </a:lnTo>
                  <a:lnTo>
                    <a:pt x="1736" y="465"/>
                  </a:lnTo>
                  <a:lnTo>
                    <a:pt x="1736" y="475"/>
                  </a:lnTo>
                  <a:lnTo>
                    <a:pt x="1749" y="475"/>
                  </a:lnTo>
                  <a:lnTo>
                    <a:pt x="1749" y="465"/>
                  </a:lnTo>
                  <a:lnTo>
                    <a:pt x="1761" y="465"/>
                  </a:lnTo>
                  <a:lnTo>
                    <a:pt x="1761" y="475"/>
                  </a:lnTo>
                  <a:lnTo>
                    <a:pt x="1761" y="485"/>
                  </a:lnTo>
                  <a:lnTo>
                    <a:pt x="1773" y="485"/>
                  </a:lnTo>
                  <a:lnTo>
                    <a:pt x="1787" y="485"/>
                  </a:lnTo>
                  <a:lnTo>
                    <a:pt x="1787" y="496"/>
                  </a:lnTo>
                  <a:lnTo>
                    <a:pt x="1773" y="496"/>
                  </a:lnTo>
                  <a:lnTo>
                    <a:pt x="1787" y="496"/>
                  </a:lnTo>
                  <a:lnTo>
                    <a:pt x="1798" y="496"/>
                  </a:lnTo>
                  <a:lnTo>
                    <a:pt x="1798" y="485"/>
                  </a:lnTo>
                  <a:lnTo>
                    <a:pt x="1798" y="496"/>
                  </a:lnTo>
                  <a:lnTo>
                    <a:pt x="1798" y="505"/>
                  </a:lnTo>
                  <a:lnTo>
                    <a:pt x="1811" y="505"/>
                  </a:lnTo>
                  <a:lnTo>
                    <a:pt x="1773" y="545"/>
                  </a:lnTo>
                  <a:lnTo>
                    <a:pt x="1697" y="637"/>
                  </a:lnTo>
                  <a:lnTo>
                    <a:pt x="1697" y="646"/>
                  </a:lnTo>
                  <a:lnTo>
                    <a:pt x="1686" y="646"/>
                  </a:lnTo>
                  <a:lnTo>
                    <a:pt x="1686" y="656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2"/>
            <p:cNvSpPr/>
            <p:nvPr/>
          </p:nvSpPr>
          <p:spPr>
            <a:xfrm>
              <a:off x="5137458" y="3518630"/>
              <a:ext cx="931057" cy="945113"/>
            </a:xfrm>
            <a:custGeom>
              <a:avLst/>
              <a:gdLst/>
              <a:ahLst/>
              <a:cxnLst/>
              <a:rect l="l" t="t" r="r" b="b"/>
              <a:pathLst>
                <a:path w="804" h="650" extrusionOk="0">
                  <a:moveTo>
                    <a:pt x="591" y="650"/>
                  </a:moveTo>
                  <a:lnTo>
                    <a:pt x="509" y="620"/>
                  </a:lnTo>
                  <a:lnTo>
                    <a:pt x="497" y="620"/>
                  </a:lnTo>
                  <a:lnTo>
                    <a:pt x="425" y="600"/>
                  </a:lnTo>
                  <a:lnTo>
                    <a:pt x="425" y="591"/>
                  </a:lnTo>
                  <a:lnTo>
                    <a:pt x="415" y="591"/>
                  </a:lnTo>
                  <a:lnTo>
                    <a:pt x="402" y="591"/>
                  </a:lnTo>
                  <a:lnTo>
                    <a:pt x="402" y="600"/>
                  </a:lnTo>
                  <a:lnTo>
                    <a:pt x="389" y="600"/>
                  </a:lnTo>
                  <a:lnTo>
                    <a:pt x="389" y="591"/>
                  </a:lnTo>
                  <a:lnTo>
                    <a:pt x="379" y="591"/>
                  </a:lnTo>
                  <a:lnTo>
                    <a:pt x="366" y="591"/>
                  </a:lnTo>
                  <a:lnTo>
                    <a:pt x="356" y="600"/>
                  </a:lnTo>
                  <a:lnTo>
                    <a:pt x="356" y="591"/>
                  </a:lnTo>
                  <a:lnTo>
                    <a:pt x="343" y="600"/>
                  </a:lnTo>
                  <a:lnTo>
                    <a:pt x="343" y="591"/>
                  </a:lnTo>
                  <a:lnTo>
                    <a:pt x="331" y="591"/>
                  </a:lnTo>
                  <a:lnTo>
                    <a:pt x="320" y="591"/>
                  </a:lnTo>
                  <a:lnTo>
                    <a:pt x="320" y="580"/>
                  </a:lnTo>
                  <a:lnTo>
                    <a:pt x="307" y="580"/>
                  </a:lnTo>
                  <a:lnTo>
                    <a:pt x="297" y="580"/>
                  </a:lnTo>
                  <a:lnTo>
                    <a:pt x="284" y="580"/>
                  </a:lnTo>
                  <a:lnTo>
                    <a:pt x="272" y="580"/>
                  </a:lnTo>
                  <a:lnTo>
                    <a:pt x="261" y="580"/>
                  </a:lnTo>
                  <a:lnTo>
                    <a:pt x="261" y="569"/>
                  </a:lnTo>
                  <a:lnTo>
                    <a:pt x="248" y="569"/>
                  </a:lnTo>
                  <a:lnTo>
                    <a:pt x="238" y="569"/>
                  </a:lnTo>
                  <a:lnTo>
                    <a:pt x="238" y="560"/>
                  </a:lnTo>
                  <a:lnTo>
                    <a:pt x="225" y="560"/>
                  </a:lnTo>
                  <a:lnTo>
                    <a:pt x="225" y="549"/>
                  </a:lnTo>
                  <a:lnTo>
                    <a:pt x="213" y="549"/>
                  </a:lnTo>
                  <a:lnTo>
                    <a:pt x="213" y="560"/>
                  </a:lnTo>
                  <a:lnTo>
                    <a:pt x="213" y="549"/>
                  </a:lnTo>
                  <a:lnTo>
                    <a:pt x="202" y="549"/>
                  </a:lnTo>
                  <a:lnTo>
                    <a:pt x="213" y="549"/>
                  </a:lnTo>
                  <a:lnTo>
                    <a:pt x="202" y="549"/>
                  </a:lnTo>
                  <a:lnTo>
                    <a:pt x="202" y="540"/>
                  </a:lnTo>
                  <a:lnTo>
                    <a:pt x="202" y="549"/>
                  </a:lnTo>
                  <a:lnTo>
                    <a:pt x="189" y="549"/>
                  </a:lnTo>
                  <a:lnTo>
                    <a:pt x="189" y="540"/>
                  </a:lnTo>
                  <a:lnTo>
                    <a:pt x="177" y="540"/>
                  </a:lnTo>
                  <a:lnTo>
                    <a:pt x="166" y="540"/>
                  </a:lnTo>
                  <a:lnTo>
                    <a:pt x="154" y="540"/>
                  </a:lnTo>
                  <a:lnTo>
                    <a:pt x="154" y="549"/>
                  </a:lnTo>
                  <a:lnTo>
                    <a:pt x="154" y="540"/>
                  </a:lnTo>
                  <a:lnTo>
                    <a:pt x="143" y="540"/>
                  </a:lnTo>
                  <a:lnTo>
                    <a:pt x="143" y="529"/>
                  </a:lnTo>
                  <a:lnTo>
                    <a:pt x="130" y="529"/>
                  </a:lnTo>
                  <a:lnTo>
                    <a:pt x="130" y="520"/>
                  </a:lnTo>
                  <a:lnTo>
                    <a:pt x="118" y="520"/>
                  </a:lnTo>
                  <a:lnTo>
                    <a:pt x="107" y="520"/>
                  </a:lnTo>
                  <a:lnTo>
                    <a:pt x="95" y="520"/>
                  </a:lnTo>
                  <a:lnTo>
                    <a:pt x="95" y="509"/>
                  </a:lnTo>
                  <a:lnTo>
                    <a:pt x="95" y="500"/>
                  </a:lnTo>
                  <a:lnTo>
                    <a:pt x="95" y="490"/>
                  </a:lnTo>
                  <a:lnTo>
                    <a:pt x="83" y="490"/>
                  </a:lnTo>
                  <a:lnTo>
                    <a:pt x="83" y="480"/>
                  </a:lnTo>
                  <a:lnTo>
                    <a:pt x="71" y="480"/>
                  </a:lnTo>
                  <a:lnTo>
                    <a:pt x="71" y="469"/>
                  </a:lnTo>
                  <a:lnTo>
                    <a:pt x="83" y="460"/>
                  </a:lnTo>
                  <a:lnTo>
                    <a:pt x="95" y="460"/>
                  </a:lnTo>
                  <a:lnTo>
                    <a:pt x="95" y="449"/>
                  </a:lnTo>
                  <a:lnTo>
                    <a:pt x="95" y="440"/>
                  </a:lnTo>
                  <a:lnTo>
                    <a:pt x="107" y="440"/>
                  </a:lnTo>
                  <a:lnTo>
                    <a:pt x="95" y="440"/>
                  </a:lnTo>
                  <a:lnTo>
                    <a:pt x="83" y="440"/>
                  </a:lnTo>
                  <a:lnTo>
                    <a:pt x="83" y="430"/>
                  </a:lnTo>
                  <a:lnTo>
                    <a:pt x="71" y="430"/>
                  </a:lnTo>
                  <a:lnTo>
                    <a:pt x="71" y="440"/>
                  </a:lnTo>
                  <a:lnTo>
                    <a:pt x="71" y="430"/>
                  </a:lnTo>
                  <a:lnTo>
                    <a:pt x="59" y="430"/>
                  </a:lnTo>
                  <a:lnTo>
                    <a:pt x="71" y="420"/>
                  </a:lnTo>
                  <a:lnTo>
                    <a:pt x="59" y="420"/>
                  </a:lnTo>
                  <a:lnTo>
                    <a:pt x="71" y="420"/>
                  </a:lnTo>
                  <a:lnTo>
                    <a:pt x="71" y="409"/>
                  </a:lnTo>
                  <a:lnTo>
                    <a:pt x="71" y="400"/>
                  </a:lnTo>
                  <a:lnTo>
                    <a:pt x="59" y="400"/>
                  </a:lnTo>
                  <a:lnTo>
                    <a:pt x="48" y="400"/>
                  </a:lnTo>
                  <a:lnTo>
                    <a:pt x="36" y="400"/>
                  </a:lnTo>
                  <a:lnTo>
                    <a:pt x="24" y="400"/>
                  </a:lnTo>
                  <a:lnTo>
                    <a:pt x="24" y="390"/>
                  </a:lnTo>
                  <a:lnTo>
                    <a:pt x="24" y="380"/>
                  </a:lnTo>
                  <a:lnTo>
                    <a:pt x="12" y="380"/>
                  </a:lnTo>
                  <a:lnTo>
                    <a:pt x="12" y="370"/>
                  </a:lnTo>
                  <a:lnTo>
                    <a:pt x="12" y="359"/>
                  </a:lnTo>
                  <a:lnTo>
                    <a:pt x="0" y="349"/>
                  </a:lnTo>
                  <a:lnTo>
                    <a:pt x="0" y="339"/>
                  </a:lnTo>
                  <a:lnTo>
                    <a:pt x="0" y="330"/>
                  </a:lnTo>
                  <a:lnTo>
                    <a:pt x="12" y="330"/>
                  </a:lnTo>
                  <a:lnTo>
                    <a:pt x="12" y="319"/>
                  </a:lnTo>
                  <a:lnTo>
                    <a:pt x="12" y="310"/>
                  </a:lnTo>
                  <a:lnTo>
                    <a:pt x="24" y="310"/>
                  </a:lnTo>
                  <a:lnTo>
                    <a:pt x="24" y="299"/>
                  </a:lnTo>
                  <a:lnTo>
                    <a:pt x="24" y="290"/>
                  </a:lnTo>
                  <a:lnTo>
                    <a:pt x="24" y="279"/>
                  </a:lnTo>
                  <a:lnTo>
                    <a:pt x="36" y="279"/>
                  </a:lnTo>
                  <a:lnTo>
                    <a:pt x="36" y="270"/>
                  </a:lnTo>
                  <a:lnTo>
                    <a:pt x="36" y="259"/>
                  </a:lnTo>
                  <a:lnTo>
                    <a:pt x="48" y="259"/>
                  </a:lnTo>
                  <a:lnTo>
                    <a:pt x="48" y="250"/>
                  </a:lnTo>
                  <a:lnTo>
                    <a:pt x="48" y="239"/>
                  </a:lnTo>
                  <a:lnTo>
                    <a:pt x="48" y="230"/>
                  </a:lnTo>
                  <a:lnTo>
                    <a:pt x="59" y="230"/>
                  </a:lnTo>
                  <a:lnTo>
                    <a:pt x="59" y="220"/>
                  </a:lnTo>
                  <a:lnTo>
                    <a:pt x="48" y="220"/>
                  </a:lnTo>
                  <a:lnTo>
                    <a:pt x="48" y="210"/>
                  </a:lnTo>
                  <a:lnTo>
                    <a:pt x="48" y="199"/>
                  </a:lnTo>
                  <a:lnTo>
                    <a:pt x="59" y="199"/>
                  </a:lnTo>
                  <a:lnTo>
                    <a:pt x="71" y="199"/>
                  </a:lnTo>
                  <a:lnTo>
                    <a:pt x="83" y="199"/>
                  </a:lnTo>
                  <a:lnTo>
                    <a:pt x="95" y="199"/>
                  </a:lnTo>
                  <a:lnTo>
                    <a:pt x="95" y="190"/>
                  </a:lnTo>
                  <a:lnTo>
                    <a:pt x="107" y="190"/>
                  </a:lnTo>
                  <a:lnTo>
                    <a:pt x="107" y="199"/>
                  </a:lnTo>
                  <a:lnTo>
                    <a:pt x="118" y="199"/>
                  </a:lnTo>
                  <a:lnTo>
                    <a:pt x="130" y="199"/>
                  </a:lnTo>
                  <a:lnTo>
                    <a:pt x="143" y="199"/>
                  </a:lnTo>
                  <a:lnTo>
                    <a:pt x="154" y="199"/>
                  </a:lnTo>
                  <a:lnTo>
                    <a:pt x="166" y="199"/>
                  </a:lnTo>
                  <a:lnTo>
                    <a:pt x="177" y="199"/>
                  </a:lnTo>
                  <a:lnTo>
                    <a:pt x="189" y="199"/>
                  </a:lnTo>
                  <a:lnTo>
                    <a:pt x="202" y="199"/>
                  </a:lnTo>
                  <a:lnTo>
                    <a:pt x="213" y="199"/>
                  </a:lnTo>
                  <a:lnTo>
                    <a:pt x="225" y="199"/>
                  </a:lnTo>
                  <a:lnTo>
                    <a:pt x="238" y="199"/>
                  </a:lnTo>
                  <a:lnTo>
                    <a:pt x="238" y="190"/>
                  </a:lnTo>
                  <a:lnTo>
                    <a:pt x="248" y="179"/>
                  </a:lnTo>
                  <a:lnTo>
                    <a:pt x="248" y="170"/>
                  </a:lnTo>
                  <a:lnTo>
                    <a:pt x="248" y="160"/>
                  </a:lnTo>
                  <a:lnTo>
                    <a:pt x="261" y="160"/>
                  </a:lnTo>
                  <a:lnTo>
                    <a:pt x="261" y="150"/>
                  </a:lnTo>
                  <a:lnTo>
                    <a:pt x="261" y="139"/>
                  </a:lnTo>
                  <a:lnTo>
                    <a:pt x="272" y="129"/>
                  </a:lnTo>
                  <a:lnTo>
                    <a:pt x="272" y="120"/>
                  </a:lnTo>
                  <a:lnTo>
                    <a:pt x="284" y="120"/>
                  </a:lnTo>
                  <a:lnTo>
                    <a:pt x="284" y="109"/>
                  </a:lnTo>
                  <a:lnTo>
                    <a:pt x="297" y="109"/>
                  </a:lnTo>
                  <a:lnTo>
                    <a:pt x="307" y="109"/>
                  </a:lnTo>
                  <a:lnTo>
                    <a:pt x="307" y="100"/>
                  </a:lnTo>
                  <a:lnTo>
                    <a:pt x="320" y="100"/>
                  </a:lnTo>
                  <a:lnTo>
                    <a:pt x="320" y="89"/>
                  </a:lnTo>
                  <a:lnTo>
                    <a:pt x="331" y="89"/>
                  </a:lnTo>
                  <a:lnTo>
                    <a:pt x="331" y="79"/>
                  </a:lnTo>
                  <a:lnTo>
                    <a:pt x="343" y="69"/>
                  </a:lnTo>
                  <a:lnTo>
                    <a:pt x="343" y="60"/>
                  </a:lnTo>
                  <a:lnTo>
                    <a:pt x="343" y="49"/>
                  </a:lnTo>
                  <a:lnTo>
                    <a:pt x="343" y="40"/>
                  </a:lnTo>
                  <a:lnTo>
                    <a:pt x="356" y="29"/>
                  </a:lnTo>
                  <a:lnTo>
                    <a:pt x="366" y="29"/>
                  </a:lnTo>
                  <a:lnTo>
                    <a:pt x="366" y="20"/>
                  </a:lnTo>
                  <a:lnTo>
                    <a:pt x="379" y="20"/>
                  </a:lnTo>
                  <a:lnTo>
                    <a:pt x="379" y="9"/>
                  </a:lnTo>
                  <a:lnTo>
                    <a:pt x="379" y="0"/>
                  </a:lnTo>
                  <a:lnTo>
                    <a:pt x="389" y="0"/>
                  </a:lnTo>
                  <a:lnTo>
                    <a:pt x="389" y="20"/>
                  </a:lnTo>
                  <a:lnTo>
                    <a:pt x="389" y="89"/>
                  </a:lnTo>
                  <a:lnTo>
                    <a:pt x="389" y="129"/>
                  </a:lnTo>
                  <a:lnTo>
                    <a:pt x="389" y="150"/>
                  </a:lnTo>
                  <a:lnTo>
                    <a:pt x="389" y="210"/>
                  </a:lnTo>
                  <a:lnTo>
                    <a:pt x="389" y="199"/>
                  </a:lnTo>
                  <a:lnTo>
                    <a:pt x="402" y="199"/>
                  </a:lnTo>
                  <a:lnTo>
                    <a:pt x="415" y="199"/>
                  </a:lnTo>
                  <a:lnTo>
                    <a:pt x="415" y="210"/>
                  </a:lnTo>
                  <a:lnTo>
                    <a:pt x="425" y="210"/>
                  </a:lnTo>
                  <a:lnTo>
                    <a:pt x="425" y="220"/>
                  </a:lnTo>
                  <a:lnTo>
                    <a:pt x="425" y="210"/>
                  </a:lnTo>
                  <a:lnTo>
                    <a:pt x="425" y="220"/>
                  </a:lnTo>
                  <a:lnTo>
                    <a:pt x="438" y="220"/>
                  </a:lnTo>
                  <a:lnTo>
                    <a:pt x="448" y="220"/>
                  </a:lnTo>
                  <a:lnTo>
                    <a:pt x="461" y="220"/>
                  </a:lnTo>
                  <a:lnTo>
                    <a:pt x="473" y="220"/>
                  </a:lnTo>
                  <a:lnTo>
                    <a:pt x="484" y="220"/>
                  </a:lnTo>
                  <a:lnTo>
                    <a:pt x="484" y="210"/>
                  </a:lnTo>
                  <a:lnTo>
                    <a:pt x="497" y="210"/>
                  </a:lnTo>
                  <a:lnTo>
                    <a:pt x="509" y="210"/>
                  </a:lnTo>
                  <a:lnTo>
                    <a:pt x="509" y="199"/>
                  </a:lnTo>
                  <a:lnTo>
                    <a:pt x="520" y="199"/>
                  </a:lnTo>
                  <a:lnTo>
                    <a:pt x="532" y="199"/>
                  </a:lnTo>
                  <a:lnTo>
                    <a:pt x="532" y="190"/>
                  </a:lnTo>
                  <a:lnTo>
                    <a:pt x="532" y="199"/>
                  </a:lnTo>
                  <a:lnTo>
                    <a:pt x="543" y="199"/>
                  </a:lnTo>
                  <a:lnTo>
                    <a:pt x="543" y="190"/>
                  </a:lnTo>
                  <a:lnTo>
                    <a:pt x="543" y="199"/>
                  </a:lnTo>
                  <a:lnTo>
                    <a:pt x="556" y="199"/>
                  </a:lnTo>
                  <a:lnTo>
                    <a:pt x="568" y="199"/>
                  </a:lnTo>
                  <a:lnTo>
                    <a:pt x="579" y="199"/>
                  </a:lnTo>
                  <a:lnTo>
                    <a:pt x="579" y="210"/>
                  </a:lnTo>
                  <a:lnTo>
                    <a:pt x="579" y="199"/>
                  </a:lnTo>
                  <a:lnTo>
                    <a:pt x="579" y="210"/>
                  </a:lnTo>
                  <a:lnTo>
                    <a:pt x="579" y="199"/>
                  </a:lnTo>
                  <a:lnTo>
                    <a:pt x="591" y="199"/>
                  </a:lnTo>
                  <a:lnTo>
                    <a:pt x="602" y="199"/>
                  </a:lnTo>
                  <a:lnTo>
                    <a:pt x="615" y="199"/>
                  </a:lnTo>
                  <a:lnTo>
                    <a:pt x="602" y="199"/>
                  </a:lnTo>
                  <a:lnTo>
                    <a:pt x="615" y="199"/>
                  </a:lnTo>
                  <a:lnTo>
                    <a:pt x="627" y="220"/>
                  </a:lnTo>
                  <a:lnTo>
                    <a:pt x="661" y="270"/>
                  </a:lnTo>
                  <a:lnTo>
                    <a:pt x="686" y="299"/>
                  </a:lnTo>
                  <a:lnTo>
                    <a:pt x="709" y="339"/>
                  </a:lnTo>
                  <a:lnTo>
                    <a:pt x="733" y="370"/>
                  </a:lnTo>
                  <a:lnTo>
                    <a:pt x="733" y="380"/>
                  </a:lnTo>
                  <a:lnTo>
                    <a:pt x="745" y="390"/>
                  </a:lnTo>
                  <a:lnTo>
                    <a:pt x="745" y="400"/>
                  </a:lnTo>
                  <a:lnTo>
                    <a:pt x="804" y="490"/>
                  </a:lnTo>
                  <a:lnTo>
                    <a:pt x="804" y="500"/>
                  </a:lnTo>
                  <a:lnTo>
                    <a:pt x="791" y="500"/>
                  </a:lnTo>
                  <a:lnTo>
                    <a:pt x="791" y="490"/>
                  </a:lnTo>
                  <a:lnTo>
                    <a:pt x="791" y="500"/>
                  </a:lnTo>
                  <a:lnTo>
                    <a:pt x="804" y="500"/>
                  </a:lnTo>
                  <a:lnTo>
                    <a:pt x="791" y="500"/>
                  </a:lnTo>
                  <a:lnTo>
                    <a:pt x="791" y="509"/>
                  </a:lnTo>
                  <a:lnTo>
                    <a:pt x="781" y="509"/>
                  </a:lnTo>
                  <a:lnTo>
                    <a:pt x="781" y="520"/>
                  </a:lnTo>
                  <a:lnTo>
                    <a:pt x="791" y="520"/>
                  </a:lnTo>
                  <a:lnTo>
                    <a:pt x="781" y="520"/>
                  </a:lnTo>
                  <a:lnTo>
                    <a:pt x="791" y="520"/>
                  </a:lnTo>
                  <a:lnTo>
                    <a:pt x="791" y="529"/>
                  </a:lnTo>
                  <a:lnTo>
                    <a:pt x="781" y="529"/>
                  </a:lnTo>
                  <a:lnTo>
                    <a:pt x="781" y="540"/>
                  </a:lnTo>
                  <a:lnTo>
                    <a:pt x="781" y="529"/>
                  </a:lnTo>
                  <a:lnTo>
                    <a:pt x="768" y="529"/>
                  </a:lnTo>
                  <a:lnTo>
                    <a:pt x="768" y="540"/>
                  </a:lnTo>
                  <a:lnTo>
                    <a:pt x="768" y="549"/>
                  </a:lnTo>
                  <a:lnTo>
                    <a:pt x="756" y="549"/>
                  </a:lnTo>
                  <a:lnTo>
                    <a:pt x="768" y="549"/>
                  </a:lnTo>
                  <a:lnTo>
                    <a:pt x="756" y="549"/>
                  </a:lnTo>
                  <a:lnTo>
                    <a:pt x="768" y="549"/>
                  </a:lnTo>
                  <a:lnTo>
                    <a:pt x="756" y="549"/>
                  </a:lnTo>
                  <a:lnTo>
                    <a:pt x="756" y="560"/>
                  </a:lnTo>
                  <a:lnTo>
                    <a:pt x="756" y="569"/>
                  </a:lnTo>
                  <a:lnTo>
                    <a:pt x="756" y="580"/>
                  </a:lnTo>
                  <a:lnTo>
                    <a:pt x="733" y="591"/>
                  </a:lnTo>
                  <a:lnTo>
                    <a:pt x="720" y="591"/>
                  </a:lnTo>
                  <a:lnTo>
                    <a:pt x="615" y="640"/>
                  </a:lnTo>
                  <a:lnTo>
                    <a:pt x="591" y="650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2"/>
            <p:cNvSpPr/>
            <p:nvPr/>
          </p:nvSpPr>
          <p:spPr>
            <a:xfrm>
              <a:off x="5360181" y="5160537"/>
              <a:ext cx="396296" cy="500981"/>
            </a:xfrm>
            <a:custGeom>
              <a:avLst/>
              <a:gdLst/>
              <a:ahLst/>
              <a:cxnLst/>
              <a:rect l="l" t="t" r="r" b="b"/>
              <a:pathLst>
                <a:path w="344" h="345" extrusionOk="0">
                  <a:moveTo>
                    <a:pt x="90" y="325"/>
                  </a:moveTo>
                  <a:lnTo>
                    <a:pt x="90" y="336"/>
                  </a:lnTo>
                  <a:lnTo>
                    <a:pt x="77" y="345"/>
                  </a:lnTo>
                  <a:lnTo>
                    <a:pt x="65" y="345"/>
                  </a:lnTo>
                  <a:lnTo>
                    <a:pt x="65" y="336"/>
                  </a:lnTo>
                  <a:lnTo>
                    <a:pt x="52" y="336"/>
                  </a:lnTo>
                  <a:lnTo>
                    <a:pt x="52" y="325"/>
                  </a:lnTo>
                  <a:lnTo>
                    <a:pt x="39" y="325"/>
                  </a:lnTo>
                  <a:lnTo>
                    <a:pt x="27" y="325"/>
                  </a:lnTo>
                  <a:lnTo>
                    <a:pt x="27" y="314"/>
                  </a:lnTo>
                  <a:lnTo>
                    <a:pt x="39" y="314"/>
                  </a:lnTo>
                  <a:lnTo>
                    <a:pt x="39" y="305"/>
                  </a:lnTo>
                  <a:lnTo>
                    <a:pt x="27" y="305"/>
                  </a:lnTo>
                  <a:lnTo>
                    <a:pt x="27" y="294"/>
                  </a:lnTo>
                  <a:lnTo>
                    <a:pt x="27" y="284"/>
                  </a:lnTo>
                  <a:lnTo>
                    <a:pt x="27" y="273"/>
                  </a:lnTo>
                  <a:lnTo>
                    <a:pt x="27" y="264"/>
                  </a:lnTo>
                  <a:lnTo>
                    <a:pt x="14" y="264"/>
                  </a:lnTo>
                  <a:lnTo>
                    <a:pt x="14" y="254"/>
                  </a:lnTo>
                  <a:lnTo>
                    <a:pt x="0" y="254"/>
                  </a:lnTo>
                  <a:lnTo>
                    <a:pt x="0" y="244"/>
                  </a:lnTo>
                  <a:lnTo>
                    <a:pt x="14" y="244"/>
                  </a:lnTo>
                  <a:lnTo>
                    <a:pt x="14" y="233"/>
                  </a:lnTo>
                  <a:lnTo>
                    <a:pt x="27" y="233"/>
                  </a:lnTo>
                  <a:lnTo>
                    <a:pt x="27" y="224"/>
                  </a:lnTo>
                  <a:lnTo>
                    <a:pt x="39" y="224"/>
                  </a:lnTo>
                  <a:lnTo>
                    <a:pt x="39" y="213"/>
                  </a:lnTo>
                  <a:lnTo>
                    <a:pt x="39" y="203"/>
                  </a:lnTo>
                  <a:lnTo>
                    <a:pt x="39" y="193"/>
                  </a:lnTo>
                  <a:lnTo>
                    <a:pt x="39" y="203"/>
                  </a:lnTo>
                  <a:lnTo>
                    <a:pt x="39" y="193"/>
                  </a:lnTo>
                  <a:lnTo>
                    <a:pt x="27" y="193"/>
                  </a:lnTo>
                  <a:lnTo>
                    <a:pt x="27" y="184"/>
                  </a:lnTo>
                  <a:lnTo>
                    <a:pt x="14" y="184"/>
                  </a:lnTo>
                  <a:lnTo>
                    <a:pt x="14" y="172"/>
                  </a:lnTo>
                  <a:lnTo>
                    <a:pt x="14" y="163"/>
                  </a:lnTo>
                  <a:lnTo>
                    <a:pt x="14" y="152"/>
                  </a:lnTo>
                  <a:lnTo>
                    <a:pt x="14" y="142"/>
                  </a:lnTo>
                  <a:lnTo>
                    <a:pt x="27" y="142"/>
                  </a:lnTo>
                  <a:lnTo>
                    <a:pt x="39" y="142"/>
                  </a:lnTo>
                  <a:lnTo>
                    <a:pt x="52" y="142"/>
                  </a:lnTo>
                  <a:lnTo>
                    <a:pt x="52" y="132"/>
                  </a:lnTo>
                  <a:lnTo>
                    <a:pt x="52" y="123"/>
                  </a:lnTo>
                  <a:lnTo>
                    <a:pt x="52" y="112"/>
                  </a:lnTo>
                  <a:lnTo>
                    <a:pt x="65" y="112"/>
                  </a:lnTo>
                  <a:lnTo>
                    <a:pt x="65" y="102"/>
                  </a:lnTo>
                  <a:lnTo>
                    <a:pt x="65" y="91"/>
                  </a:lnTo>
                  <a:lnTo>
                    <a:pt x="77" y="91"/>
                  </a:lnTo>
                  <a:lnTo>
                    <a:pt x="90" y="91"/>
                  </a:lnTo>
                  <a:lnTo>
                    <a:pt x="102" y="91"/>
                  </a:lnTo>
                  <a:lnTo>
                    <a:pt x="102" y="102"/>
                  </a:lnTo>
                  <a:lnTo>
                    <a:pt x="115" y="102"/>
                  </a:lnTo>
                  <a:lnTo>
                    <a:pt x="129" y="102"/>
                  </a:lnTo>
                  <a:lnTo>
                    <a:pt x="129" y="91"/>
                  </a:lnTo>
                  <a:lnTo>
                    <a:pt x="129" y="81"/>
                  </a:lnTo>
                  <a:lnTo>
                    <a:pt x="129" y="72"/>
                  </a:lnTo>
                  <a:lnTo>
                    <a:pt x="115" y="72"/>
                  </a:lnTo>
                  <a:lnTo>
                    <a:pt x="115" y="60"/>
                  </a:lnTo>
                  <a:lnTo>
                    <a:pt x="129" y="60"/>
                  </a:lnTo>
                  <a:lnTo>
                    <a:pt x="129" y="72"/>
                  </a:lnTo>
                  <a:lnTo>
                    <a:pt x="129" y="60"/>
                  </a:lnTo>
                  <a:lnTo>
                    <a:pt x="141" y="60"/>
                  </a:lnTo>
                  <a:lnTo>
                    <a:pt x="154" y="60"/>
                  </a:lnTo>
                  <a:lnTo>
                    <a:pt x="154" y="51"/>
                  </a:lnTo>
                  <a:lnTo>
                    <a:pt x="154" y="40"/>
                  </a:lnTo>
                  <a:lnTo>
                    <a:pt x="141" y="40"/>
                  </a:lnTo>
                  <a:lnTo>
                    <a:pt x="154" y="40"/>
                  </a:lnTo>
                  <a:lnTo>
                    <a:pt x="154" y="31"/>
                  </a:lnTo>
                  <a:lnTo>
                    <a:pt x="141" y="31"/>
                  </a:lnTo>
                  <a:lnTo>
                    <a:pt x="154" y="31"/>
                  </a:lnTo>
                  <a:lnTo>
                    <a:pt x="141" y="31"/>
                  </a:lnTo>
                  <a:lnTo>
                    <a:pt x="141" y="20"/>
                  </a:lnTo>
                  <a:lnTo>
                    <a:pt x="154" y="20"/>
                  </a:lnTo>
                  <a:lnTo>
                    <a:pt x="166" y="20"/>
                  </a:lnTo>
                  <a:lnTo>
                    <a:pt x="166" y="11"/>
                  </a:lnTo>
                  <a:lnTo>
                    <a:pt x="154" y="11"/>
                  </a:lnTo>
                  <a:lnTo>
                    <a:pt x="166" y="11"/>
                  </a:lnTo>
                  <a:lnTo>
                    <a:pt x="154" y="11"/>
                  </a:lnTo>
                  <a:lnTo>
                    <a:pt x="154" y="0"/>
                  </a:lnTo>
                  <a:lnTo>
                    <a:pt x="166" y="11"/>
                  </a:lnTo>
                  <a:lnTo>
                    <a:pt x="166" y="0"/>
                  </a:lnTo>
                  <a:lnTo>
                    <a:pt x="166" y="11"/>
                  </a:lnTo>
                  <a:lnTo>
                    <a:pt x="178" y="11"/>
                  </a:lnTo>
                  <a:lnTo>
                    <a:pt x="192" y="11"/>
                  </a:lnTo>
                  <a:lnTo>
                    <a:pt x="203" y="11"/>
                  </a:lnTo>
                  <a:lnTo>
                    <a:pt x="217" y="11"/>
                  </a:lnTo>
                  <a:lnTo>
                    <a:pt x="229" y="11"/>
                  </a:lnTo>
                  <a:lnTo>
                    <a:pt x="229" y="20"/>
                  </a:lnTo>
                  <a:lnTo>
                    <a:pt x="229" y="11"/>
                  </a:lnTo>
                  <a:lnTo>
                    <a:pt x="229" y="20"/>
                  </a:lnTo>
                  <a:lnTo>
                    <a:pt x="242" y="20"/>
                  </a:lnTo>
                  <a:lnTo>
                    <a:pt x="255" y="20"/>
                  </a:lnTo>
                  <a:lnTo>
                    <a:pt x="255" y="31"/>
                  </a:lnTo>
                  <a:lnTo>
                    <a:pt x="255" y="40"/>
                  </a:lnTo>
                  <a:lnTo>
                    <a:pt x="255" y="51"/>
                  </a:lnTo>
                  <a:lnTo>
                    <a:pt x="267" y="51"/>
                  </a:lnTo>
                  <a:lnTo>
                    <a:pt x="267" y="60"/>
                  </a:lnTo>
                  <a:lnTo>
                    <a:pt x="267" y="72"/>
                  </a:lnTo>
                  <a:lnTo>
                    <a:pt x="267" y="81"/>
                  </a:lnTo>
                  <a:lnTo>
                    <a:pt x="255" y="81"/>
                  </a:lnTo>
                  <a:lnTo>
                    <a:pt x="267" y="81"/>
                  </a:lnTo>
                  <a:lnTo>
                    <a:pt x="255" y="91"/>
                  </a:lnTo>
                  <a:lnTo>
                    <a:pt x="267" y="91"/>
                  </a:lnTo>
                  <a:lnTo>
                    <a:pt x="267" y="102"/>
                  </a:lnTo>
                  <a:lnTo>
                    <a:pt x="280" y="102"/>
                  </a:lnTo>
                  <a:lnTo>
                    <a:pt x="292" y="102"/>
                  </a:lnTo>
                  <a:lnTo>
                    <a:pt x="292" y="112"/>
                  </a:lnTo>
                  <a:lnTo>
                    <a:pt x="305" y="112"/>
                  </a:lnTo>
                  <a:lnTo>
                    <a:pt x="305" y="123"/>
                  </a:lnTo>
                  <a:lnTo>
                    <a:pt x="305" y="132"/>
                  </a:lnTo>
                  <a:lnTo>
                    <a:pt x="319" y="132"/>
                  </a:lnTo>
                  <a:lnTo>
                    <a:pt x="330" y="132"/>
                  </a:lnTo>
                  <a:lnTo>
                    <a:pt x="344" y="132"/>
                  </a:lnTo>
                  <a:lnTo>
                    <a:pt x="344" y="142"/>
                  </a:lnTo>
                  <a:lnTo>
                    <a:pt x="344" y="152"/>
                  </a:lnTo>
                  <a:lnTo>
                    <a:pt x="330" y="152"/>
                  </a:lnTo>
                  <a:lnTo>
                    <a:pt x="330" y="163"/>
                  </a:lnTo>
                  <a:lnTo>
                    <a:pt x="319" y="163"/>
                  </a:lnTo>
                  <a:lnTo>
                    <a:pt x="319" y="172"/>
                  </a:lnTo>
                  <a:lnTo>
                    <a:pt x="319" y="184"/>
                  </a:lnTo>
                  <a:lnTo>
                    <a:pt x="305" y="184"/>
                  </a:lnTo>
                  <a:lnTo>
                    <a:pt x="292" y="184"/>
                  </a:lnTo>
                  <a:lnTo>
                    <a:pt x="292" y="193"/>
                  </a:lnTo>
                  <a:lnTo>
                    <a:pt x="280" y="193"/>
                  </a:lnTo>
                  <a:lnTo>
                    <a:pt x="280" y="184"/>
                  </a:lnTo>
                  <a:lnTo>
                    <a:pt x="280" y="172"/>
                  </a:lnTo>
                  <a:lnTo>
                    <a:pt x="292" y="172"/>
                  </a:lnTo>
                  <a:lnTo>
                    <a:pt x="292" y="163"/>
                  </a:lnTo>
                  <a:lnTo>
                    <a:pt x="280" y="163"/>
                  </a:lnTo>
                  <a:lnTo>
                    <a:pt x="280" y="152"/>
                  </a:lnTo>
                  <a:lnTo>
                    <a:pt x="267" y="152"/>
                  </a:lnTo>
                  <a:lnTo>
                    <a:pt x="267" y="163"/>
                  </a:lnTo>
                  <a:lnTo>
                    <a:pt x="255" y="163"/>
                  </a:lnTo>
                  <a:lnTo>
                    <a:pt x="242" y="163"/>
                  </a:lnTo>
                  <a:lnTo>
                    <a:pt x="242" y="172"/>
                  </a:lnTo>
                  <a:lnTo>
                    <a:pt x="242" y="184"/>
                  </a:lnTo>
                  <a:lnTo>
                    <a:pt x="229" y="184"/>
                  </a:lnTo>
                  <a:lnTo>
                    <a:pt x="242" y="184"/>
                  </a:lnTo>
                  <a:lnTo>
                    <a:pt x="229" y="184"/>
                  </a:lnTo>
                  <a:lnTo>
                    <a:pt x="242" y="193"/>
                  </a:lnTo>
                  <a:lnTo>
                    <a:pt x="229" y="193"/>
                  </a:lnTo>
                  <a:lnTo>
                    <a:pt x="229" y="203"/>
                  </a:lnTo>
                  <a:lnTo>
                    <a:pt x="242" y="203"/>
                  </a:lnTo>
                  <a:lnTo>
                    <a:pt x="242" y="213"/>
                  </a:lnTo>
                  <a:lnTo>
                    <a:pt x="229" y="213"/>
                  </a:lnTo>
                  <a:lnTo>
                    <a:pt x="229" y="224"/>
                  </a:lnTo>
                  <a:lnTo>
                    <a:pt x="217" y="224"/>
                  </a:lnTo>
                  <a:lnTo>
                    <a:pt x="217" y="233"/>
                  </a:lnTo>
                  <a:lnTo>
                    <a:pt x="203" y="233"/>
                  </a:lnTo>
                  <a:lnTo>
                    <a:pt x="192" y="233"/>
                  </a:lnTo>
                  <a:lnTo>
                    <a:pt x="178" y="233"/>
                  </a:lnTo>
                  <a:lnTo>
                    <a:pt x="178" y="244"/>
                  </a:lnTo>
                  <a:lnTo>
                    <a:pt x="178" y="254"/>
                  </a:lnTo>
                  <a:lnTo>
                    <a:pt x="166" y="254"/>
                  </a:lnTo>
                  <a:lnTo>
                    <a:pt x="166" y="264"/>
                  </a:lnTo>
                  <a:lnTo>
                    <a:pt x="166" y="273"/>
                  </a:lnTo>
                  <a:lnTo>
                    <a:pt x="166" y="284"/>
                  </a:lnTo>
                  <a:lnTo>
                    <a:pt x="154" y="284"/>
                  </a:lnTo>
                  <a:lnTo>
                    <a:pt x="154" y="294"/>
                  </a:lnTo>
                  <a:lnTo>
                    <a:pt x="141" y="294"/>
                  </a:lnTo>
                  <a:lnTo>
                    <a:pt x="141" y="305"/>
                  </a:lnTo>
                  <a:lnTo>
                    <a:pt x="129" y="305"/>
                  </a:lnTo>
                  <a:lnTo>
                    <a:pt x="129" y="314"/>
                  </a:lnTo>
                  <a:lnTo>
                    <a:pt x="129" y="325"/>
                  </a:lnTo>
                  <a:lnTo>
                    <a:pt x="115" y="325"/>
                  </a:lnTo>
                  <a:lnTo>
                    <a:pt x="102" y="325"/>
                  </a:lnTo>
                  <a:lnTo>
                    <a:pt x="90" y="325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2"/>
            <p:cNvSpPr/>
            <p:nvPr/>
          </p:nvSpPr>
          <p:spPr>
            <a:xfrm>
              <a:off x="4004182" y="3385784"/>
              <a:ext cx="684367" cy="472556"/>
            </a:xfrm>
            <a:custGeom>
              <a:avLst/>
              <a:gdLst/>
              <a:ahLst/>
              <a:cxnLst/>
              <a:rect l="l" t="t" r="r" b="b"/>
              <a:pathLst>
                <a:path w="591" h="325" extrusionOk="0">
                  <a:moveTo>
                    <a:pt x="113" y="182"/>
                  </a:moveTo>
                  <a:lnTo>
                    <a:pt x="126" y="182"/>
                  </a:lnTo>
                  <a:lnTo>
                    <a:pt x="126" y="192"/>
                  </a:lnTo>
                  <a:lnTo>
                    <a:pt x="137" y="192"/>
                  </a:lnTo>
                  <a:lnTo>
                    <a:pt x="151" y="192"/>
                  </a:lnTo>
                  <a:lnTo>
                    <a:pt x="137" y="192"/>
                  </a:lnTo>
                  <a:lnTo>
                    <a:pt x="151" y="192"/>
                  </a:lnTo>
                  <a:lnTo>
                    <a:pt x="164" y="192"/>
                  </a:lnTo>
                  <a:lnTo>
                    <a:pt x="164" y="203"/>
                  </a:lnTo>
                  <a:lnTo>
                    <a:pt x="164" y="192"/>
                  </a:lnTo>
                  <a:lnTo>
                    <a:pt x="176" y="192"/>
                  </a:lnTo>
                  <a:lnTo>
                    <a:pt x="176" y="182"/>
                  </a:lnTo>
                  <a:lnTo>
                    <a:pt x="176" y="173"/>
                  </a:lnTo>
                  <a:lnTo>
                    <a:pt x="189" y="173"/>
                  </a:lnTo>
                  <a:lnTo>
                    <a:pt x="189" y="162"/>
                  </a:lnTo>
                  <a:lnTo>
                    <a:pt x="189" y="173"/>
                  </a:lnTo>
                  <a:lnTo>
                    <a:pt x="189" y="162"/>
                  </a:lnTo>
                  <a:lnTo>
                    <a:pt x="202" y="162"/>
                  </a:lnTo>
                  <a:lnTo>
                    <a:pt x="202" y="152"/>
                  </a:lnTo>
                  <a:lnTo>
                    <a:pt x="214" y="152"/>
                  </a:lnTo>
                  <a:lnTo>
                    <a:pt x="227" y="152"/>
                  </a:lnTo>
                  <a:lnTo>
                    <a:pt x="227" y="142"/>
                  </a:lnTo>
                  <a:lnTo>
                    <a:pt x="227" y="132"/>
                  </a:lnTo>
                  <a:lnTo>
                    <a:pt x="227" y="121"/>
                  </a:lnTo>
                  <a:lnTo>
                    <a:pt x="238" y="121"/>
                  </a:lnTo>
                  <a:lnTo>
                    <a:pt x="238" y="112"/>
                  </a:lnTo>
                  <a:lnTo>
                    <a:pt x="252" y="112"/>
                  </a:lnTo>
                  <a:lnTo>
                    <a:pt x="252" y="101"/>
                  </a:lnTo>
                  <a:lnTo>
                    <a:pt x="265" y="101"/>
                  </a:lnTo>
                  <a:lnTo>
                    <a:pt x="277" y="101"/>
                  </a:lnTo>
                  <a:lnTo>
                    <a:pt x="277" y="112"/>
                  </a:lnTo>
                  <a:lnTo>
                    <a:pt x="290" y="112"/>
                  </a:lnTo>
                  <a:lnTo>
                    <a:pt x="277" y="112"/>
                  </a:lnTo>
                  <a:lnTo>
                    <a:pt x="277" y="101"/>
                  </a:lnTo>
                  <a:lnTo>
                    <a:pt x="290" y="101"/>
                  </a:lnTo>
                  <a:lnTo>
                    <a:pt x="302" y="91"/>
                  </a:lnTo>
                  <a:lnTo>
                    <a:pt x="302" y="81"/>
                  </a:lnTo>
                  <a:lnTo>
                    <a:pt x="315" y="81"/>
                  </a:lnTo>
                  <a:lnTo>
                    <a:pt x="328" y="91"/>
                  </a:lnTo>
                  <a:lnTo>
                    <a:pt x="328" y="81"/>
                  </a:lnTo>
                  <a:lnTo>
                    <a:pt x="328" y="72"/>
                  </a:lnTo>
                  <a:lnTo>
                    <a:pt x="339" y="72"/>
                  </a:lnTo>
                  <a:lnTo>
                    <a:pt x="353" y="81"/>
                  </a:lnTo>
                  <a:lnTo>
                    <a:pt x="364" y="81"/>
                  </a:lnTo>
                  <a:lnTo>
                    <a:pt x="378" y="81"/>
                  </a:lnTo>
                  <a:lnTo>
                    <a:pt x="378" y="72"/>
                  </a:lnTo>
                  <a:lnTo>
                    <a:pt x="378" y="81"/>
                  </a:lnTo>
                  <a:lnTo>
                    <a:pt x="391" y="81"/>
                  </a:lnTo>
                  <a:lnTo>
                    <a:pt x="391" y="72"/>
                  </a:lnTo>
                  <a:lnTo>
                    <a:pt x="403" y="72"/>
                  </a:lnTo>
                  <a:lnTo>
                    <a:pt x="403" y="61"/>
                  </a:lnTo>
                  <a:lnTo>
                    <a:pt x="416" y="61"/>
                  </a:lnTo>
                  <a:lnTo>
                    <a:pt x="428" y="61"/>
                  </a:lnTo>
                  <a:lnTo>
                    <a:pt x="428" y="51"/>
                  </a:lnTo>
                  <a:lnTo>
                    <a:pt x="440" y="51"/>
                  </a:lnTo>
                  <a:lnTo>
                    <a:pt x="440" y="40"/>
                  </a:lnTo>
                  <a:lnTo>
                    <a:pt x="440" y="31"/>
                  </a:lnTo>
                  <a:lnTo>
                    <a:pt x="454" y="31"/>
                  </a:lnTo>
                  <a:lnTo>
                    <a:pt x="454" y="21"/>
                  </a:lnTo>
                  <a:lnTo>
                    <a:pt x="454" y="9"/>
                  </a:lnTo>
                  <a:lnTo>
                    <a:pt x="465" y="0"/>
                  </a:lnTo>
                  <a:lnTo>
                    <a:pt x="465" y="9"/>
                  </a:lnTo>
                  <a:lnTo>
                    <a:pt x="479" y="9"/>
                  </a:lnTo>
                  <a:lnTo>
                    <a:pt x="492" y="9"/>
                  </a:lnTo>
                  <a:lnTo>
                    <a:pt x="492" y="21"/>
                  </a:lnTo>
                  <a:lnTo>
                    <a:pt x="492" y="31"/>
                  </a:lnTo>
                  <a:lnTo>
                    <a:pt x="504" y="31"/>
                  </a:lnTo>
                  <a:lnTo>
                    <a:pt x="504" y="40"/>
                  </a:lnTo>
                  <a:lnTo>
                    <a:pt x="517" y="40"/>
                  </a:lnTo>
                  <a:lnTo>
                    <a:pt x="504" y="40"/>
                  </a:lnTo>
                  <a:lnTo>
                    <a:pt x="517" y="40"/>
                  </a:lnTo>
                  <a:lnTo>
                    <a:pt x="517" y="51"/>
                  </a:lnTo>
                  <a:lnTo>
                    <a:pt x="517" y="61"/>
                  </a:lnTo>
                  <a:lnTo>
                    <a:pt x="517" y="72"/>
                  </a:lnTo>
                  <a:lnTo>
                    <a:pt x="517" y="81"/>
                  </a:lnTo>
                  <a:lnTo>
                    <a:pt x="517" y="91"/>
                  </a:lnTo>
                  <a:lnTo>
                    <a:pt x="529" y="91"/>
                  </a:lnTo>
                  <a:lnTo>
                    <a:pt x="529" y="101"/>
                  </a:lnTo>
                  <a:lnTo>
                    <a:pt x="529" y="112"/>
                  </a:lnTo>
                  <a:lnTo>
                    <a:pt x="529" y="121"/>
                  </a:lnTo>
                  <a:lnTo>
                    <a:pt x="541" y="121"/>
                  </a:lnTo>
                  <a:lnTo>
                    <a:pt x="541" y="132"/>
                  </a:lnTo>
                  <a:lnTo>
                    <a:pt x="554" y="132"/>
                  </a:lnTo>
                  <a:lnTo>
                    <a:pt x="554" y="142"/>
                  </a:lnTo>
                  <a:lnTo>
                    <a:pt x="566" y="152"/>
                  </a:lnTo>
                  <a:lnTo>
                    <a:pt x="554" y="152"/>
                  </a:lnTo>
                  <a:lnTo>
                    <a:pt x="541" y="152"/>
                  </a:lnTo>
                  <a:lnTo>
                    <a:pt x="541" y="162"/>
                  </a:lnTo>
                  <a:lnTo>
                    <a:pt x="529" y="162"/>
                  </a:lnTo>
                  <a:lnTo>
                    <a:pt x="529" y="152"/>
                  </a:lnTo>
                  <a:lnTo>
                    <a:pt x="529" y="162"/>
                  </a:lnTo>
                  <a:lnTo>
                    <a:pt x="529" y="173"/>
                  </a:lnTo>
                  <a:lnTo>
                    <a:pt x="541" y="173"/>
                  </a:lnTo>
                  <a:lnTo>
                    <a:pt x="541" y="182"/>
                  </a:lnTo>
                  <a:lnTo>
                    <a:pt x="554" y="182"/>
                  </a:lnTo>
                  <a:lnTo>
                    <a:pt x="554" y="192"/>
                  </a:lnTo>
                  <a:lnTo>
                    <a:pt x="566" y="192"/>
                  </a:lnTo>
                  <a:lnTo>
                    <a:pt x="579" y="192"/>
                  </a:lnTo>
                  <a:lnTo>
                    <a:pt x="579" y="203"/>
                  </a:lnTo>
                  <a:lnTo>
                    <a:pt x="579" y="213"/>
                  </a:lnTo>
                  <a:lnTo>
                    <a:pt x="591" y="213"/>
                  </a:lnTo>
                  <a:lnTo>
                    <a:pt x="591" y="222"/>
                  </a:lnTo>
                  <a:lnTo>
                    <a:pt x="591" y="233"/>
                  </a:lnTo>
                  <a:lnTo>
                    <a:pt x="579" y="233"/>
                  </a:lnTo>
                  <a:lnTo>
                    <a:pt x="579" y="222"/>
                  </a:lnTo>
                  <a:lnTo>
                    <a:pt x="579" y="233"/>
                  </a:lnTo>
                  <a:lnTo>
                    <a:pt x="579" y="222"/>
                  </a:lnTo>
                  <a:lnTo>
                    <a:pt x="566" y="222"/>
                  </a:lnTo>
                  <a:lnTo>
                    <a:pt x="566" y="233"/>
                  </a:lnTo>
                  <a:lnTo>
                    <a:pt x="566" y="222"/>
                  </a:lnTo>
                  <a:lnTo>
                    <a:pt x="566" y="233"/>
                  </a:lnTo>
                  <a:lnTo>
                    <a:pt x="554" y="233"/>
                  </a:lnTo>
                  <a:lnTo>
                    <a:pt x="554" y="244"/>
                  </a:lnTo>
                  <a:lnTo>
                    <a:pt x="541" y="244"/>
                  </a:lnTo>
                  <a:lnTo>
                    <a:pt x="541" y="253"/>
                  </a:lnTo>
                  <a:lnTo>
                    <a:pt x="529" y="253"/>
                  </a:lnTo>
                  <a:lnTo>
                    <a:pt x="529" y="264"/>
                  </a:lnTo>
                  <a:lnTo>
                    <a:pt x="517" y="264"/>
                  </a:lnTo>
                  <a:lnTo>
                    <a:pt x="504" y="264"/>
                  </a:lnTo>
                  <a:lnTo>
                    <a:pt x="504" y="274"/>
                  </a:lnTo>
                  <a:lnTo>
                    <a:pt x="492" y="274"/>
                  </a:lnTo>
                  <a:lnTo>
                    <a:pt x="492" y="285"/>
                  </a:lnTo>
                  <a:lnTo>
                    <a:pt x="492" y="274"/>
                  </a:lnTo>
                  <a:lnTo>
                    <a:pt x="492" y="285"/>
                  </a:lnTo>
                  <a:lnTo>
                    <a:pt x="479" y="274"/>
                  </a:lnTo>
                  <a:lnTo>
                    <a:pt x="479" y="285"/>
                  </a:lnTo>
                  <a:lnTo>
                    <a:pt x="479" y="274"/>
                  </a:lnTo>
                  <a:lnTo>
                    <a:pt x="465" y="274"/>
                  </a:lnTo>
                  <a:lnTo>
                    <a:pt x="454" y="274"/>
                  </a:lnTo>
                  <a:lnTo>
                    <a:pt x="454" y="264"/>
                  </a:lnTo>
                  <a:lnTo>
                    <a:pt x="440" y="264"/>
                  </a:lnTo>
                  <a:lnTo>
                    <a:pt x="428" y="264"/>
                  </a:lnTo>
                  <a:lnTo>
                    <a:pt x="428" y="253"/>
                  </a:lnTo>
                  <a:lnTo>
                    <a:pt x="428" y="244"/>
                  </a:lnTo>
                  <a:lnTo>
                    <a:pt x="416" y="244"/>
                  </a:lnTo>
                  <a:lnTo>
                    <a:pt x="416" y="253"/>
                  </a:lnTo>
                  <a:lnTo>
                    <a:pt x="403" y="253"/>
                  </a:lnTo>
                  <a:lnTo>
                    <a:pt x="403" y="244"/>
                  </a:lnTo>
                  <a:lnTo>
                    <a:pt x="391" y="244"/>
                  </a:lnTo>
                  <a:lnTo>
                    <a:pt x="391" y="253"/>
                  </a:lnTo>
                  <a:lnTo>
                    <a:pt x="391" y="244"/>
                  </a:lnTo>
                  <a:lnTo>
                    <a:pt x="391" y="233"/>
                  </a:lnTo>
                  <a:lnTo>
                    <a:pt x="378" y="233"/>
                  </a:lnTo>
                  <a:lnTo>
                    <a:pt x="364" y="233"/>
                  </a:lnTo>
                  <a:lnTo>
                    <a:pt x="364" y="244"/>
                  </a:lnTo>
                  <a:lnTo>
                    <a:pt x="353" y="244"/>
                  </a:lnTo>
                  <a:lnTo>
                    <a:pt x="339" y="244"/>
                  </a:lnTo>
                  <a:lnTo>
                    <a:pt x="339" y="253"/>
                  </a:lnTo>
                  <a:lnTo>
                    <a:pt x="339" y="244"/>
                  </a:lnTo>
                  <a:lnTo>
                    <a:pt x="339" y="253"/>
                  </a:lnTo>
                  <a:lnTo>
                    <a:pt x="339" y="264"/>
                  </a:lnTo>
                  <a:lnTo>
                    <a:pt x="328" y="264"/>
                  </a:lnTo>
                  <a:lnTo>
                    <a:pt x="315" y="264"/>
                  </a:lnTo>
                  <a:lnTo>
                    <a:pt x="315" y="274"/>
                  </a:lnTo>
                  <a:lnTo>
                    <a:pt x="315" y="264"/>
                  </a:lnTo>
                  <a:lnTo>
                    <a:pt x="302" y="264"/>
                  </a:lnTo>
                  <a:lnTo>
                    <a:pt x="302" y="274"/>
                  </a:lnTo>
                  <a:lnTo>
                    <a:pt x="290" y="274"/>
                  </a:lnTo>
                  <a:lnTo>
                    <a:pt x="277" y="274"/>
                  </a:lnTo>
                  <a:lnTo>
                    <a:pt x="277" y="264"/>
                  </a:lnTo>
                  <a:lnTo>
                    <a:pt x="277" y="253"/>
                  </a:lnTo>
                  <a:lnTo>
                    <a:pt x="290" y="253"/>
                  </a:lnTo>
                  <a:lnTo>
                    <a:pt x="277" y="253"/>
                  </a:lnTo>
                  <a:lnTo>
                    <a:pt x="265" y="253"/>
                  </a:lnTo>
                  <a:lnTo>
                    <a:pt x="265" y="244"/>
                  </a:lnTo>
                  <a:lnTo>
                    <a:pt x="265" y="253"/>
                  </a:lnTo>
                  <a:lnTo>
                    <a:pt x="252" y="253"/>
                  </a:lnTo>
                  <a:lnTo>
                    <a:pt x="252" y="264"/>
                  </a:lnTo>
                  <a:lnTo>
                    <a:pt x="238" y="264"/>
                  </a:lnTo>
                  <a:lnTo>
                    <a:pt x="227" y="264"/>
                  </a:lnTo>
                  <a:lnTo>
                    <a:pt x="238" y="264"/>
                  </a:lnTo>
                  <a:lnTo>
                    <a:pt x="227" y="264"/>
                  </a:lnTo>
                  <a:lnTo>
                    <a:pt x="214" y="264"/>
                  </a:lnTo>
                  <a:lnTo>
                    <a:pt x="202" y="264"/>
                  </a:lnTo>
                  <a:lnTo>
                    <a:pt x="202" y="274"/>
                  </a:lnTo>
                  <a:lnTo>
                    <a:pt x="189" y="274"/>
                  </a:lnTo>
                  <a:lnTo>
                    <a:pt x="176" y="274"/>
                  </a:lnTo>
                  <a:lnTo>
                    <a:pt x="176" y="264"/>
                  </a:lnTo>
                  <a:lnTo>
                    <a:pt x="164" y="264"/>
                  </a:lnTo>
                  <a:lnTo>
                    <a:pt x="151" y="264"/>
                  </a:lnTo>
                  <a:lnTo>
                    <a:pt x="151" y="274"/>
                  </a:lnTo>
                  <a:lnTo>
                    <a:pt x="137" y="274"/>
                  </a:lnTo>
                  <a:lnTo>
                    <a:pt x="137" y="285"/>
                  </a:lnTo>
                  <a:lnTo>
                    <a:pt x="126" y="285"/>
                  </a:lnTo>
                  <a:lnTo>
                    <a:pt x="113" y="285"/>
                  </a:lnTo>
                  <a:lnTo>
                    <a:pt x="101" y="285"/>
                  </a:lnTo>
                  <a:lnTo>
                    <a:pt x="101" y="294"/>
                  </a:lnTo>
                  <a:lnTo>
                    <a:pt x="101" y="304"/>
                  </a:lnTo>
                  <a:lnTo>
                    <a:pt x="113" y="304"/>
                  </a:lnTo>
                  <a:lnTo>
                    <a:pt x="101" y="304"/>
                  </a:lnTo>
                  <a:lnTo>
                    <a:pt x="113" y="304"/>
                  </a:lnTo>
                  <a:lnTo>
                    <a:pt x="101" y="304"/>
                  </a:lnTo>
                  <a:lnTo>
                    <a:pt x="101" y="314"/>
                  </a:lnTo>
                  <a:lnTo>
                    <a:pt x="113" y="314"/>
                  </a:lnTo>
                  <a:lnTo>
                    <a:pt x="113" y="325"/>
                  </a:lnTo>
                  <a:lnTo>
                    <a:pt x="101" y="325"/>
                  </a:lnTo>
                  <a:lnTo>
                    <a:pt x="88" y="325"/>
                  </a:lnTo>
                  <a:lnTo>
                    <a:pt x="88" y="314"/>
                  </a:lnTo>
                  <a:lnTo>
                    <a:pt x="75" y="314"/>
                  </a:lnTo>
                  <a:lnTo>
                    <a:pt x="75" y="304"/>
                  </a:lnTo>
                  <a:lnTo>
                    <a:pt x="75" y="314"/>
                  </a:lnTo>
                  <a:lnTo>
                    <a:pt x="63" y="314"/>
                  </a:lnTo>
                  <a:lnTo>
                    <a:pt x="50" y="314"/>
                  </a:lnTo>
                  <a:lnTo>
                    <a:pt x="50" y="304"/>
                  </a:lnTo>
                  <a:lnTo>
                    <a:pt x="38" y="304"/>
                  </a:lnTo>
                  <a:lnTo>
                    <a:pt x="38" y="294"/>
                  </a:lnTo>
                  <a:lnTo>
                    <a:pt x="25" y="294"/>
                  </a:lnTo>
                  <a:lnTo>
                    <a:pt x="25" y="304"/>
                  </a:lnTo>
                  <a:lnTo>
                    <a:pt x="25" y="294"/>
                  </a:lnTo>
                  <a:lnTo>
                    <a:pt x="38" y="294"/>
                  </a:lnTo>
                  <a:lnTo>
                    <a:pt x="38" y="285"/>
                  </a:lnTo>
                  <a:lnTo>
                    <a:pt x="25" y="285"/>
                  </a:lnTo>
                  <a:lnTo>
                    <a:pt x="38" y="285"/>
                  </a:lnTo>
                  <a:lnTo>
                    <a:pt x="25" y="285"/>
                  </a:lnTo>
                  <a:lnTo>
                    <a:pt x="25" y="274"/>
                  </a:lnTo>
                  <a:lnTo>
                    <a:pt x="25" y="264"/>
                  </a:lnTo>
                  <a:lnTo>
                    <a:pt x="12" y="264"/>
                  </a:lnTo>
                  <a:lnTo>
                    <a:pt x="12" y="253"/>
                  </a:lnTo>
                  <a:lnTo>
                    <a:pt x="25" y="253"/>
                  </a:lnTo>
                  <a:lnTo>
                    <a:pt x="12" y="253"/>
                  </a:lnTo>
                  <a:lnTo>
                    <a:pt x="12" y="244"/>
                  </a:lnTo>
                  <a:lnTo>
                    <a:pt x="12" y="233"/>
                  </a:lnTo>
                  <a:lnTo>
                    <a:pt x="12" y="222"/>
                  </a:lnTo>
                  <a:lnTo>
                    <a:pt x="0" y="222"/>
                  </a:lnTo>
                  <a:lnTo>
                    <a:pt x="0" y="213"/>
                  </a:lnTo>
                  <a:lnTo>
                    <a:pt x="0" y="203"/>
                  </a:lnTo>
                  <a:lnTo>
                    <a:pt x="0" y="192"/>
                  </a:lnTo>
                  <a:lnTo>
                    <a:pt x="12" y="192"/>
                  </a:lnTo>
                  <a:lnTo>
                    <a:pt x="12" y="182"/>
                  </a:lnTo>
                  <a:lnTo>
                    <a:pt x="25" y="182"/>
                  </a:lnTo>
                  <a:lnTo>
                    <a:pt x="38" y="182"/>
                  </a:lnTo>
                  <a:lnTo>
                    <a:pt x="50" y="182"/>
                  </a:lnTo>
                  <a:lnTo>
                    <a:pt x="50" y="173"/>
                  </a:lnTo>
                  <a:lnTo>
                    <a:pt x="63" y="173"/>
                  </a:lnTo>
                  <a:lnTo>
                    <a:pt x="63" y="162"/>
                  </a:lnTo>
                  <a:lnTo>
                    <a:pt x="75" y="162"/>
                  </a:lnTo>
                  <a:lnTo>
                    <a:pt x="88" y="162"/>
                  </a:lnTo>
                  <a:lnTo>
                    <a:pt x="88" y="173"/>
                  </a:lnTo>
                  <a:lnTo>
                    <a:pt x="88" y="182"/>
                  </a:lnTo>
                  <a:lnTo>
                    <a:pt x="101" y="182"/>
                  </a:lnTo>
                  <a:lnTo>
                    <a:pt x="113" y="182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2"/>
            <p:cNvSpPr/>
            <p:nvPr/>
          </p:nvSpPr>
          <p:spPr>
            <a:xfrm>
              <a:off x="5474775" y="4368204"/>
              <a:ext cx="542719" cy="1154744"/>
            </a:xfrm>
            <a:custGeom>
              <a:avLst/>
              <a:gdLst/>
              <a:ahLst/>
              <a:cxnLst/>
              <a:rect l="l" t="t" r="r" b="b"/>
              <a:pathLst>
                <a:path w="546" h="930" extrusionOk="0">
                  <a:moveTo>
                    <a:pt x="320" y="578"/>
                  </a:moveTo>
                  <a:lnTo>
                    <a:pt x="334" y="565"/>
                  </a:lnTo>
                  <a:lnTo>
                    <a:pt x="346" y="612"/>
                  </a:lnTo>
                  <a:lnTo>
                    <a:pt x="334" y="612"/>
                  </a:lnTo>
                  <a:lnTo>
                    <a:pt x="320" y="578"/>
                  </a:lnTo>
                  <a:close/>
                  <a:moveTo>
                    <a:pt x="268" y="578"/>
                  </a:moveTo>
                  <a:lnTo>
                    <a:pt x="268" y="589"/>
                  </a:lnTo>
                  <a:lnTo>
                    <a:pt x="254" y="589"/>
                  </a:lnTo>
                  <a:lnTo>
                    <a:pt x="254" y="578"/>
                  </a:lnTo>
                  <a:lnTo>
                    <a:pt x="254" y="589"/>
                  </a:lnTo>
                  <a:lnTo>
                    <a:pt x="254" y="601"/>
                  </a:lnTo>
                  <a:lnTo>
                    <a:pt x="254" y="612"/>
                  </a:lnTo>
                  <a:lnTo>
                    <a:pt x="254" y="625"/>
                  </a:lnTo>
                  <a:lnTo>
                    <a:pt x="254" y="612"/>
                  </a:lnTo>
                  <a:lnTo>
                    <a:pt x="268" y="612"/>
                  </a:lnTo>
                  <a:lnTo>
                    <a:pt x="268" y="625"/>
                  </a:lnTo>
                  <a:lnTo>
                    <a:pt x="280" y="625"/>
                  </a:lnTo>
                  <a:lnTo>
                    <a:pt x="280" y="636"/>
                  </a:lnTo>
                  <a:lnTo>
                    <a:pt x="294" y="636"/>
                  </a:lnTo>
                  <a:lnTo>
                    <a:pt x="294" y="625"/>
                  </a:lnTo>
                  <a:lnTo>
                    <a:pt x="294" y="612"/>
                  </a:lnTo>
                  <a:lnTo>
                    <a:pt x="294" y="601"/>
                  </a:lnTo>
                  <a:lnTo>
                    <a:pt x="306" y="601"/>
                  </a:lnTo>
                  <a:lnTo>
                    <a:pt x="306" y="612"/>
                  </a:lnTo>
                  <a:lnTo>
                    <a:pt x="306" y="625"/>
                  </a:lnTo>
                  <a:lnTo>
                    <a:pt x="306" y="636"/>
                  </a:lnTo>
                  <a:lnTo>
                    <a:pt x="306" y="625"/>
                  </a:lnTo>
                  <a:lnTo>
                    <a:pt x="320" y="636"/>
                  </a:lnTo>
                  <a:lnTo>
                    <a:pt x="320" y="625"/>
                  </a:lnTo>
                  <a:lnTo>
                    <a:pt x="320" y="636"/>
                  </a:lnTo>
                  <a:lnTo>
                    <a:pt x="320" y="625"/>
                  </a:lnTo>
                  <a:lnTo>
                    <a:pt x="334" y="625"/>
                  </a:lnTo>
                  <a:lnTo>
                    <a:pt x="334" y="636"/>
                  </a:lnTo>
                  <a:lnTo>
                    <a:pt x="334" y="648"/>
                  </a:lnTo>
                  <a:lnTo>
                    <a:pt x="334" y="636"/>
                  </a:lnTo>
                  <a:lnTo>
                    <a:pt x="346" y="648"/>
                  </a:lnTo>
                  <a:lnTo>
                    <a:pt x="346" y="636"/>
                  </a:lnTo>
                  <a:lnTo>
                    <a:pt x="346" y="648"/>
                  </a:lnTo>
                  <a:lnTo>
                    <a:pt x="346" y="636"/>
                  </a:lnTo>
                  <a:lnTo>
                    <a:pt x="346" y="648"/>
                  </a:lnTo>
                  <a:lnTo>
                    <a:pt x="360" y="648"/>
                  </a:lnTo>
                  <a:lnTo>
                    <a:pt x="373" y="648"/>
                  </a:lnTo>
                  <a:lnTo>
                    <a:pt x="387" y="648"/>
                  </a:lnTo>
                  <a:lnTo>
                    <a:pt x="387" y="659"/>
                  </a:lnTo>
                  <a:lnTo>
                    <a:pt x="387" y="672"/>
                  </a:lnTo>
                  <a:lnTo>
                    <a:pt x="387" y="659"/>
                  </a:lnTo>
                  <a:lnTo>
                    <a:pt x="387" y="672"/>
                  </a:lnTo>
                  <a:lnTo>
                    <a:pt x="373" y="672"/>
                  </a:lnTo>
                  <a:lnTo>
                    <a:pt x="387" y="672"/>
                  </a:lnTo>
                  <a:lnTo>
                    <a:pt x="373" y="672"/>
                  </a:lnTo>
                  <a:lnTo>
                    <a:pt x="373" y="683"/>
                  </a:lnTo>
                  <a:lnTo>
                    <a:pt x="373" y="672"/>
                  </a:lnTo>
                  <a:lnTo>
                    <a:pt x="373" y="683"/>
                  </a:lnTo>
                  <a:lnTo>
                    <a:pt x="373" y="695"/>
                  </a:lnTo>
                  <a:lnTo>
                    <a:pt x="373" y="683"/>
                  </a:lnTo>
                  <a:lnTo>
                    <a:pt x="373" y="695"/>
                  </a:lnTo>
                  <a:lnTo>
                    <a:pt x="387" y="695"/>
                  </a:lnTo>
                  <a:lnTo>
                    <a:pt x="401" y="695"/>
                  </a:lnTo>
                  <a:lnTo>
                    <a:pt x="401" y="706"/>
                  </a:lnTo>
                  <a:lnTo>
                    <a:pt x="413" y="706"/>
                  </a:lnTo>
                  <a:lnTo>
                    <a:pt x="427" y="706"/>
                  </a:lnTo>
                  <a:lnTo>
                    <a:pt x="427" y="719"/>
                  </a:lnTo>
                  <a:lnTo>
                    <a:pt x="439" y="719"/>
                  </a:lnTo>
                  <a:lnTo>
                    <a:pt x="427" y="706"/>
                  </a:lnTo>
                  <a:lnTo>
                    <a:pt x="439" y="706"/>
                  </a:lnTo>
                  <a:lnTo>
                    <a:pt x="453" y="706"/>
                  </a:lnTo>
                  <a:lnTo>
                    <a:pt x="467" y="706"/>
                  </a:lnTo>
                  <a:lnTo>
                    <a:pt x="479" y="706"/>
                  </a:lnTo>
                  <a:lnTo>
                    <a:pt x="479" y="695"/>
                  </a:lnTo>
                  <a:lnTo>
                    <a:pt x="479" y="706"/>
                  </a:lnTo>
                  <a:lnTo>
                    <a:pt x="493" y="706"/>
                  </a:lnTo>
                  <a:lnTo>
                    <a:pt x="493" y="695"/>
                  </a:lnTo>
                  <a:lnTo>
                    <a:pt x="506" y="695"/>
                  </a:lnTo>
                  <a:lnTo>
                    <a:pt x="506" y="706"/>
                  </a:lnTo>
                  <a:lnTo>
                    <a:pt x="520" y="719"/>
                  </a:lnTo>
                  <a:lnTo>
                    <a:pt x="534" y="730"/>
                  </a:lnTo>
                  <a:lnTo>
                    <a:pt x="506" y="742"/>
                  </a:lnTo>
                  <a:lnTo>
                    <a:pt x="493" y="755"/>
                  </a:lnTo>
                  <a:lnTo>
                    <a:pt x="479" y="766"/>
                  </a:lnTo>
                  <a:lnTo>
                    <a:pt x="479" y="778"/>
                  </a:lnTo>
                  <a:lnTo>
                    <a:pt x="479" y="789"/>
                  </a:lnTo>
                  <a:lnTo>
                    <a:pt x="479" y="802"/>
                  </a:lnTo>
                  <a:lnTo>
                    <a:pt x="493" y="802"/>
                  </a:lnTo>
                  <a:lnTo>
                    <a:pt x="479" y="802"/>
                  </a:lnTo>
                  <a:lnTo>
                    <a:pt x="467" y="802"/>
                  </a:lnTo>
                  <a:lnTo>
                    <a:pt x="467" y="813"/>
                  </a:lnTo>
                  <a:lnTo>
                    <a:pt x="453" y="813"/>
                  </a:lnTo>
                  <a:lnTo>
                    <a:pt x="439" y="813"/>
                  </a:lnTo>
                  <a:lnTo>
                    <a:pt x="439" y="825"/>
                  </a:lnTo>
                  <a:lnTo>
                    <a:pt x="439" y="836"/>
                  </a:lnTo>
                  <a:lnTo>
                    <a:pt x="427" y="836"/>
                  </a:lnTo>
                  <a:lnTo>
                    <a:pt x="427" y="849"/>
                  </a:lnTo>
                  <a:lnTo>
                    <a:pt x="413" y="849"/>
                  </a:lnTo>
                  <a:lnTo>
                    <a:pt x="413" y="860"/>
                  </a:lnTo>
                  <a:lnTo>
                    <a:pt x="401" y="860"/>
                  </a:lnTo>
                  <a:lnTo>
                    <a:pt x="401" y="872"/>
                  </a:lnTo>
                  <a:lnTo>
                    <a:pt x="387" y="872"/>
                  </a:lnTo>
                  <a:lnTo>
                    <a:pt x="401" y="872"/>
                  </a:lnTo>
                  <a:lnTo>
                    <a:pt x="401" y="883"/>
                  </a:lnTo>
                  <a:lnTo>
                    <a:pt x="387" y="896"/>
                  </a:lnTo>
                  <a:lnTo>
                    <a:pt x="373" y="896"/>
                  </a:lnTo>
                  <a:lnTo>
                    <a:pt x="360" y="907"/>
                  </a:lnTo>
                  <a:lnTo>
                    <a:pt x="346" y="907"/>
                  </a:lnTo>
                  <a:lnTo>
                    <a:pt x="346" y="919"/>
                  </a:lnTo>
                  <a:lnTo>
                    <a:pt x="334" y="919"/>
                  </a:lnTo>
                  <a:lnTo>
                    <a:pt x="334" y="930"/>
                  </a:lnTo>
                  <a:lnTo>
                    <a:pt x="320" y="930"/>
                  </a:lnTo>
                  <a:lnTo>
                    <a:pt x="306" y="930"/>
                  </a:lnTo>
                  <a:lnTo>
                    <a:pt x="306" y="919"/>
                  </a:lnTo>
                  <a:lnTo>
                    <a:pt x="294" y="919"/>
                  </a:lnTo>
                  <a:lnTo>
                    <a:pt x="280" y="919"/>
                  </a:lnTo>
                  <a:lnTo>
                    <a:pt x="268" y="919"/>
                  </a:lnTo>
                  <a:lnTo>
                    <a:pt x="268" y="907"/>
                  </a:lnTo>
                  <a:lnTo>
                    <a:pt x="254" y="907"/>
                  </a:lnTo>
                  <a:lnTo>
                    <a:pt x="254" y="896"/>
                  </a:lnTo>
                  <a:lnTo>
                    <a:pt x="240" y="896"/>
                  </a:lnTo>
                  <a:lnTo>
                    <a:pt x="240" y="883"/>
                  </a:lnTo>
                  <a:lnTo>
                    <a:pt x="240" y="872"/>
                  </a:lnTo>
                  <a:lnTo>
                    <a:pt x="227" y="872"/>
                  </a:lnTo>
                  <a:lnTo>
                    <a:pt x="227" y="860"/>
                  </a:lnTo>
                  <a:lnTo>
                    <a:pt x="213" y="860"/>
                  </a:lnTo>
                  <a:lnTo>
                    <a:pt x="227" y="860"/>
                  </a:lnTo>
                  <a:lnTo>
                    <a:pt x="213" y="860"/>
                  </a:lnTo>
                  <a:lnTo>
                    <a:pt x="213" y="849"/>
                  </a:lnTo>
                  <a:lnTo>
                    <a:pt x="227" y="849"/>
                  </a:lnTo>
                  <a:lnTo>
                    <a:pt x="227" y="836"/>
                  </a:lnTo>
                  <a:lnTo>
                    <a:pt x="227" y="825"/>
                  </a:lnTo>
                  <a:lnTo>
                    <a:pt x="240" y="825"/>
                  </a:lnTo>
                  <a:lnTo>
                    <a:pt x="240" y="813"/>
                  </a:lnTo>
                  <a:lnTo>
                    <a:pt x="254" y="813"/>
                  </a:lnTo>
                  <a:lnTo>
                    <a:pt x="254" y="802"/>
                  </a:lnTo>
                  <a:lnTo>
                    <a:pt x="254" y="789"/>
                  </a:lnTo>
                  <a:lnTo>
                    <a:pt x="240" y="789"/>
                  </a:lnTo>
                  <a:lnTo>
                    <a:pt x="227" y="789"/>
                  </a:lnTo>
                  <a:lnTo>
                    <a:pt x="213" y="789"/>
                  </a:lnTo>
                  <a:lnTo>
                    <a:pt x="213" y="778"/>
                  </a:lnTo>
                  <a:lnTo>
                    <a:pt x="213" y="766"/>
                  </a:lnTo>
                  <a:lnTo>
                    <a:pt x="199" y="766"/>
                  </a:lnTo>
                  <a:lnTo>
                    <a:pt x="199" y="755"/>
                  </a:lnTo>
                  <a:lnTo>
                    <a:pt x="187" y="755"/>
                  </a:lnTo>
                  <a:lnTo>
                    <a:pt x="173" y="755"/>
                  </a:lnTo>
                  <a:lnTo>
                    <a:pt x="173" y="742"/>
                  </a:lnTo>
                  <a:lnTo>
                    <a:pt x="161" y="742"/>
                  </a:lnTo>
                  <a:lnTo>
                    <a:pt x="173" y="730"/>
                  </a:lnTo>
                  <a:lnTo>
                    <a:pt x="161" y="730"/>
                  </a:lnTo>
                  <a:lnTo>
                    <a:pt x="173" y="730"/>
                  </a:lnTo>
                  <a:lnTo>
                    <a:pt x="173" y="719"/>
                  </a:lnTo>
                  <a:lnTo>
                    <a:pt x="173" y="706"/>
                  </a:lnTo>
                  <a:lnTo>
                    <a:pt x="173" y="695"/>
                  </a:lnTo>
                  <a:lnTo>
                    <a:pt x="161" y="695"/>
                  </a:lnTo>
                  <a:lnTo>
                    <a:pt x="161" y="683"/>
                  </a:lnTo>
                  <a:lnTo>
                    <a:pt x="161" y="672"/>
                  </a:lnTo>
                  <a:lnTo>
                    <a:pt x="161" y="659"/>
                  </a:lnTo>
                  <a:lnTo>
                    <a:pt x="147" y="659"/>
                  </a:lnTo>
                  <a:lnTo>
                    <a:pt x="133" y="659"/>
                  </a:lnTo>
                  <a:lnTo>
                    <a:pt x="133" y="648"/>
                  </a:lnTo>
                  <a:lnTo>
                    <a:pt x="133" y="659"/>
                  </a:lnTo>
                  <a:lnTo>
                    <a:pt x="133" y="648"/>
                  </a:lnTo>
                  <a:lnTo>
                    <a:pt x="121" y="648"/>
                  </a:lnTo>
                  <a:lnTo>
                    <a:pt x="107" y="648"/>
                  </a:lnTo>
                  <a:lnTo>
                    <a:pt x="94" y="648"/>
                  </a:lnTo>
                  <a:lnTo>
                    <a:pt x="80" y="648"/>
                  </a:lnTo>
                  <a:lnTo>
                    <a:pt x="66" y="648"/>
                  </a:lnTo>
                  <a:lnTo>
                    <a:pt x="66" y="636"/>
                  </a:lnTo>
                  <a:lnTo>
                    <a:pt x="66" y="648"/>
                  </a:lnTo>
                  <a:lnTo>
                    <a:pt x="54" y="636"/>
                  </a:lnTo>
                  <a:lnTo>
                    <a:pt x="54" y="625"/>
                  </a:lnTo>
                  <a:lnTo>
                    <a:pt x="40" y="625"/>
                  </a:lnTo>
                  <a:lnTo>
                    <a:pt x="40" y="612"/>
                  </a:lnTo>
                  <a:lnTo>
                    <a:pt x="40" y="601"/>
                  </a:lnTo>
                  <a:lnTo>
                    <a:pt x="28" y="601"/>
                  </a:lnTo>
                  <a:lnTo>
                    <a:pt x="40" y="601"/>
                  </a:lnTo>
                  <a:lnTo>
                    <a:pt x="40" y="589"/>
                  </a:lnTo>
                  <a:lnTo>
                    <a:pt x="40" y="578"/>
                  </a:lnTo>
                  <a:lnTo>
                    <a:pt x="40" y="565"/>
                  </a:lnTo>
                  <a:lnTo>
                    <a:pt x="28" y="565"/>
                  </a:lnTo>
                  <a:lnTo>
                    <a:pt x="28" y="554"/>
                  </a:lnTo>
                  <a:lnTo>
                    <a:pt x="28" y="565"/>
                  </a:lnTo>
                  <a:lnTo>
                    <a:pt x="28" y="554"/>
                  </a:lnTo>
                  <a:lnTo>
                    <a:pt x="14" y="554"/>
                  </a:lnTo>
                  <a:lnTo>
                    <a:pt x="14" y="542"/>
                  </a:lnTo>
                  <a:lnTo>
                    <a:pt x="14" y="531"/>
                  </a:lnTo>
                  <a:lnTo>
                    <a:pt x="28" y="531"/>
                  </a:lnTo>
                  <a:lnTo>
                    <a:pt x="14" y="531"/>
                  </a:lnTo>
                  <a:lnTo>
                    <a:pt x="14" y="518"/>
                  </a:lnTo>
                  <a:lnTo>
                    <a:pt x="14" y="507"/>
                  </a:lnTo>
                  <a:lnTo>
                    <a:pt x="14" y="495"/>
                  </a:lnTo>
                  <a:lnTo>
                    <a:pt x="28" y="495"/>
                  </a:lnTo>
                  <a:lnTo>
                    <a:pt x="28" y="482"/>
                  </a:lnTo>
                  <a:lnTo>
                    <a:pt x="28" y="471"/>
                  </a:lnTo>
                  <a:lnTo>
                    <a:pt x="28" y="459"/>
                  </a:lnTo>
                  <a:lnTo>
                    <a:pt x="28" y="448"/>
                  </a:lnTo>
                  <a:lnTo>
                    <a:pt x="28" y="435"/>
                  </a:lnTo>
                  <a:lnTo>
                    <a:pt x="28" y="424"/>
                  </a:lnTo>
                  <a:lnTo>
                    <a:pt x="28" y="412"/>
                  </a:lnTo>
                  <a:lnTo>
                    <a:pt x="28" y="401"/>
                  </a:lnTo>
                  <a:lnTo>
                    <a:pt x="28" y="388"/>
                  </a:lnTo>
                  <a:lnTo>
                    <a:pt x="28" y="377"/>
                  </a:lnTo>
                  <a:lnTo>
                    <a:pt x="14" y="377"/>
                  </a:lnTo>
                  <a:lnTo>
                    <a:pt x="14" y="365"/>
                  </a:lnTo>
                  <a:lnTo>
                    <a:pt x="0" y="365"/>
                  </a:lnTo>
                  <a:lnTo>
                    <a:pt x="0" y="354"/>
                  </a:lnTo>
                  <a:lnTo>
                    <a:pt x="0" y="341"/>
                  </a:lnTo>
                  <a:lnTo>
                    <a:pt x="0" y="354"/>
                  </a:lnTo>
                  <a:lnTo>
                    <a:pt x="0" y="341"/>
                  </a:lnTo>
                  <a:lnTo>
                    <a:pt x="14" y="341"/>
                  </a:lnTo>
                  <a:lnTo>
                    <a:pt x="28" y="341"/>
                  </a:lnTo>
                  <a:lnTo>
                    <a:pt x="14" y="341"/>
                  </a:lnTo>
                  <a:lnTo>
                    <a:pt x="28" y="341"/>
                  </a:lnTo>
                  <a:lnTo>
                    <a:pt x="28" y="330"/>
                  </a:lnTo>
                  <a:lnTo>
                    <a:pt x="28" y="341"/>
                  </a:lnTo>
                  <a:lnTo>
                    <a:pt x="28" y="330"/>
                  </a:lnTo>
                  <a:lnTo>
                    <a:pt x="28" y="318"/>
                  </a:lnTo>
                  <a:lnTo>
                    <a:pt x="28" y="307"/>
                  </a:lnTo>
                  <a:lnTo>
                    <a:pt x="28" y="294"/>
                  </a:lnTo>
                  <a:lnTo>
                    <a:pt x="40" y="294"/>
                  </a:lnTo>
                  <a:lnTo>
                    <a:pt x="40" y="283"/>
                  </a:lnTo>
                  <a:lnTo>
                    <a:pt x="40" y="271"/>
                  </a:lnTo>
                  <a:lnTo>
                    <a:pt x="54" y="271"/>
                  </a:lnTo>
                  <a:lnTo>
                    <a:pt x="54" y="260"/>
                  </a:lnTo>
                  <a:lnTo>
                    <a:pt x="54" y="247"/>
                  </a:lnTo>
                  <a:lnTo>
                    <a:pt x="66" y="247"/>
                  </a:lnTo>
                  <a:lnTo>
                    <a:pt x="66" y="235"/>
                  </a:lnTo>
                  <a:lnTo>
                    <a:pt x="80" y="235"/>
                  </a:lnTo>
                  <a:lnTo>
                    <a:pt x="80" y="224"/>
                  </a:lnTo>
                  <a:lnTo>
                    <a:pt x="66" y="224"/>
                  </a:lnTo>
                  <a:lnTo>
                    <a:pt x="54" y="224"/>
                  </a:lnTo>
                  <a:lnTo>
                    <a:pt x="54" y="211"/>
                  </a:lnTo>
                  <a:lnTo>
                    <a:pt x="66" y="211"/>
                  </a:lnTo>
                  <a:lnTo>
                    <a:pt x="66" y="200"/>
                  </a:lnTo>
                  <a:lnTo>
                    <a:pt x="66" y="188"/>
                  </a:lnTo>
                  <a:lnTo>
                    <a:pt x="66" y="177"/>
                  </a:lnTo>
                  <a:lnTo>
                    <a:pt x="54" y="177"/>
                  </a:lnTo>
                  <a:lnTo>
                    <a:pt x="54" y="164"/>
                  </a:lnTo>
                  <a:lnTo>
                    <a:pt x="66" y="164"/>
                  </a:lnTo>
                  <a:lnTo>
                    <a:pt x="66" y="177"/>
                  </a:lnTo>
                  <a:lnTo>
                    <a:pt x="80" y="177"/>
                  </a:lnTo>
                  <a:lnTo>
                    <a:pt x="94" y="177"/>
                  </a:lnTo>
                  <a:lnTo>
                    <a:pt x="94" y="164"/>
                  </a:lnTo>
                  <a:lnTo>
                    <a:pt x="94" y="153"/>
                  </a:lnTo>
                  <a:lnTo>
                    <a:pt x="94" y="141"/>
                  </a:lnTo>
                  <a:lnTo>
                    <a:pt x="107" y="141"/>
                  </a:lnTo>
                  <a:lnTo>
                    <a:pt x="107" y="130"/>
                  </a:lnTo>
                  <a:lnTo>
                    <a:pt x="121" y="130"/>
                  </a:lnTo>
                  <a:lnTo>
                    <a:pt x="133" y="130"/>
                  </a:lnTo>
                  <a:lnTo>
                    <a:pt x="133" y="117"/>
                  </a:lnTo>
                  <a:lnTo>
                    <a:pt x="133" y="106"/>
                  </a:lnTo>
                  <a:lnTo>
                    <a:pt x="147" y="106"/>
                  </a:lnTo>
                  <a:lnTo>
                    <a:pt x="147" y="94"/>
                  </a:lnTo>
                  <a:lnTo>
                    <a:pt x="161" y="94"/>
                  </a:lnTo>
                  <a:lnTo>
                    <a:pt x="161" y="83"/>
                  </a:lnTo>
                  <a:lnTo>
                    <a:pt x="161" y="70"/>
                  </a:lnTo>
                  <a:lnTo>
                    <a:pt x="173" y="70"/>
                  </a:lnTo>
                  <a:lnTo>
                    <a:pt x="173" y="59"/>
                  </a:lnTo>
                  <a:lnTo>
                    <a:pt x="187" y="59"/>
                  </a:lnTo>
                  <a:lnTo>
                    <a:pt x="173" y="59"/>
                  </a:lnTo>
                  <a:lnTo>
                    <a:pt x="173" y="47"/>
                  </a:lnTo>
                  <a:lnTo>
                    <a:pt x="173" y="36"/>
                  </a:lnTo>
                  <a:lnTo>
                    <a:pt x="173" y="23"/>
                  </a:lnTo>
                  <a:lnTo>
                    <a:pt x="254" y="47"/>
                  </a:lnTo>
                  <a:lnTo>
                    <a:pt x="268" y="47"/>
                  </a:lnTo>
                  <a:lnTo>
                    <a:pt x="360" y="83"/>
                  </a:lnTo>
                  <a:lnTo>
                    <a:pt x="387" y="70"/>
                  </a:lnTo>
                  <a:lnTo>
                    <a:pt x="506" y="13"/>
                  </a:lnTo>
                  <a:lnTo>
                    <a:pt x="520" y="13"/>
                  </a:lnTo>
                  <a:lnTo>
                    <a:pt x="546" y="0"/>
                  </a:lnTo>
                  <a:lnTo>
                    <a:pt x="546" y="13"/>
                  </a:lnTo>
                  <a:lnTo>
                    <a:pt x="546" y="0"/>
                  </a:lnTo>
                  <a:lnTo>
                    <a:pt x="546" y="13"/>
                  </a:lnTo>
                  <a:lnTo>
                    <a:pt x="546" y="23"/>
                  </a:lnTo>
                  <a:lnTo>
                    <a:pt x="546" y="36"/>
                  </a:lnTo>
                  <a:lnTo>
                    <a:pt x="546" y="47"/>
                  </a:lnTo>
                  <a:lnTo>
                    <a:pt x="546" y="36"/>
                  </a:lnTo>
                  <a:lnTo>
                    <a:pt x="546" y="47"/>
                  </a:lnTo>
                  <a:lnTo>
                    <a:pt x="546" y="59"/>
                  </a:lnTo>
                  <a:lnTo>
                    <a:pt x="546" y="70"/>
                  </a:lnTo>
                  <a:lnTo>
                    <a:pt x="534" y="70"/>
                  </a:lnTo>
                  <a:lnTo>
                    <a:pt x="546" y="70"/>
                  </a:lnTo>
                  <a:lnTo>
                    <a:pt x="534" y="70"/>
                  </a:lnTo>
                  <a:lnTo>
                    <a:pt x="534" y="83"/>
                  </a:lnTo>
                  <a:lnTo>
                    <a:pt x="546" y="83"/>
                  </a:lnTo>
                  <a:lnTo>
                    <a:pt x="534" y="83"/>
                  </a:lnTo>
                  <a:lnTo>
                    <a:pt x="534" y="94"/>
                  </a:lnTo>
                  <a:lnTo>
                    <a:pt x="534" y="106"/>
                  </a:lnTo>
                  <a:lnTo>
                    <a:pt x="534" y="117"/>
                  </a:lnTo>
                  <a:lnTo>
                    <a:pt x="520" y="117"/>
                  </a:lnTo>
                  <a:lnTo>
                    <a:pt x="520" y="130"/>
                  </a:lnTo>
                  <a:lnTo>
                    <a:pt x="506" y="130"/>
                  </a:lnTo>
                  <a:lnTo>
                    <a:pt x="506" y="141"/>
                  </a:lnTo>
                  <a:lnTo>
                    <a:pt x="493" y="141"/>
                  </a:lnTo>
                  <a:lnTo>
                    <a:pt x="506" y="141"/>
                  </a:lnTo>
                  <a:lnTo>
                    <a:pt x="493" y="141"/>
                  </a:lnTo>
                  <a:lnTo>
                    <a:pt x="493" y="153"/>
                  </a:lnTo>
                  <a:lnTo>
                    <a:pt x="493" y="164"/>
                  </a:lnTo>
                  <a:lnTo>
                    <a:pt x="506" y="164"/>
                  </a:lnTo>
                  <a:lnTo>
                    <a:pt x="520" y="164"/>
                  </a:lnTo>
                  <a:lnTo>
                    <a:pt x="506" y="164"/>
                  </a:lnTo>
                  <a:lnTo>
                    <a:pt x="506" y="177"/>
                  </a:lnTo>
                  <a:lnTo>
                    <a:pt x="520" y="177"/>
                  </a:lnTo>
                  <a:lnTo>
                    <a:pt x="534" y="177"/>
                  </a:lnTo>
                  <a:lnTo>
                    <a:pt x="520" y="177"/>
                  </a:lnTo>
                  <a:lnTo>
                    <a:pt x="520" y="188"/>
                  </a:lnTo>
                  <a:lnTo>
                    <a:pt x="506" y="188"/>
                  </a:lnTo>
                  <a:lnTo>
                    <a:pt x="506" y="200"/>
                  </a:lnTo>
                  <a:lnTo>
                    <a:pt x="506" y="211"/>
                  </a:lnTo>
                  <a:lnTo>
                    <a:pt x="520" y="211"/>
                  </a:lnTo>
                  <a:lnTo>
                    <a:pt x="506" y="211"/>
                  </a:lnTo>
                  <a:lnTo>
                    <a:pt x="520" y="211"/>
                  </a:lnTo>
                  <a:lnTo>
                    <a:pt x="520" y="224"/>
                  </a:lnTo>
                  <a:lnTo>
                    <a:pt x="534" y="224"/>
                  </a:lnTo>
                  <a:lnTo>
                    <a:pt x="534" y="235"/>
                  </a:lnTo>
                  <a:lnTo>
                    <a:pt x="534" y="247"/>
                  </a:lnTo>
                  <a:lnTo>
                    <a:pt x="546" y="247"/>
                  </a:lnTo>
                  <a:lnTo>
                    <a:pt x="546" y="260"/>
                  </a:lnTo>
                  <a:lnTo>
                    <a:pt x="534" y="260"/>
                  </a:lnTo>
                  <a:lnTo>
                    <a:pt x="546" y="260"/>
                  </a:lnTo>
                  <a:lnTo>
                    <a:pt x="534" y="260"/>
                  </a:lnTo>
                  <a:lnTo>
                    <a:pt x="546" y="260"/>
                  </a:lnTo>
                  <a:lnTo>
                    <a:pt x="534" y="260"/>
                  </a:lnTo>
                  <a:lnTo>
                    <a:pt x="546" y="260"/>
                  </a:lnTo>
                  <a:lnTo>
                    <a:pt x="546" y="271"/>
                  </a:lnTo>
                  <a:lnTo>
                    <a:pt x="506" y="271"/>
                  </a:lnTo>
                  <a:lnTo>
                    <a:pt x="506" y="283"/>
                  </a:lnTo>
                  <a:lnTo>
                    <a:pt x="493" y="283"/>
                  </a:lnTo>
                  <a:lnTo>
                    <a:pt x="506" y="294"/>
                  </a:lnTo>
                  <a:lnTo>
                    <a:pt x="506" y="307"/>
                  </a:lnTo>
                  <a:lnTo>
                    <a:pt x="493" y="307"/>
                  </a:lnTo>
                  <a:lnTo>
                    <a:pt x="493" y="318"/>
                  </a:lnTo>
                  <a:lnTo>
                    <a:pt x="479" y="318"/>
                  </a:lnTo>
                  <a:lnTo>
                    <a:pt x="479" y="330"/>
                  </a:lnTo>
                  <a:lnTo>
                    <a:pt x="467" y="330"/>
                  </a:lnTo>
                  <a:lnTo>
                    <a:pt x="467" y="341"/>
                  </a:lnTo>
                  <a:lnTo>
                    <a:pt x="453" y="341"/>
                  </a:lnTo>
                  <a:lnTo>
                    <a:pt x="453" y="354"/>
                  </a:lnTo>
                  <a:lnTo>
                    <a:pt x="439" y="354"/>
                  </a:lnTo>
                  <a:lnTo>
                    <a:pt x="453" y="354"/>
                  </a:lnTo>
                  <a:lnTo>
                    <a:pt x="453" y="365"/>
                  </a:lnTo>
                  <a:lnTo>
                    <a:pt x="439" y="365"/>
                  </a:lnTo>
                  <a:lnTo>
                    <a:pt x="439" y="377"/>
                  </a:lnTo>
                  <a:lnTo>
                    <a:pt x="453" y="377"/>
                  </a:lnTo>
                  <a:lnTo>
                    <a:pt x="439" y="377"/>
                  </a:lnTo>
                  <a:lnTo>
                    <a:pt x="439" y="388"/>
                  </a:lnTo>
                  <a:lnTo>
                    <a:pt x="427" y="388"/>
                  </a:lnTo>
                  <a:lnTo>
                    <a:pt x="413" y="388"/>
                  </a:lnTo>
                  <a:lnTo>
                    <a:pt x="413" y="401"/>
                  </a:lnTo>
                  <a:lnTo>
                    <a:pt x="413" y="412"/>
                  </a:lnTo>
                  <a:lnTo>
                    <a:pt x="413" y="424"/>
                  </a:lnTo>
                  <a:lnTo>
                    <a:pt x="413" y="435"/>
                  </a:lnTo>
                  <a:lnTo>
                    <a:pt x="427" y="435"/>
                  </a:lnTo>
                  <a:lnTo>
                    <a:pt x="427" y="448"/>
                  </a:lnTo>
                  <a:lnTo>
                    <a:pt x="427" y="435"/>
                  </a:lnTo>
                  <a:lnTo>
                    <a:pt x="427" y="448"/>
                  </a:lnTo>
                  <a:lnTo>
                    <a:pt x="427" y="459"/>
                  </a:lnTo>
                  <a:lnTo>
                    <a:pt x="439" y="459"/>
                  </a:lnTo>
                  <a:lnTo>
                    <a:pt x="439" y="471"/>
                  </a:lnTo>
                  <a:lnTo>
                    <a:pt x="453" y="471"/>
                  </a:lnTo>
                  <a:lnTo>
                    <a:pt x="453" y="482"/>
                  </a:lnTo>
                  <a:lnTo>
                    <a:pt x="467" y="482"/>
                  </a:lnTo>
                  <a:lnTo>
                    <a:pt x="467" y="495"/>
                  </a:lnTo>
                  <a:lnTo>
                    <a:pt x="453" y="495"/>
                  </a:lnTo>
                  <a:lnTo>
                    <a:pt x="453" y="507"/>
                  </a:lnTo>
                  <a:lnTo>
                    <a:pt x="439" y="507"/>
                  </a:lnTo>
                  <a:lnTo>
                    <a:pt x="439" y="518"/>
                  </a:lnTo>
                  <a:lnTo>
                    <a:pt x="439" y="531"/>
                  </a:lnTo>
                  <a:lnTo>
                    <a:pt x="439" y="542"/>
                  </a:lnTo>
                  <a:lnTo>
                    <a:pt x="427" y="531"/>
                  </a:lnTo>
                  <a:lnTo>
                    <a:pt x="427" y="542"/>
                  </a:lnTo>
                  <a:lnTo>
                    <a:pt x="427" y="554"/>
                  </a:lnTo>
                  <a:lnTo>
                    <a:pt x="413" y="554"/>
                  </a:lnTo>
                  <a:lnTo>
                    <a:pt x="401" y="554"/>
                  </a:lnTo>
                  <a:lnTo>
                    <a:pt x="401" y="542"/>
                  </a:lnTo>
                  <a:lnTo>
                    <a:pt x="413" y="542"/>
                  </a:lnTo>
                  <a:lnTo>
                    <a:pt x="401" y="542"/>
                  </a:lnTo>
                  <a:lnTo>
                    <a:pt x="413" y="542"/>
                  </a:lnTo>
                  <a:lnTo>
                    <a:pt x="401" y="542"/>
                  </a:lnTo>
                  <a:lnTo>
                    <a:pt x="387" y="542"/>
                  </a:lnTo>
                  <a:lnTo>
                    <a:pt x="401" y="542"/>
                  </a:lnTo>
                  <a:lnTo>
                    <a:pt x="387" y="542"/>
                  </a:lnTo>
                  <a:lnTo>
                    <a:pt x="387" y="531"/>
                  </a:lnTo>
                  <a:lnTo>
                    <a:pt x="373" y="531"/>
                  </a:lnTo>
                  <a:lnTo>
                    <a:pt x="373" y="518"/>
                  </a:lnTo>
                  <a:lnTo>
                    <a:pt x="360" y="518"/>
                  </a:lnTo>
                  <a:lnTo>
                    <a:pt x="360" y="507"/>
                  </a:lnTo>
                  <a:lnTo>
                    <a:pt x="360" y="518"/>
                  </a:lnTo>
                  <a:lnTo>
                    <a:pt x="360" y="507"/>
                  </a:lnTo>
                  <a:lnTo>
                    <a:pt x="360" y="518"/>
                  </a:lnTo>
                  <a:lnTo>
                    <a:pt x="346" y="518"/>
                  </a:lnTo>
                  <a:lnTo>
                    <a:pt x="346" y="507"/>
                  </a:lnTo>
                  <a:lnTo>
                    <a:pt x="346" y="495"/>
                  </a:lnTo>
                  <a:lnTo>
                    <a:pt x="346" y="507"/>
                  </a:lnTo>
                  <a:lnTo>
                    <a:pt x="346" y="495"/>
                  </a:lnTo>
                  <a:lnTo>
                    <a:pt x="334" y="495"/>
                  </a:lnTo>
                  <a:lnTo>
                    <a:pt x="346" y="495"/>
                  </a:lnTo>
                  <a:lnTo>
                    <a:pt x="334" y="495"/>
                  </a:lnTo>
                  <a:lnTo>
                    <a:pt x="334" y="482"/>
                  </a:lnTo>
                  <a:lnTo>
                    <a:pt x="334" y="495"/>
                  </a:lnTo>
                  <a:lnTo>
                    <a:pt x="334" y="482"/>
                  </a:lnTo>
                  <a:lnTo>
                    <a:pt x="320" y="482"/>
                  </a:lnTo>
                  <a:lnTo>
                    <a:pt x="320" y="495"/>
                  </a:lnTo>
                  <a:lnTo>
                    <a:pt x="320" y="482"/>
                  </a:lnTo>
                  <a:lnTo>
                    <a:pt x="320" y="495"/>
                  </a:lnTo>
                  <a:lnTo>
                    <a:pt x="320" y="482"/>
                  </a:lnTo>
                  <a:lnTo>
                    <a:pt x="320" y="495"/>
                  </a:lnTo>
                  <a:lnTo>
                    <a:pt x="334" y="495"/>
                  </a:lnTo>
                  <a:lnTo>
                    <a:pt x="320" y="495"/>
                  </a:lnTo>
                  <a:lnTo>
                    <a:pt x="334" y="495"/>
                  </a:lnTo>
                  <a:lnTo>
                    <a:pt x="334" y="507"/>
                  </a:lnTo>
                  <a:lnTo>
                    <a:pt x="334" y="495"/>
                  </a:lnTo>
                  <a:lnTo>
                    <a:pt x="334" y="507"/>
                  </a:lnTo>
                  <a:lnTo>
                    <a:pt x="320" y="507"/>
                  </a:lnTo>
                  <a:lnTo>
                    <a:pt x="320" y="495"/>
                  </a:lnTo>
                  <a:lnTo>
                    <a:pt x="306" y="495"/>
                  </a:lnTo>
                  <a:lnTo>
                    <a:pt x="306" y="507"/>
                  </a:lnTo>
                  <a:lnTo>
                    <a:pt x="306" y="495"/>
                  </a:lnTo>
                  <a:lnTo>
                    <a:pt x="294" y="495"/>
                  </a:lnTo>
                  <a:lnTo>
                    <a:pt x="306" y="495"/>
                  </a:lnTo>
                  <a:lnTo>
                    <a:pt x="294" y="495"/>
                  </a:lnTo>
                  <a:lnTo>
                    <a:pt x="280" y="495"/>
                  </a:lnTo>
                  <a:lnTo>
                    <a:pt x="294" y="495"/>
                  </a:lnTo>
                  <a:lnTo>
                    <a:pt x="280" y="495"/>
                  </a:lnTo>
                  <a:lnTo>
                    <a:pt x="280" y="507"/>
                  </a:lnTo>
                  <a:lnTo>
                    <a:pt x="294" y="507"/>
                  </a:lnTo>
                  <a:lnTo>
                    <a:pt x="280" y="507"/>
                  </a:lnTo>
                  <a:lnTo>
                    <a:pt x="294" y="507"/>
                  </a:lnTo>
                  <a:lnTo>
                    <a:pt x="306" y="507"/>
                  </a:lnTo>
                  <a:lnTo>
                    <a:pt x="294" y="507"/>
                  </a:lnTo>
                  <a:lnTo>
                    <a:pt x="294" y="518"/>
                  </a:lnTo>
                  <a:lnTo>
                    <a:pt x="294" y="507"/>
                  </a:lnTo>
                  <a:lnTo>
                    <a:pt x="294" y="518"/>
                  </a:lnTo>
                  <a:lnTo>
                    <a:pt x="294" y="507"/>
                  </a:lnTo>
                  <a:lnTo>
                    <a:pt x="294" y="518"/>
                  </a:lnTo>
                  <a:lnTo>
                    <a:pt x="294" y="507"/>
                  </a:lnTo>
                  <a:lnTo>
                    <a:pt x="294" y="518"/>
                  </a:lnTo>
                  <a:lnTo>
                    <a:pt x="294" y="507"/>
                  </a:lnTo>
                  <a:lnTo>
                    <a:pt x="280" y="507"/>
                  </a:lnTo>
                  <a:lnTo>
                    <a:pt x="280" y="518"/>
                  </a:lnTo>
                  <a:lnTo>
                    <a:pt x="280" y="507"/>
                  </a:lnTo>
                  <a:lnTo>
                    <a:pt x="280" y="518"/>
                  </a:lnTo>
                  <a:lnTo>
                    <a:pt x="280" y="507"/>
                  </a:lnTo>
                  <a:lnTo>
                    <a:pt x="280" y="518"/>
                  </a:lnTo>
                  <a:lnTo>
                    <a:pt x="268" y="518"/>
                  </a:lnTo>
                  <a:lnTo>
                    <a:pt x="280" y="518"/>
                  </a:lnTo>
                  <a:lnTo>
                    <a:pt x="268" y="518"/>
                  </a:lnTo>
                  <a:lnTo>
                    <a:pt x="280" y="518"/>
                  </a:lnTo>
                  <a:lnTo>
                    <a:pt x="268" y="518"/>
                  </a:lnTo>
                  <a:lnTo>
                    <a:pt x="280" y="518"/>
                  </a:lnTo>
                  <a:lnTo>
                    <a:pt x="280" y="531"/>
                  </a:lnTo>
                  <a:lnTo>
                    <a:pt x="280" y="542"/>
                  </a:lnTo>
                  <a:lnTo>
                    <a:pt x="294" y="542"/>
                  </a:lnTo>
                  <a:lnTo>
                    <a:pt x="294" y="554"/>
                  </a:lnTo>
                  <a:lnTo>
                    <a:pt x="294" y="565"/>
                  </a:lnTo>
                  <a:lnTo>
                    <a:pt x="306" y="565"/>
                  </a:lnTo>
                  <a:lnTo>
                    <a:pt x="306" y="578"/>
                  </a:lnTo>
                  <a:lnTo>
                    <a:pt x="306" y="589"/>
                  </a:lnTo>
                  <a:lnTo>
                    <a:pt x="320" y="589"/>
                  </a:lnTo>
                  <a:lnTo>
                    <a:pt x="306" y="589"/>
                  </a:lnTo>
                  <a:lnTo>
                    <a:pt x="294" y="589"/>
                  </a:lnTo>
                  <a:lnTo>
                    <a:pt x="294" y="578"/>
                  </a:lnTo>
                  <a:lnTo>
                    <a:pt x="294" y="565"/>
                  </a:lnTo>
                  <a:lnTo>
                    <a:pt x="280" y="565"/>
                  </a:lnTo>
                  <a:lnTo>
                    <a:pt x="280" y="554"/>
                  </a:lnTo>
                  <a:lnTo>
                    <a:pt x="268" y="554"/>
                  </a:lnTo>
                  <a:lnTo>
                    <a:pt x="280" y="554"/>
                  </a:lnTo>
                  <a:lnTo>
                    <a:pt x="268" y="554"/>
                  </a:lnTo>
                  <a:lnTo>
                    <a:pt x="280" y="554"/>
                  </a:lnTo>
                  <a:lnTo>
                    <a:pt x="268" y="554"/>
                  </a:lnTo>
                  <a:lnTo>
                    <a:pt x="268" y="565"/>
                  </a:lnTo>
                  <a:lnTo>
                    <a:pt x="280" y="565"/>
                  </a:lnTo>
                  <a:lnTo>
                    <a:pt x="280" y="554"/>
                  </a:lnTo>
                  <a:lnTo>
                    <a:pt x="280" y="565"/>
                  </a:lnTo>
                  <a:lnTo>
                    <a:pt x="268" y="565"/>
                  </a:lnTo>
                  <a:lnTo>
                    <a:pt x="280" y="565"/>
                  </a:lnTo>
                  <a:lnTo>
                    <a:pt x="268" y="565"/>
                  </a:lnTo>
                  <a:lnTo>
                    <a:pt x="280" y="565"/>
                  </a:lnTo>
                  <a:lnTo>
                    <a:pt x="280" y="578"/>
                  </a:lnTo>
                  <a:lnTo>
                    <a:pt x="268" y="57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2"/>
            <p:cNvSpPr/>
            <p:nvPr/>
          </p:nvSpPr>
          <p:spPr>
            <a:xfrm>
              <a:off x="3704335" y="2307036"/>
              <a:ext cx="611155" cy="925571"/>
            </a:xfrm>
            <a:custGeom>
              <a:avLst/>
              <a:gdLst/>
              <a:ahLst/>
              <a:cxnLst/>
              <a:rect l="l" t="t" r="r" b="b"/>
              <a:pathLst>
                <a:path w="529" h="635" extrusionOk="0">
                  <a:moveTo>
                    <a:pt x="200" y="534"/>
                  </a:moveTo>
                  <a:lnTo>
                    <a:pt x="200" y="524"/>
                  </a:lnTo>
                  <a:lnTo>
                    <a:pt x="200" y="514"/>
                  </a:lnTo>
                  <a:lnTo>
                    <a:pt x="189" y="514"/>
                  </a:lnTo>
                  <a:lnTo>
                    <a:pt x="189" y="503"/>
                  </a:lnTo>
                  <a:lnTo>
                    <a:pt x="176" y="503"/>
                  </a:lnTo>
                  <a:lnTo>
                    <a:pt x="176" y="494"/>
                  </a:lnTo>
                  <a:lnTo>
                    <a:pt x="163" y="494"/>
                  </a:lnTo>
                  <a:lnTo>
                    <a:pt x="151" y="494"/>
                  </a:lnTo>
                  <a:lnTo>
                    <a:pt x="138" y="494"/>
                  </a:lnTo>
                  <a:lnTo>
                    <a:pt x="138" y="483"/>
                  </a:lnTo>
                  <a:lnTo>
                    <a:pt x="138" y="494"/>
                  </a:lnTo>
                  <a:lnTo>
                    <a:pt x="138" y="483"/>
                  </a:lnTo>
                  <a:lnTo>
                    <a:pt x="126" y="483"/>
                  </a:lnTo>
                  <a:lnTo>
                    <a:pt x="126" y="494"/>
                  </a:lnTo>
                  <a:lnTo>
                    <a:pt x="113" y="494"/>
                  </a:lnTo>
                  <a:lnTo>
                    <a:pt x="99" y="494"/>
                  </a:lnTo>
                  <a:lnTo>
                    <a:pt x="88" y="494"/>
                  </a:lnTo>
                  <a:lnTo>
                    <a:pt x="99" y="494"/>
                  </a:lnTo>
                  <a:lnTo>
                    <a:pt x="88" y="494"/>
                  </a:lnTo>
                  <a:lnTo>
                    <a:pt x="88" y="483"/>
                  </a:lnTo>
                  <a:lnTo>
                    <a:pt x="88" y="474"/>
                  </a:lnTo>
                  <a:lnTo>
                    <a:pt x="99" y="474"/>
                  </a:lnTo>
                  <a:lnTo>
                    <a:pt x="88" y="474"/>
                  </a:lnTo>
                  <a:lnTo>
                    <a:pt x="88" y="463"/>
                  </a:lnTo>
                  <a:lnTo>
                    <a:pt x="75" y="463"/>
                  </a:lnTo>
                  <a:lnTo>
                    <a:pt x="75" y="454"/>
                  </a:lnTo>
                  <a:lnTo>
                    <a:pt x="75" y="443"/>
                  </a:lnTo>
                  <a:lnTo>
                    <a:pt x="75" y="454"/>
                  </a:lnTo>
                  <a:lnTo>
                    <a:pt x="75" y="443"/>
                  </a:lnTo>
                  <a:lnTo>
                    <a:pt x="63" y="443"/>
                  </a:lnTo>
                  <a:lnTo>
                    <a:pt x="63" y="434"/>
                  </a:lnTo>
                  <a:lnTo>
                    <a:pt x="63" y="443"/>
                  </a:lnTo>
                  <a:lnTo>
                    <a:pt x="63" y="434"/>
                  </a:lnTo>
                  <a:lnTo>
                    <a:pt x="75" y="434"/>
                  </a:lnTo>
                  <a:lnTo>
                    <a:pt x="63" y="434"/>
                  </a:lnTo>
                  <a:lnTo>
                    <a:pt x="75" y="434"/>
                  </a:lnTo>
                  <a:lnTo>
                    <a:pt x="75" y="423"/>
                  </a:lnTo>
                  <a:lnTo>
                    <a:pt x="63" y="423"/>
                  </a:lnTo>
                  <a:lnTo>
                    <a:pt x="50" y="423"/>
                  </a:lnTo>
                  <a:lnTo>
                    <a:pt x="63" y="423"/>
                  </a:lnTo>
                  <a:lnTo>
                    <a:pt x="63" y="413"/>
                  </a:lnTo>
                  <a:lnTo>
                    <a:pt x="63" y="403"/>
                  </a:lnTo>
                  <a:lnTo>
                    <a:pt x="63" y="413"/>
                  </a:lnTo>
                  <a:lnTo>
                    <a:pt x="63" y="403"/>
                  </a:lnTo>
                  <a:lnTo>
                    <a:pt x="50" y="403"/>
                  </a:lnTo>
                  <a:lnTo>
                    <a:pt x="63" y="403"/>
                  </a:lnTo>
                  <a:lnTo>
                    <a:pt x="50" y="403"/>
                  </a:lnTo>
                  <a:lnTo>
                    <a:pt x="63" y="403"/>
                  </a:lnTo>
                  <a:lnTo>
                    <a:pt x="63" y="394"/>
                  </a:lnTo>
                  <a:lnTo>
                    <a:pt x="50" y="394"/>
                  </a:lnTo>
                  <a:lnTo>
                    <a:pt x="50" y="383"/>
                  </a:lnTo>
                  <a:lnTo>
                    <a:pt x="37" y="383"/>
                  </a:lnTo>
                  <a:lnTo>
                    <a:pt x="37" y="373"/>
                  </a:lnTo>
                  <a:lnTo>
                    <a:pt x="37" y="363"/>
                  </a:lnTo>
                  <a:lnTo>
                    <a:pt x="37" y="354"/>
                  </a:lnTo>
                  <a:lnTo>
                    <a:pt x="25" y="354"/>
                  </a:lnTo>
                  <a:lnTo>
                    <a:pt x="37" y="354"/>
                  </a:lnTo>
                  <a:lnTo>
                    <a:pt x="37" y="342"/>
                  </a:lnTo>
                  <a:lnTo>
                    <a:pt x="25" y="342"/>
                  </a:lnTo>
                  <a:lnTo>
                    <a:pt x="37" y="342"/>
                  </a:lnTo>
                  <a:lnTo>
                    <a:pt x="37" y="332"/>
                  </a:lnTo>
                  <a:lnTo>
                    <a:pt x="37" y="323"/>
                  </a:lnTo>
                  <a:lnTo>
                    <a:pt x="25" y="323"/>
                  </a:lnTo>
                  <a:lnTo>
                    <a:pt x="12" y="323"/>
                  </a:lnTo>
                  <a:lnTo>
                    <a:pt x="12" y="312"/>
                  </a:lnTo>
                  <a:lnTo>
                    <a:pt x="12" y="302"/>
                  </a:lnTo>
                  <a:lnTo>
                    <a:pt x="12" y="292"/>
                  </a:lnTo>
                  <a:lnTo>
                    <a:pt x="0" y="292"/>
                  </a:lnTo>
                  <a:lnTo>
                    <a:pt x="12" y="292"/>
                  </a:lnTo>
                  <a:lnTo>
                    <a:pt x="12" y="283"/>
                  </a:lnTo>
                  <a:lnTo>
                    <a:pt x="12" y="271"/>
                  </a:lnTo>
                  <a:lnTo>
                    <a:pt x="12" y="262"/>
                  </a:lnTo>
                  <a:lnTo>
                    <a:pt x="0" y="262"/>
                  </a:lnTo>
                  <a:lnTo>
                    <a:pt x="12" y="262"/>
                  </a:lnTo>
                  <a:lnTo>
                    <a:pt x="12" y="252"/>
                  </a:lnTo>
                  <a:lnTo>
                    <a:pt x="12" y="242"/>
                  </a:lnTo>
                  <a:lnTo>
                    <a:pt x="12" y="231"/>
                  </a:lnTo>
                  <a:lnTo>
                    <a:pt x="25" y="231"/>
                  </a:lnTo>
                  <a:lnTo>
                    <a:pt x="37" y="231"/>
                  </a:lnTo>
                  <a:lnTo>
                    <a:pt x="50" y="231"/>
                  </a:lnTo>
                  <a:lnTo>
                    <a:pt x="50" y="242"/>
                  </a:lnTo>
                  <a:lnTo>
                    <a:pt x="63" y="242"/>
                  </a:lnTo>
                  <a:lnTo>
                    <a:pt x="63" y="252"/>
                  </a:lnTo>
                  <a:lnTo>
                    <a:pt x="63" y="242"/>
                  </a:lnTo>
                  <a:lnTo>
                    <a:pt x="75" y="242"/>
                  </a:lnTo>
                  <a:lnTo>
                    <a:pt x="75" y="252"/>
                  </a:lnTo>
                  <a:lnTo>
                    <a:pt x="88" y="242"/>
                  </a:lnTo>
                  <a:lnTo>
                    <a:pt x="88" y="252"/>
                  </a:lnTo>
                  <a:lnTo>
                    <a:pt x="88" y="242"/>
                  </a:lnTo>
                  <a:lnTo>
                    <a:pt x="88" y="231"/>
                  </a:lnTo>
                  <a:lnTo>
                    <a:pt x="75" y="231"/>
                  </a:lnTo>
                  <a:lnTo>
                    <a:pt x="88" y="231"/>
                  </a:lnTo>
                  <a:lnTo>
                    <a:pt x="75" y="231"/>
                  </a:lnTo>
                  <a:lnTo>
                    <a:pt x="75" y="222"/>
                  </a:lnTo>
                  <a:lnTo>
                    <a:pt x="88" y="222"/>
                  </a:lnTo>
                  <a:lnTo>
                    <a:pt x="99" y="222"/>
                  </a:lnTo>
                  <a:lnTo>
                    <a:pt x="99" y="212"/>
                  </a:lnTo>
                  <a:lnTo>
                    <a:pt x="99" y="202"/>
                  </a:lnTo>
                  <a:lnTo>
                    <a:pt x="113" y="202"/>
                  </a:lnTo>
                  <a:lnTo>
                    <a:pt x="113" y="191"/>
                  </a:lnTo>
                  <a:lnTo>
                    <a:pt x="113" y="182"/>
                  </a:lnTo>
                  <a:lnTo>
                    <a:pt x="126" y="182"/>
                  </a:lnTo>
                  <a:lnTo>
                    <a:pt x="126" y="191"/>
                  </a:lnTo>
                  <a:lnTo>
                    <a:pt x="138" y="191"/>
                  </a:lnTo>
                  <a:lnTo>
                    <a:pt x="138" y="182"/>
                  </a:lnTo>
                  <a:lnTo>
                    <a:pt x="151" y="182"/>
                  </a:lnTo>
                  <a:lnTo>
                    <a:pt x="151" y="171"/>
                  </a:lnTo>
                  <a:lnTo>
                    <a:pt x="138" y="171"/>
                  </a:lnTo>
                  <a:lnTo>
                    <a:pt x="138" y="162"/>
                  </a:lnTo>
                  <a:lnTo>
                    <a:pt x="138" y="151"/>
                  </a:lnTo>
                  <a:lnTo>
                    <a:pt x="126" y="151"/>
                  </a:lnTo>
                  <a:lnTo>
                    <a:pt x="138" y="151"/>
                  </a:lnTo>
                  <a:lnTo>
                    <a:pt x="126" y="151"/>
                  </a:lnTo>
                  <a:lnTo>
                    <a:pt x="126" y="142"/>
                  </a:lnTo>
                  <a:lnTo>
                    <a:pt x="113" y="142"/>
                  </a:lnTo>
                  <a:lnTo>
                    <a:pt x="99" y="142"/>
                  </a:lnTo>
                  <a:lnTo>
                    <a:pt x="99" y="131"/>
                  </a:lnTo>
                  <a:lnTo>
                    <a:pt x="88" y="131"/>
                  </a:lnTo>
                  <a:lnTo>
                    <a:pt x="88" y="122"/>
                  </a:lnTo>
                  <a:lnTo>
                    <a:pt x="75" y="122"/>
                  </a:lnTo>
                  <a:lnTo>
                    <a:pt x="75" y="131"/>
                  </a:lnTo>
                  <a:lnTo>
                    <a:pt x="75" y="122"/>
                  </a:lnTo>
                  <a:lnTo>
                    <a:pt x="75" y="111"/>
                  </a:lnTo>
                  <a:lnTo>
                    <a:pt x="63" y="111"/>
                  </a:lnTo>
                  <a:lnTo>
                    <a:pt x="63" y="122"/>
                  </a:lnTo>
                  <a:lnTo>
                    <a:pt x="63" y="131"/>
                  </a:lnTo>
                  <a:lnTo>
                    <a:pt x="50" y="131"/>
                  </a:lnTo>
                  <a:lnTo>
                    <a:pt x="50" y="122"/>
                  </a:lnTo>
                  <a:lnTo>
                    <a:pt x="63" y="122"/>
                  </a:lnTo>
                  <a:lnTo>
                    <a:pt x="50" y="122"/>
                  </a:lnTo>
                  <a:lnTo>
                    <a:pt x="50" y="111"/>
                  </a:lnTo>
                  <a:lnTo>
                    <a:pt x="37" y="111"/>
                  </a:lnTo>
                  <a:lnTo>
                    <a:pt x="37" y="122"/>
                  </a:lnTo>
                  <a:lnTo>
                    <a:pt x="37" y="111"/>
                  </a:lnTo>
                  <a:lnTo>
                    <a:pt x="25" y="111"/>
                  </a:lnTo>
                  <a:lnTo>
                    <a:pt x="25" y="101"/>
                  </a:lnTo>
                  <a:lnTo>
                    <a:pt x="25" y="91"/>
                  </a:lnTo>
                  <a:lnTo>
                    <a:pt x="25" y="80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71"/>
                  </a:lnTo>
                  <a:lnTo>
                    <a:pt x="0" y="60"/>
                  </a:lnTo>
                  <a:lnTo>
                    <a:pt x="0" y="51"/>
                  </a:lnTo>
                  <a:lnTo>
                    <a:pt x="12" y="40"/>
                  </a:lnTo>
                  <a:lnTo>
                    <a:pt x="12" y="30"/>
                  </a:lnTo>
                  <a:lnTo>
                    <a:pt x="0" y="30"/>
                  </a:lnTo>
                  <a:lnTo>
                    <a:pt x="0" y="20"/>
                  </a:lnTo>
                  <a:lnTo>
                    <a:pt x="0" y="11"/>
                  </a:lnTo>
                  <a:lnTo>
                    <a:pt x="1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11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7" y="0"/>
                  </a:lnTo>
                  <a:lnTo>
                    <a:pt x="50" y="0"/>
                  </a:lnTo>
                  <a:lnTo>
                    <a:pt x="50" y="11"/>
                  </a:lnTo>
                  <a:lnTo>
                    <a:pt x="63" y="11"/>
                  </a:lnTo>
                  <a:lnTo>
                    <a:pt x="63" y="20"/>
                  </a:lnTo>
                  <a:lnTo>
                    <a:pt x="63" y="30"/>
                  </a:lnTo>
                  <a:lnTo>
                    <a:pt x="75" y="30"/>
                  </a:lnTo>
                  <a:lnTo>
                    <a:pt x="75" y="40"/>
                  </a:lnTo>
                  <a:lnTo>
                    <a:pt x="88" y="40"/>
                  </a:lnTo>
                  <a:lnTo>
                    <a:pt x="88" y="30"/>
                  </a:lnTo>
                  <a:lnTo>
                    <a:pt x="88" y="40"/>
                  </a:lnTo>
                  <a:lnTo>
                    <a:pt x="99" y="40"/>
                  </a:lnTo>
                  <a:lnTo>
                    <a:pt x="113" y="40"/>
                  </a:lnTo>
                  <a:lnTo>
                    <a:pt x="113" y="30"/>
                  </a:lnTo>
                  <a:lnTo>
                    <a:pt x="126" y="30"/>
                  </a:lnTo>
                  <a:lnTo>
                    <a:pt x="126" y="40"/>
                  </a:lnTo>
                  <a:lnTo>
                    <a:pt x="138" y="40"/>
                  </a:lnTo>
                  <a:lnTo>
                    <a:pt x="151" y="40"/>
                  </a:lnTo>
                  <a:lnTo>
                    <a:pt x="151" y="51"/>
                  </a:lnTo>
                  <a:lnTo>
                    <a:pt x="163" y="51"/>
                  </a:lnTo>
                  <a:lnTo>
                    <a:pt x="176" y="51"/>
                  </a:lnTo>
                  <a:lnTo>
                    <a:pt x="176" y="60"/>
                  </a:lnTo>
                  <a:lnTo>
                    <a:pt x="189" y="60"/>
                  </a:lnTo>
                  <a:lnTo>
                    <a:pt x="200" y="60"/>
                  </a:lnTo>
                  <a:lnTo>
                    <a:pt x="200" y="71"/>
                  </a:lnTo>
                  <a:lnTo>
                    <a:pt x="214" y="71"/>
                  </a:lnTo>
                  <a:lnTo>
                    <a:pt x="227" y="71"/>
                  </a:lnTo>
                  <a:lnTo>
                    <a:pt x="227" y="80"/>
                  </a:lnTo>
                  <a:lnTo>
                    <a:pt x="227" y="91"/>
                  </a:lnTo>
                  <a:lnTo>
                    <a:pt x="227" y="101"/>
                  </a:lnTo>
                  <a:lnTo>
                    <a:pt x="239" y="101"/>
                  </a:lnTo>
                  <a:lnTo>
                    <a:pt x="239" y="111"/>
                  </a:lnTo>
                  <a:lnTo>
                    <a:pt x="252" y="111"/>
                  </a:lnTo>
                  <a:lnTo>
                    <a:pt x="252" y="122"/>
                  </a:lnTo>
                  <a:lnTo>
                    <a:pt x="252" y="111"/>
                  </a:lnTo>
                  <a:lnTo>
                    <a:pt x="264" y="111"/>
                  </a:lnTo>
                  <a:lnTo>
                    <a:pt x="264" y="122"/>
                  </a:lnTo>
                  <a:lnTo>
                    <a:pt x="264" y="111"/>
                  </a:lnTo>
                  <a:lnTo>
                    <a:pt x="277" y="111"/>
                  </a:lnTo>
                  <a:lnTo>
                    <a:pt x="277" y="122"/>
                  </a:lnTo>
                  <a:lnTo>
                    <a:pt x="290" y="122"/>
                  </a:lnTo>
                  <a:lnTo>
                    <a:pt x="290" y="111"/>
                  </a:lnTo>
                  <a:lnTo>
                    <a:pt x="302" y="111"/>
                  </a:lnTo>
                  <a:lnTo>
                    <a:pt x="315" y="111"/>
                  </a:lnTo>
                  <a:lnTo>
                    <a:pt x="315" y="101"/>
                  </a:lnTo>
                  <a:lnTo>
                    <a:pt x="327" y="101"/>
                  </a:lnTo>
                  <a:lnTo>
                    <a:pt x="327" y="111"/>
                  </a:lnTo>
                  <a:lnTo>
                    <a:pt x="327" y="122"/>
                  </a:lnTo>
                  <a:lnTo>
                    <a:pt x="340" y="122"/>
                  </a:lnTo>
                  <a:lnTo>
                    <a:pt x="340" y="131"/>
                  </a:lnTo>
                  <a:lnTo>
                    <a:pt x="354" y="142"/>
                  </a:lnTo>
                  <a:lnTo>
                    <a:pt x="365" y="142"/>
                  </a:lnTo>
                  <a:lnTo>
                    <a:pt x="378" y="142"/>
                  </a:lnTo>
                  <a:lnTo>
                    <a:pt x="390" y="142"/>
                  </a:lnTo>
                  <a:lnTo>
                    <a:pt x="390" y="131"/>
                  </a:lnTo>
                  <a:lnTo>
                    <a:pt x="403" y="131"/>
                  </a:lnTo>
                  <a:lnTo>
                    <a:pt x="416" y="131"/>
                  </a:lnTo>
                  <a:lnTo>
                    <a:pt x="428" y="131"/>
                  </a:lnTo>
                  <a:lnTo>
                    <a:pt x="428" y="142"/>
                  </a:lnTo>
                  <a:lnTo>
                    <a:pt x="441" y="142"/>
                  </a:lnTo>
                  <a:lnTo>
                    <a:pt x="455" y="142"/>
                  </a:lnTo>
                  <a:lnTo>
                    <a:pt x="455" y="131"/>
                  </a:lnTo>
                  <a:lnTo>
                    <a:pt x="466" y="131"/>
                  </a:lnTo>
                  <a:lnTo>
                    <a:pt x="466" y="142"/>
                  </a:lnTo>
                  <a:lnTo>
                    <a:pt x="466" y="131"/>
                  </a:lnTo>
                  <a:lnTo>
                    <a:pt x="466" y="142"/>
                  </a:lnTo>
                  <a:lnTo>
                    <a:pt x="479" y="142"/>
                  </a:lnTo>
                  <a:lnTo>
                    <a:pt x="491" y="142"/>
                  </a:lnTo>
                  <a:lnTo>
                    <a:pt x="504" y="142"/>
                  </a:lnTo>
                  <a:lnTo>
                    <a:pt x="504" y="151"/>
                  </a:lnTo>
                  <a:lnTo>
                    <a:pt x="517" y="151"/>
                  </a:lnTo>
                  <a:lnTo>
                    <a:pt x="529" y="151"/>
                  </a:lnTo>
                  <a:lnTo>
                    <a:pt x="529" y="162"/>
                  </a:lnTo>
                  <a:lnTo>
                    <a:pt x="529" y="171"/>
                  </a:lnTo>
                  <a:lnTo>
                    <a:pt x="517" y="171"/>
                  </a:lnTo>
                  <a:lnTo>
                    <a:pt x="517" y="182"/>
                  </a:lnTo>
                  <a:lnTo>
                    <a:pt x="517" y="191"/>
                  </a:lnTo>
                  <a:lnTo>
                    <a:pt x="517" y="202"/>
                  </a:lnTo>
                  <a:lnTo>
                    <a:pt x="529" y="202"/>
                  </a:lnTo>
                  <a:lnTo>
                    <a:pt x="529" y="212"/>
                  </a:lnTo>
                  <a:lnTo>
                    <a:pt x="517" y="212"/>
                  </a:lnTo>
                  <a:lnTo>
                    <a:pt x="517" y="222"/>
                  </a:lnTo>
                  <a:lnTo>
                    <a:pt x="517" y="231"/>
                  </a:lnTo>
                  <a:lnTo>
                    <a:pt x="517" y="242"/>
                  </a:lnTo>
                  <a:lnTo>
                    <a:pt x="517" y="252"/>
                  </a:lnTo>
                  <a:lnTo>
                    <a:pt x="529" y="252"/>
                  </a:lnTo>
                  <a:lnTo>
                    <a:pt x="529" y="262"/>
                  </a:lnTo>
                  <a:lnTo>
                    <a:pt x="517" y="262"/>
                  </a:lnTo>
                  <a:lnTo>
                    <a:pt x="504" y="262"/>
                  </a:lnTo>
                  <a:lnTo>
                    <a:pt x="504" y="271"/>
                  </a:lnTo>
                  <a:lnTo>
                    <a:pt x="491" y="271"/>
                  </a:lnTo>
                  <a:lnTo>
                    <a:pt x="491" y="262"/>
                  </a:lnTo>
                  <a:lnTo>
                    <a:pt x="491" y="252"/>
                  </a:lnTo>
                  <a:lnTo>
                    <a:pt x="479" y="252"/>
                  </a:lnTo>
                  <a:lnTo>
                    <a:pt x="466" y="252"/>
                  </a:lnTo>
                  <a:lnTo>
                    <a:pt x="466" y="242"/>
                  </a:lnTo>
                  <a:lnTo>
                    <a:pt x="466" y="231"/>
                  </a:lnTo>
                  <a:lnTo>
                    <a:pt x="455" y="231"/>
                  </a:lnTo>
                  <a:lnTo>
                    <a:pt x="455" y="242"/>
                  </a:lnTo>
                  <a:lnTo>
                    <a:pt x="441" y="242"/>
                  </a:lnTo>
                  <a:lnTo>
                    <a:pt x="455" y="242"/>
                  </a:lnTo>
                  <a:lnTo>
                    <a:pt x="441" y="252"/>
                  </a:lnTo>
                  <a:lnTo>
                    <a:pt x="441" y="242"/>
                  </a:lnTo>
                  <a:lnTo>
                    <a:pt x="441" y="252"/>
                  </a:lnTo>
                  <a:lnTo>
                    <a:pt x="428" y="252"/>
                  </a:lnTo>
                  <a:lnTo>
                    <a:pt x="428" y="242"/>
                  </a:lnTo>
                  <a:lnTo>
                    <a:pt x="416" y="242"/>
                  </a:lnTo>
                  <a:lnTo>
                    <a:pt x="416" y="252"/>
                  </a:lnTo>
                  <a:lnTo>
                    <a:pt x="416" y="262"/>
                  </a:lnTo>
                  <a:lnTo>
                    <a:pt x="403" y="262"/>
                  </a:lnTo>
                  <a:lnTo>
                    <a:pt x="390" y="262"/>
                  </a:lnTo>
                  <a:lnTo>
                    <a:pt x="403" y="262"/>
                  </a:lnTo>
                  <a:lnTo>
                    <a:pt x="403" y="271"/>
                  </a:lnTo>
                  <a:lnTo>
                    <a:pt x="403" y="283"/>
                  </a:lnTo>
                  <a:lnTo>
                    <a:pt x="403" y="292"/>
                  </a:lnTo>
                  <a:lnTo>
                    <a:pt x="416" y="292"/>
                  </a:lnTo>
                  <a:lnTo>
                    <a:pt x="403" y="292"/>
                  </a:lnTo>
                  <a:lnTo>
                    <a:pt x="416" y="292"/>
                  </a:lnTo>
                  <a:lnTo>
                    <a:pt x="416" y="302"/>
                  </a:lnTo>
                  <a:lnTo>
                    <a:pt x="403" y="302"/>
                  </a:lnTo>
                  <a:lnTo>
                    <a:pt x="416" y="302"/>
                  </a:lnTo>
                  <a:lnTo>
                    <a:pt x="403" y="302"/>
                  </a:lnTo>
                  <a:lnTo>
                    <a:pt x="403" y="312"/>
                  </a:lnTo>
                  <a:lnTo>
                    <a:pt x="403" y="323"/>
                  </a:lnTo>
                  <a:lnTo>
                    <a:pt x="416" y="323"/>
                  </a:lnTo>
                  <a:lnTo>
                    <a:pt x="403" y="323"/>
                  </a:lnTo>
                  <a:lnTo>
                    <a:pt x="403" y="332"/>
                  </a:lnTo>
                  <a:lnTo>
                    <a:pt x="390" y="332"/>
                  </a:lnTo>
                  <a:lnTo>
                    <a:pt x="378" y="332"/>
                  </a:lnTo>
                  <a:lnTo>
                    <a:pt x="378" y="342"/>
                  </a:lnTo>
                  <a:lnTo>
                    <a:pt x="378" y="354"/>
                  </a:lnTo>
                  <a:lnTo>
                    <a:pt x="365" y="354"/>
                  </a:lnTo>
                  <a:lnTo>
                    <a:pt x="365" y="363"/>
                  </a:lnTo>
                  <a:lnTo>
                    <a:pt x="365" y="373"/>
                  </a:lnTo>
                  <a:lnTo>
                    <a:pt x="365" y="383"/>
                  </a:lnTo>
                  <a:lnTo>
                    <a:pt x="378" y="394"/>
                  </a:lnTo>
                  <a:lnTo>
                    <a:pt x="378" y="403"/>
                  </a:lnTo>
                  <a:lnTo>
                    <a:pt x="390" y="403"/>
                  </a:lnTo>
                  <a:lnTo>
                    <a:pt x="390" y="413"/>
                  </a:lnTo>
                  <a:lnTo>
                    <a:pt x="390" y="423"/>
                  </a:lnTo>
                  <a:lnTo>
                    <a:pt x="390" y="434"/>
                  </a:lnTo>
                  <a:lnTo>
                    <a:pt x="390" y="443"/>
                  </a:lnTo>
                  <a:lnTo>
                    <a:pt x="403" y="443"/>
                  </a:lnTo>
                  <a:lnTo>
                    <a:pt x="403" y="454"/>
                  </a:lnTo>
                  <a:lnTo>
                    <a:pt x="416" y="454"/>
                  </a:lnTo>
                  <a:lnTo>
                    <a:pt x="416" y="463"/>
                  </a:lnTo>
                  <a:lnTo>
                    <a:pt x="416" y="474"/>
                  </a:lnTo>
                  <a:lnTo>
                    <a:pt x="428" y="474"/>
                  </a:lnTo>
                  <a:lnTo>
                    <a:pt x="441" y="474"/>
                  </a:lnTo>
                  <a:lnTo>
                    <a:pt x="455" y="474"/>
                  </a:lnTo>
                  <a:lnTo>
                    <a:pt x="455" y="483"/>
                  </a:lnTo>
                  <a:lnTo>
                    <a:pt x="455" y="494"/>
                  </a:lnTo>
                  <a:lnTo>
                    <a:pt x="441" y="494"/>
                  </a:lnTo>
                  <a:lnTo>
                    <a:pt x="428" y="494"/>
                  </a:lnTo>
                  <a:lnTo>
                    <a:pt x="428" y="503"/>
                  </a:lnTo>
                  <a:lnTo>
                    <a:pt x="428" y="514"/>
                  </a:lnTo>
                  <a:lnTo>
                    <a:pt x="428" y="524"/>
                  </a:lnTo>
                  <a:lnTo>
                    <a:pt x="428" y="534"/>
                  </a:lnTo>
                  <a:lnTo>
                    <a:pt x="416" y="534"/>
                  </a:lnTo>
                  <a:lnTo>
                    <a:pt x="416" y="543"/>
                  </a:lnTo>
                  <a:lnTo>
                    <a:pt x="403" y="543"/>
                  </a:lnTo>
                  <a:lnTo>
                    <a:pt x="390" y="543"/>
                  </a:lnTo>
                  <a:lnTo>
                    <a:pt x="390" y="554"/>
                  </a:lnTo>
                  <a:lnTo>
                    <a:pt x="378" y="554"/>
                  </a:lnTo>
                  <a:lnTo>
                    <a:pt x="390" y="554"/>
                  </a:lnTo>
                  <a:lnTo>
                    <a:pt x="390" y="565"/>
                  </a:lnTo>
                  <a:lnTo>
                    <a:pt x="390" y="574"/>
                  </a:lnTo>
                  <a:lnTo>
                    <a:pt x="378" y="574"/>
                  </a:lnTo>
                  <a:lnTo>
                    <a:pt x="378" y="585"/>
                  </a:lnTo>
                  <a:lnTo>
                    <a:pt x="378" y="595"/>
                  </a:lnTo>
                  <a:lnTo>
                    <a:pt x="390" y="595"/>
                  </a:lnTo>
                  <a:lnTo>
                    <a:pt x="378" y="595"/>
                  </a:lnTo>
                  <a:lnTo>
                    <a:pt x="390" y="595"/>
                  </a:lnTo>
                  <a:lnTo>
                    <a:pt x="378" y="595"/>
                  </a:lnTo>
                  <a:lnTo>
                    <a:pt x="390" y="595"/>
                  </a:lnTo>
                  <a:lnTo>
                    <a:pt x="378" y="606"/>
                  </a:lnTo>
                  <a:lnTo>
                    <a:pt x="390" y="606"/>
                  </a:lnTo>
                  <a:lnTo>
                    <a:pt x="378" y="606"/>
                  </a:lnTo>
                  <a:lnTo>
                    <a:pt x="378" y="614"/>
                  </a:lnTo>
                  <a:lnTo>
                    <a:pt x="378" y="625"/>
                  </a:lnTo>
                  <a:lnTo>
                    <a:pt x="378" y="614"/>
                  </a:lnTo>
                  <a:lnTo>
                    <a:pt x="378" y="625"/>
                  </a:lnTo>
                  <a:lnTo>
                    <a:pt x="365" y="625"/>
                  </a:lnTo>
                  <a:lnTo>
                    <a:pt x="365" y="635"/>
                  </a:lnTo>
                  <a:lnTo>
                    <a:pt x="354" y="635"/>
                  </a:lnTo>
                  <a:lnTo>
                    <a:pt x="365" y="625"/>
                  </a:lnTo>
                  <a:lnTo>
                    <a:pt x="354" y="625"/>
                  </a:lnTo>
                  <a:lnTo>
                    <a:pt x="365" y="625"/>
                  </a:lnTo>
                  <a:lnTo>
                    <a:pt x="354" y="625"/>
                  </a:lnTo>
                  <a:lnTo>
                    <a:pt x="365" y="625"/>
                  </a:lnTo>
                  <a:lnTo>
                    <a:pt x="354" y="625"/>
                  </a:lnTo>
                  <a:lnTo>
                    <a:pt x="354" y="614"/>
                  </a:lnTo>
                  <a:lnTo>
                    <a:pt x="354" y="606"/>
                  </a:lnTo>
                  <a:lnTo>
                    <a:pt x="354" y="595"/>
                  </a:lnTo>
                  <a:lnTo>
                    <a:pt x="340" y="595"/>
                  </a:lnTo>
                  <a:lnTo>
                    <a:pt x="340" y="585"/>
                  </a:lnTo>
                  <a:lnTo>
                    <a:pt x="340" y="574"/>
                  </a:lnTo>
                  <a:lnTo>
                    <a:pt x="340" y="565"/>
                  </a:lnTo>
                  <a:lnTo>
                    <a:pt x="327" y="565"/>
                  </a:lnTo>
                  <a:lnTo>
                    <a:pt x="315" y="565"/>
                  </a:lnTo>
                  <a:lnTo>
                    <a:pt x="315" y="574"/>
                  </a:lnTo>
                  <a:lnTo>
                    <a:pt x="315" y="585"/>
                  </a:lnTo>
                  <a:lnTo>
                    <a:pt x="302" y="585"/>
                  </a:lnTo>
                  <a:lnTo>
                    <a:pt x="302" y="595"/>
                  </a:lnTo>
                  <a:lnTo>
                    <a:pt x="290" y="595"/>
                  </a:lnTo>
                  <a:lnTo>
                    <a:pt x="302" y="595"/>
                  </a:lnTo>
                  <a:lnTo>
                    <a:pt x="290" y="595"/>
                  </a:lnTo>
                  <a:lnTo>
                    <a:pt x="302" y="595"/>
                  </a:lnTo>
                  <a:lnTo>
                    <a:pt x="302" y="585"/>
                  </a:lnTo>
                  <a:lnTo>
                    <a:pt x="290" y="585"/>
                  </a:lnTo>
                  <a:lnTo>
                    <a:pt x="290" y="574"/>
                  </a:lnTo>
                  <a:lnTo>
                    <a:pt x="277" y="574"/>
                  </a:lnTo>
                  <a:lnTo>
                    <a:pt x="277" y="585"/>
                  </a:lnTo>
                  <a:lnTo>
                    <a:pt x="277" y="574"/>
                  </a:lnTo>
                  <a:lnTo>
                    <a:pt x="277" y="585"/>
                  </a:lnTo>
                  <a:lnTo>
                    <a:pt x="264" y="574"/>
                  </a:lnTo>
                  <a:lnTo>
                    <a:pt x="264" y="585"/>
                  </a:lnTo>
                  <a:lnTo>
                    <a:pt x="252" y="585"/>
                  </a:lnTo>
                  <a:lnTo>
                    <a:pt x="239" y="585"/>
                  </a:lnTo>
                  <a:lnTo>
                    <a:pt x="227" y="585"/>
                  </a:lnTo>
                  <a:lnTo>
                    <a:pt x="227" y="574"/>
                  </a:lnTo>
                  <a:lnTo>
                    <a:pt x="227" y="585"/>
                  </a:lnTo>
                  <a:lnTo>
                    <a:pt x="214" y="585"/>
                  </a:lnTo>
                  <a:lnTo>
                    <a:pt x="200" y="585"/>
                  </a:lnTo>
                  <a:lnTo>
                    <a:pt x="200" y="595"/>
                  </a:lnTo>
                  <a:lnTo>
                    <a:pt x="200" y="585"/>
                  </a:lnTo>
                  <a:lnTo>
                    <a:pt x="200" y="595"/>
                  </a:lnTo>
                  <a:lnTo>
                    <a:pt x="200" y="585"/>
                  </a:lnTo>
                  <a:lnTo>
                    <a:pt x="189" y="585"/>
                  </a:lnTo>
                  <a:lnTo>
                    <a:pt x="176" y="585"/>
                  </a:lnTo>
                  <a:lnTo>
                    <a:pt x="163" y="585"/>
                  </a:lnTo>
                  <a:lnTo>
                    <a:pt x="163" y="574"/>
                  </a:lnTo>
                  <a:lnTo>
                    <a:pt x="151" y="574"/>
                  </a:lnTo>
                  <a:lnTo>
                    <a:pt x="151" y="565"/>
                  </a:lnTo>
                  <a:lnTo>
                    <a:pt x="163" y="565"/>
                  </a:lnTo>
                  <a:lnTo>
                    <a:pt x="163" y="554"/>
                  </a:lnTo>
                  <a:lnTo>
                    <a:pt x="163" y="565"/>
                  </a:lnTo>
                  <a:lnTo>
                    <a:pt x="163" y="554"/>
                  </a:lnTo>
                  <a:lnTo>
                    <a:pt x="176" y="565"/>
                  </a:lnTo>
                  <a:lnTo>
                    <a:pt x="176" y="554"/>
                  </a:lnTo>
                  <a:lnTo>
                    <a:pt x="189" y="554"/>
                  </a:lnTo>
                  <a:lnTo>
                    <a:pt x="189" y="565"/>
                  </a:lnTo>
                  <a:lnTo>
                    <a:pt x="189" y="554"/>
                  </a:lnTo>
                  <a:lnTo>
                    <a:pt x="200" y="554"/>
                  </a:lnTo>
                  <a:lnTo>
                    <a:pt x="200" y="543"/>
                  </a:lnTo>
                  <a:lnTo>
                    <a:pt x="200" y="53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2"/>
            <p:cNvSpPr/>
            <p:nvPr/>
          </p:nvSpPr>
          <p:spPr>
            <a:xfrm>
              <a:off x="5449309" y="5349776"/>
              <a:ext cx="437676" cy="460120"/>
            </a:xfrm>
            <a:custGeom>
              <a:avLst/>
              <a:gdLst/>
              <a:ahLst/>
              <a:cxnLst/>
              <a:rect l="l" t="t" r="r" b="b"/>
              <a:pathLst>
                <a:path w="377" h="316" extrusionOk="0">
                  <a:moveTo>
                    <a:pt x="114" y="284"/>
                  </a:moveTo>
                  <a:lnTo>
                    <a:pt x="101" y="284"/>
                  </a:lnTo>
                  <a:lnTo>
                    <a:pt x="101" y="272"/>
                  </a:lnTo>
                  <a:lnTo>
                    <a:pt x="87" y="272"/>
                  </a:lnTo>
                  <a:lnTo>
                    <a:pt x="87" y="262"/>
                  </a:lnTo>
                  <a:lnTo>
                    <a:pt x="87" y="272"/>
                  </a:lnTo>
                  <a:lnTo>
                    <a:pt x="87" y="262"/>
                  </a:lnTo>
                  <a:lnTo>
                    <a:pt x="76" y="262"/>
                  </a:lnTo>
                  <a:lnTo>
                    <a:pt x="76" y="251"/>
                  </a:lnTo>
                  <a:lnTo>
                    <a:pt x="63" y="251"/>
                  </a:lnTo>
                  <a:lnTo>
                    <a:pt x="51" y="251"/>
                  </a:lnTo>
                  <a:lnTo>
                    <a:pt x="63" y="251"/>
                  </a:lnTo>
                  <a:lnTo>
                    <a:pt x="63" y="240"/>
                  </a:lnTo>
                  <a:lnTo>
                    <a:pt x="51" y="240"/>
                  </a:lnTo>
                  <a:lnTo>
                    <a:pt x="51" y="228"/>
                  </a:lnTo>
                  <a:lnTo>
                    <a:pt x="38" y="228"/>
                  </a:lnTo>
                  <a:lnTo>
                    <a:pt x="38" y="219"/>
                  </a:lnTo>
                  <a:lnTo>
                    <a:pt x="25" y="219"/>
                  </a:lnTo>
                  <a:lnTo>
                    <a:pt x="13" y="219"/>
                  </a:lnTo>
                  <a:lnTo>
                    <a:pt x="0" y="219"/>
                  </a:lnTo>
                  <a:lnTo>
                    <a:pt x="0" y="207"/>
                  </a:lnTo>
                  <a:lnTo>
                    <a:pt x="13" y="197"/>
                  </a:lnTo>
                  <a:lnTo>
                    <a:pt x="13" y="186"/>
                  </a:lnTo>
                  <a:lnTo>
                    <a:pt x="25" y="186"/>
                  </a:lnTo>
                  <a:lnTo>
                    <a:pt x="38" y="186"/>
                  </a:lnTo>
                  <a:lnTo>
                    <a:pt x="51" y="186"/>
                  </a:lnTo>
                  <a:lnTo>
                    <a:pt x="51" y="174"/>
                  </a:lnTo>
                  <a:lnTo>
                    <a:pt x="51" y="163"/>
                  </a:lnTo>
                  <a:lnTo>
                    <a:pt x="63" y="163"/>
                  </a:lnTo>
                  <a:lnTo>
                    <a:pt x="63" y="152"/>
                  </a:lnTo>
                  <a:lnTo>
                    <a:pt x="76" y="152"/>
                  </a:lnTo>
                  <a:lnTo>
                    <a:pt x="76" y="142"/>
                  </a:lnTo>
                  <a:lnTo>
                    <a:pt x="87" y="142"/>
                  </a:lnTo>
                  <a:lnTo>
                    <a:pt x="87" y="130"/>
                  </a:lnTo>
                  <a:lnTo>
                    <a:pt x="87" y="120"/>
                  </a:lnTo>
                  <a:lnTo>
                    <a:pt x="87" y="109"/>
                  </a:lnTo>
                  <a:lnTo>
                    <a:pt x="101" y="109"/>
                  </a:lnTo>
                  <a:lnTo>
                    <a:pt x="101" y="98"/>
                  </a:lnTo>
                  <a:lnTo>
                    <a:pt x="101" y="87"/>
                  </a:lnTo>
                  <a:lnTo>
                    <a:pt x="114" y="87"/>
                  </a:lnTo>
                  <a:lnTo>
                    <a:pt x="126" y="87"/>
                  </a:lnTo>
                  <a:lnTo>
                    <a:pt x="139" y="87"/>
                  </a:lnTo>
                  <a:lnTo>
                    <a:pt x="139" y="77"/>
                  </a:lnTo>
                  <a:lnTo>
                    <a:pt x="151" y="77"/>
                  </a:lnTo>
                  <a:lnTo>
                    <a:pt x="151" y="65"/>
                  </a:lnTo>
                  <a:lnTo>
                    <a:pt x="164" y="65"/>
                  </a:lnTo>
                  <a:lnTo>
                    <a:pt x="164" y="55"/>
                  </a:lnTo>
                  <a:lnTo>
                    <a:pt x="151" y="55"/>
                  </a:lnTo>
                  <a:lnTo>
                    <a:pt x="151" y="44"/>
                  </a:lnTo>
                  <a:lnTo>
                    <a:pt x="164" y="44"/>
                  </a:lnTo>
                  <a:lnTo>
                    <a:pt x="151" y="34"/>
                  </a:lnTo>
                  <a:lnTo>
                    <a:pt x="164" y="34"/>
                  </a:lnTo>
                  <a:lnTo>
                    <a:pt x="151" y="34"/>
                  </a:lnTo>
                  <a:lnTo>
                    <a:pt x="164" y="34"/>
                  </a:lnTo>
                  <a:lnTo>
                    <a:pt x="164" y="22"/>
                  </a:lnTo>
                  <a:lnTo>
                    <a:pt x="164" y="12"/>
                  </a:lnTo>
                  <a:lnTo>
                    <a:pt x="176" y="12"/>
                  </a:lnTo>
                  <a:lnTo>
                    <a:pt x="188" y="12"/>
                  </a:lnTo>
                  <a:lnTo>
                    <a:pt x="188" y="0"/>
                  </a:lnTo>
                  <a:lnTo>
                    <a:pt x="201" y="0"/>
                  </a:lnTo>
                  <a:lnTo>
                    <a:pt x="201" y="12"/>
                  </a:lnTo>
                  <a:lnTo>
                    <a:pt x="213" y="12"/>
                  </a:lnTo>
                  <a:lnTo>
                    <a:pt x="213" y="22"/>
                  </a:lnTo>
                  <a:lnTo>
                    <a:pt x="201" y="22"/>
                  </a:lnTo>
                  <a:lnTo>
                    <a:pt x="201" y="34"/>
                  </a:lnTo>
                  <a:lnTo>
                    <a:pt x="201" y="44"/>
                  </a:lnTo>
                  <a:lnTo>
                    <a:pt x="213" y="44"/>
                  </a:lnTo>
                  <a:lnTo>
                    <a:pt x="213" y="34"/>
                  </a:lnTo>
                  <a:lnTo>
                    <a:pt x="226" y="34"/>
                  </a:lnTo>
                  <a:lnTo>
                    <a:pt x="226" y="44"/>
                  </a:lnTo>
                  <a:lnTo>
                    <a:pt x="240" y="44"/>
                  </a:lnTo>
                  <a:lnTo>
                    <a:pt x="226" y="44"/>
                  </a:lnTo>
                  <a:lnTo>
                    <a:pt x="240" y="44"/>
                  </a:lnTo>
                  <a:lnTo>
                    <a:pt x="240" y="55"/>
                  </a:lnTo>
                  <a:lnTo>
                    <a:pt x="251" y="55"/>
                  </a:lnTo>
                  <a:lnTo>
                    <a:pt x="251" y="65"/>
                  </a:lnTo>
                  <a:lnTo>
                    <a:pt x="251" y="77"/>
                  </a:lnTo>
                  <a:lnTo>
                    <a:pt x="265" y="77"/>
                  </a:lnTo>
                  <a:lnTo>
                    <a:pt x="265" y="87"/>
                  </a:lnTo>
                  <a:lnTo>
                    <a:pt x="277" y="87"/>
                  </a:lnTo>
                  <a:lnTo>
                    <a:pt x="277" y="98"/>
                  </a:lnTo>
                  <a:lnTo>
                    <a:pt x="289" y="98"/>
                  </a:lnTo>
                  <a:lnTo>
                    <a:pt x="302" y="98"/>
                  </a:lnTo>
                  <a:lnTo>
                    <a:pt x="314" y="98"/>
                  </a:lnTo>
                  <a:lnTo>
                    <a:pt x="314" y="109"/>
                  </a:lnTo>
                  <a:lnTo>
                    <a:pt x="327" y="109"/>
                  </a:lnTo>
                  <a:lnTo>
                    <a:pt x="341" y="109"/>
                  </a:lnTo>
                  <a:lnTo>
                    <a:pt x="352" y="109"/>
                  </a:lnTo>
                  <a:lnTo>
                    <a:pt x="365" y="120"/>
                  </a:lnTo>
                  <a:lnTo>
                    <a:pt x="377" y="130"/>
                  </a:lnTo>
                  <a:lnTo>
                    <a:pt x="377" y="142"/>
                  </a:lnTo>
                  <a:lnTo>
                    <a:pt x="377" y="152"/>
                  </a:lnTo>
                  <a:lnTo>
                    <a:pt x="352" y="163"/>
                  </a:lnTo>
                  <a:lnTo>
                    <a:pt x="352" y="174"/>
                  </a:lnTo>
                  <a:lnTo>
                    <a:pt x="341" y="174"/>
                  </a:lnTo>
                  <a:lnTo>
                    <a:pt x="327" y="186"/>
                  </a:lnTo>
                  <a:lnTo>
                    <a:pt x="314" y="186"/>
                  </a:lnTo>
                  <a:lnTo>
                    <a:pt x="302" y="186"/>
                  </a:lnTo>
                  <a:lnTo>
                    <a:pt x="289" y="186"/>
                  </a:lnTo>
                  <a:lnTo>
                    <a:pt x="289" y="197"/>
                  </a:lnTo>
                  <a:lnTo>
                    <a:pt x="302" y="207"/>
                  </a:lnTo>
                  <a:lnTo>
                    <a:pt x="302" y="219"/>
                  </a:lnTo>
                  <a:lnTo>
                    <a:pt x="302" y="228"/>
                  </a:lnTo>
                  <a:lnTo>
                    <a:pt x="302" y="240"/>
                  </a:lnTo>
                  <a:lnTo>
                    <a:pt x="314" y="240"/>
                  </a:lnTo>
                  <a:lnTo>
                    <a:pt x="302" y="251"/>
                  </a:lnTo>
                  <a:lnTo>
                    <a:pt x="302" y="262"/>
                  </a:lnTo>
                  <a:lnTo>
                    <a:pt x="289" y="272"/>
                  </a:lnTo>
                  <a:lnTo>
                    <a:pt x="289" y="284"/>
                  </a:lnTo>
                  <a:lnTo>
                    <a:pt x="277" y="294"/>
                  </a:lnTo>
                  <a:lnTo>
                    <a:pt x="265" y="305"/>
                  </a:lnTo>
                  <a:lnTo>
                    <a:pt x="251" y="305"/>
                  </a:lnTo>
                  <a:lnTo>
                    <a:pt x="240" y="305"/>
                  </a:lnTo>
                  <a:lnTo>
                    <a:pt x="226" y="316"/>
                  </a:lnTo>
                  <a:lnTo>
                    <a:pt x="213" y="316"/>
                  </a:lnTo>
                  <a:lnTo>
                    <a:pt x="201" y="316"/>
                  </a:lnTo>
                  <a:lnTo>
                    <a:pt x="188" y="316"/>
                  </a:lnTo>
                  <a:lnTo>
                    <a:pt x="176" y="316"/>
                  </a:lnTo>
                  <a:lnTo>
                    <a:pt x="164" y="316"/>
                  </a:lnTo>
                  <a:lnTo>
                    <a:pt x="151" y="316"/>
                  </a:lnTo>
                  <a:lnTo>
                    <a:pt x="139" y="305"/>
                  </a:lnTo>
                  <a:lnTo>
                    <a:pt x="139" y="294"/>
                  </a:lnTo>
                  <a:lnTo>
                    <a:pt x="126" y="294"/>
                  </a:lnTo>
                  <a:lnTo>
                    <a:pt x="114" y="294"/>
                  </a:lnTo>
                  <a:lnTo>
                    <a:pt x="114" y="284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2"/>
            <p:cNvSpPr/>
            <p:nvPr/>
          </p:nvSpPr>
          <p:spPr>
            <a:xfrm>
              <a:off x="4206305" y="2810190"/>
              <a:ext cx="1446720" cy="1133425"/>
            </a:xfrm>
            <a:custGeom>
              <a:avLst/>
              <a:gdLst/>
              <a:ahLst/>
              <a:cxnLst/>
              <a:rect l="l" t="t" r="r" b="b"/>
              <a:pathLst>
                <a:path w="1250" h="780" extrusionOk="0">
                  <a:moveTo>
                    <a:pt x="1198" y="426"/>
                  </a:moveTo>
                  <a:lnTo>
                    <a:pt x="1211" y="426"/>
                  </a:lnTo>
                  <a:lnTo>
                    <a:pt x="1211" y="415"/>
                  </a:lnTo>
                  <a:lnTo>
                    <a:pt x="1211" y="426"/>
                  </a:lnTo>
                  <a:lnTo>
                    <a:pt x="1211" y="415"/>
                  </a:lnTo>
                  <a:lnTo>
                    <a:pt x="1223" y="415"/>
                  </a:lnTo>
                  <a:lnTo>
                    <a:pt x="1223" y="404"/>
                  </a:lnTo>
                  <a:lnTo>
                    <a:pt x="1237" y="404"/>
                  </a:lnTo>
                  <a:lnTo>
                    <a:pt x="1223" y="404"/>
                  </a:lnTo>
                  <a:lnTo>
                    <a:pt x="1237" y="404"/>
                  </a:lnTo>
                  <a:lnTo>
                    <a:pt x="1250" y="404"/>
                  </a:lnTo>
                  <a:lnTo>
                    <a:pt x="1250" y="415"/>
                  </a:lnTo>
                  <a:lnTo>
                    <a:pt x="1237" y="415"/>
                  </a:lnTo>
                  <a:lnTo>
                    <a:pt x="1237" y="426"/>
                  </a:lnTo>
                  <a:lnTo>
                    <a:pt x="1250" y="426"/>
                  </a:lnTo>
                  <a:lnTo>
                    <a:pt x="1237" y="426"/>
                  </a:lnTo>
                  <a:lnTo>
                    <a:pt x="1223" y="426"/>
                  </a:lnTo>
                  <a:lnTo>
                    <a:pt x="1237" y="426"/>
                  </a:lnTo>
                  <a:lnTo>
                    <a:pt x="1237" y="435"/>
                  </a:lnTo>
                  <a:lnTo>
                    <a:pt x="1223" y="435"/>
                  </a:lnTo>
                  <a:lnTo>
                    <a:pt x="1237" y="435"/>
                  </a:lnTo>
                  <a:lnTo>
                    <a:pt x="1223" y="435"/>
                  </a:lnTo>
                  <a:lnTo>
                    <a:pt x="1237" y="435"/>
                  </a:lnTo>
                  <a:lnTo>
                    <a:pt x="1223" y="435"/>
                  </a:lnTo>
                  <a:lnTo>
                    <a:pt x="1237" y="435"/>
                  </a:lnTo>
                  <a:lnTo>
                    <a:pt x="1237" y="445"/>
                  </a:lnTo>
                  <a:lnTo>
                    <a:pt x="1237" y="455"/>
                  </a:lnTo>
                  <a:lnTo>
                    <a:pt x="1250" y="455"/>
                  </a:lnTo>
                  <a:lnTo>
                    <a:pt x="1250" y="466"/>
                  </a:lnTo>
                  <a:lnTo>
                    <a:pt x="1237" y="466"/>
                  </a:lnTo>
                  <a:lnTo>
                    <a:pt x="1237" y="475"/>
                  </a:lnTo>
                  <a:lnTo>
                    <a:pt x="1223" y="475"/>
                  </a:lnTo>
                  <a:lnTo>
                    <a:pt x="1223" y="486"/>
                  </a:lnTo>
                  <a:lnTo>
                    <a:pt x="1211" y="486"/>
                  </a:lnTo>
                  <a:lnTo>
                    <a:pt x="1211" y="496"/>
                  </a:lnTo>
                  <a:lnTo>
                    <a:pt x="1211" y="506"/>
                  </a:lnTo>
                  <a:lnTo>
                    <a:pt x="1198" y="506"/>
                  </a:lnTo>
                  <a:lnTo>
                    <a:pt x="1198" y="516"/>
                  </a:lnTo>
                  <a:lnTo>
                    <a:pt x="1186" y="516"/>
                  </a:lnTo>
                  <a:lnTo>
                    <a:pt x="1174" y="527"/>
                  </a:lnTo>
                  <a:lnTo>
                    <a:pt x="1174" y="536"/>
                  </a:lnTo>
                  <a:lnTo>
                    <a:pt x="1174" y="547"/>
                  </a:lnTo>
                  <a:lnTo>
                    <a:pt x="1174" y="557"/>
                  </a:lnTo>
                  <a:lnTo>
                    <a:pt x="1160" y="567"/>
                  </a:lnTo>
                  <a:lnTo>
                    <a:pt x="1160" y="576"/>
                  </a:lnTo>
                  <a:lnTo>
                    <a:pt x="1149" y="576"/>
                  </a:lnTo>
                  <a:lnTo>
                    <a:pt x="1149" y="587"/>
                  </a:lnTo>
                  <a:lnTo>
                    <a:pt x="1135" y="587"/>
                  </a:lnTo>
                  <a:lnTo>
                    <a:pt x="1135" y="597"/>
                  </a:lnTo>
                  <a:lnTo>
                    <a:pt x="1124" y="597"/>
                  </a:lnTo>
                  <a:lnTo>
                    <a:pt x="1110" y="597"/>
                  </a:lnTo>
                  <a:lnTo>
                    <a:pt x="1110" y="607"/>
                  </a:lnTo>
                  <a:lnTo>
                    <a:pt x="1097" y="607"/>
                  </a:lnTo>
                  <a:lnTo>
                    <a:pt x="1097" y="616"/>
                  </a:lnTo>
                  <a:lnTo>
                    <a:pt x="1085" y="628"/>
                  </a:lnTo>
                  <a:lnTo>
                    <a:pt x="1085" y="639"/>
                  </a:lnTo>
                  <a:lnTo>
                    <a:pt x="1085" y="648"/>
                  </a:lnTo>
                  <a:lnTo>
                    <a:pt x="1073" y="648"/>
                  </a:lnTo>
                  <a:lnTo>
                    <a:pt x="1073" y="658"/>
                  </a:lnTo>
                  <a:lnTo>
                    <a:pt x="1073" y="668"/>
                  </a:lnTo>
                  <a:lnTo>
                    <a:pt x="1061" y="679"/>
                  </a:lnTo>
                  <a:lnTo>
                    <a:pt x="1061" y="688"/>
                  </a:lnTo>
                  <a:lnTo>
                    <a:pt x="1048" y="688"/>
                  </a:lnTo>
                  <a:lnTo>
                    <a:pt x="1034" y="688"/>
                  </a:lnTo>
                  <a:lnTo>
                    <a:pt x="1023" y="688"/>
                  </a:lnTo>
                  <a:lnTo>
                    <a:pt x="1009" y="688"/>
                  </a:lnTo>
                  <a:lnTo>
                    <a:pt x="996" y="688"/>
                  </a:lnTo>
                  <a:lnTo>
                    <a:pt x="984" y="688"/>
                  </a:lnTo>
                  <a:lnTo>
                    <a:pt x="972" y="688"/>
                  </a:lnTo>
                  <a:lnTo>
                    <a:pt x="960" y="688"/>
                  </a:lnTo>
                  <a:lnTo>
                    <a:pt x="947" y="688"/>
                  </a:lnTo>
                  <a:lnTo>
                    <a:pt x="933" y="688"/>
                  </a:lnTo>
                  <a:lnTo>
                    <a:pt x="922" y="688"/>
                  </a:lnTo>
                  <a:lnTo>
                    <a:pt x="922" y="679"/>
                  </a:lnTo>
                  <a:lnTo>
                    <a:pt x="908" y="679"/>
                  </a:lnTo>
                  <a:lnTo>
                    <a:pt x="908" y="688"/>
                  </a:lnTo>
                  <a:lnTo>
                    <a:pt x="897" y="688"/>
                  </a:lnTo>
                  <a:lnTo>
                    <a:pt x="883" y="688"/>
                  </a:lnTo>
                  <a:lnTo>
                    <a:pt x="871" y="688"/>
                  </a:lnTo>
                  <a:lnTo>
                    <a:pt x="859" y="688"/>
                  </a:lnTo>
                  <a:lnTo>
                    <a:pt x="859" y="698"/>
                  </a:lnTo>
                  <a:lnTo>
                    <a:pt x="859" y="709"/>
                  </a:lnTo>
                  <a:lnTo>
                    <a:pt x="871" y="709"/>
                  </a:lnTo>
                  <a:lnTo>
                    <a:pt x="871" y="719"/>
                  </a:lnTo>
                  <a:lnTo>
                    <a:pt x="859" y="719"/>
                  </a:lnTo>
                  <a:lnTo>
                    <a:pt x="859" y="728"/>
                  </a:lnTo>
                  <a:lnTo>
                    <a:pt x="859" y="739"/>
                  </a:lnTo>
                  <a:lnTo>
                    <a:pt x="859" y="749"/>
                  </a:lnTo>
                  <a:lnTo>
                    <a:pt x="846" y="749"/>
                  </a:lnTo>
                  <a:lnTo>
                    <a:pt x="834" y="749"/>
                  </a:lnTo>
                  <a:lnTo>
                    <a:pt x="820" y="749"/>
                  </a:lnTo>
                  <a:lnTo>
                    <a:pt x="820" y="759"/>
                  </a:lnTo>
                  <a:lnTo>
                    <a:pt x="820" y="749"/>
                  </a:lnTo>
                  <a:lnTo>
                    <a:pt x="820" y="759"/>
                  </a:lnTo>
                  <a:lnTo>
                    <a:pt x="820" y="749"/>
                  </a:lnTo>
                  <a:lnTo>
                    <a:pt x="820" y="759"/>
                  </a:lnTo>
                  <a:lnTo>
                    <a:pt x="820" y="749"/>
                  </a:lnTo>
                  <a:lnTo>
                    <a:pt x="820" y="759"/>
                  </a:lnTo>
                  <a:lnTo>
                    <a:pt x="807" y="759"/>
                  </a:lnTo>
                  <a:lnTo>
                    <a:pt x="795" y="759"/>
                  </a:lnTo>
                  <a:lnTo>
                    <a:pt x="795" y="769"/>
                  </a:lnTo>
                  <a:lnTo>
                    <a:pt x="795" y="759"/>
                  </a:lnTo>
                  <a:lnTo>
                    <a:pt x="795" y="769"/>
                  </a:lnTo>
                  <a:lnTo>
                    <a:pt x="795" y="759"/>
                  </a:lnTo>
                  <a:lnTo>
                    <a:pt x="795" y="769"/>
                  </a:lnTo>
                  <a:lnTo>
                    <a:pt x="795" y="759"/>
                  </a:lnTo>
                  <a:lnTo>
                    <a:pt x="795" y="769"/>
                  </a:lnTo>
                  <a:lnTo>
                    <a:pt x="782" y="769"/>
                  </a:lnTo>
                  <a:lnTo>
                    <a:pt x="795" y="769"/>
                  </a:lnTo>
                  <a:lnTo>
                    <a:pt x="782" y="769"/>
                  </a:lnTo>
                  <a:lnTo>
                    <a:pt x="769" y="769"/>
                  </a:lnTo>
                  <a:lnTo>
                    <a:pt x="782" y="769"/>
                  </a:lnTo>
                  <a:lnTo>
                    <a:pt x="782" y="780"/>
                  </a:lnTo>
                  <a:lnTo>
                    <a:pt x="769" y="780"/>
                  </a:lnTo>
                  <a:lnTo>
                    <a:pt x="769" y="769"/>
                  </a:lnTo>
                  <a:lnTo>
                    <a:pt x="758" y="769"/>
                  </a:lnTo>
                  <a:lnTo>
                    <a:pt x="769" y="769"/>
                  </a:lnTo>
                  <a:lnTo>
                    <a:pt x="758" y="769"/>
                  </a:lnTo>
                  <a:lnTo>
                    <a:pt x="744" y="769"/>
                  </a:lnTo>
                  <a:lnTo>
                    <a:pt x="744" y="759"/>
                  </a:lnTo>
                  <a:lnTo>
                    <a:pt x="744" y="769"/>
                  </a:lnTo>
                  <a:lnTo>
                    <a:pt x="744" y="759"/>
                  </a:lnTo>
                  <a:lnTo>
                    <a:pt x="733" y="759"/>
                  </a:lnTo>
                  <a:lnTo>
                    <a:pt x="744" y="759"/>
                  </a:lnTo>
                  <a:lnTo>
                    <a:pt x="733" y="759"/>
                  </a:lnTo>
                  <a:lnTo>
                    <a:pt x="719" y="759"/>
                  </a:lnTo>
                  <a:lnTo>
                    <a:pt x="706" y="759"/>
                  </a:lnTo>
                  <a:lnTo>
                    <a:pt x="694" y="759"/>
                  </a:lnTo>
                  <a:lnTo>
                    <a:pt x="694" y="749"/>
                  </a:lnTo>
                  <a:lnTo>
                    <a:pt x="681" y="749"/>
                  </a:lnTo>
                  <a:lnTo>
                    <a:pt x="681" y="759"/>
                  </a:lnTo>
                  <a:lnTo>
                    <a:pt x="681" y="749"/>
                  </a:lnTo>
                  <a:lnTo>
                    <a:pt x="694" y="749"/>
                  </a:lnTo>
                  <a:lnTo>
                    <a:pt x="681" y="749"/>
                  </a:lnTo>
                  <a:lnTo>
                    <a:pt x="681" y="739"/>
                  </a:lnTo>
                  <a:lnTo>
                    <a:pt x="681" y="728"/>
                  </a:lnTo>
                  <a:lnTo>
                    <a:pt x="669" y="728"/>
                  </a:lnTo>
                  <a:lnTo>
                    <a:pt x="669" y="739"/>
                  </a:lnTo>
                  <a:lnTo>
                    <a:pt x="657" y="739"/>
                  </a:lnTo>
                  <a:lnTo>
                    <a:pt x="643" y="739"/>
                  </a:lnTo>
                  <a:lnTo>
                    <a:pt x="643" y="749"/>
                  </a:lnTo>
                  <a:lnTo>
                    <a:pt x="632" y="749"/>
                  </a:lnTo>
                  <a:lnTo>
                    <a:pt x="632" y="739"/>
                  </a:lnTo>
                  <a:lnTo>
                    <a:pt x="632" y="749"/>
                  </a:lnTo>
                  <a:lnTo>
                    <a:pt x="618" y="749"/>
                  </a:lnTo>
                  <a:lnTo>
                    <a:pt x="607" y="749"/>
                  </a:lnTo>
                  <a:lnTo>
                    <a:pt x="593" y="749"/>
                  </a:lnTo>
                  <a:lnTo>
                    <a:pt x="593" y="759"/>
                  </a:lnTo>
                  <a:lnTo>
                    <a:pt x="580" y="759"/>
                  </a:lnTo>
                  <a:lnTo>
                    <a:pt x="568" y="759"/>
                  </a:lnTo>
                  <a:lnTo>
                    <a:pt x="568" y="749"/>
                  </a:lnTo>
                  <a:lnTo>
                    <a:pt x="568" y="759"/>
                  </a:lnTo>
                  <a:lnTo>
                    <a:pt x="568" y="749"/>
                  </a:lnTo>
                  <a:lnTo>
                    <a:pt x="568" y="739"/>
                  </a:lnTo>
                  <a:lnTo>
                    <a:pt x="568" y="728"/>
                  </a:lnTo>
                  <a:lnTo>
                    <a:pt x="568" y="719"/>
                  </a:lnTo>
                  <a:lnTo>
                    <a:pt x="568" y="709"/>
                  </a:lnTo>
                  <a:lnTo>
                    <a:pt x="568" y="698"/>
                  </a:lnTo>
                  <a:lnTo>
                    <a:pt x="556" y="698"/>
                  </a:lnTo>
                  <a:lnTo>
                    <a:pt x="544" y="698"/>
                  </a:lnTo>
                  <a:lnTo>
                    <a:pt x="544" y="688"/>
                  </a:lnTo>
                  <a:lnTo>
                    <a:pt x="544" y="679"/>
                  </a:lnTo>
                  <a:lnTo>
                    <a:pt x="544" y="668"/>
                  </a:lnTo>
                  <a:lnTo>
                    <a:pt x="544" y="658"/>
                  </a:lnTo>
                  <a:lnTo>
                    <a:pt x="531" y="658"/>
                  </a:lnTo>
                  <a:lnTo>
                    <a:pt x="517" y="658"/>
                  </a:lnTo>
                  <a:lnTo>
                    <a:pt x="517" y="648"/>
                  </a:lnTo>
                  <a:lnTo>
                    <a:pt x="506" y="648"/>
                  </a:lnTo>
                  <a:lnTo>
                    <a:pt x="506" y="639"/>
                  </a:lnTo>
                  <a:lnTo>
                    <a:pt x="492" y="639"/>
                  </a:lnTo>
                  <a:lnTo>
                    <a:pt x="492" y="648"/>
                  </a:lnTo>
                  <a:lnTo>
                    <a:pt x="492" y="658"/>
                  </a:lnTo>
                  <a:lnTo>
                    <a:pt x="479" y="658"/>
                  </a:lnTo>
                  <a:lnTo>
                    <a:pt x="492" y="658"/>
                  </a:lnTo>
                  <a:lnTo>
                    <a:pt x="492" y="668"/>
                  </a:lnTo>
                  <a:lnTo>
                    <a:pt x="479" y="668"/>
                  </a:lnTo>
                  <a:lnTo>
                    <a:pt x="492" y="668"/>
                  </a:lnTo>
                  <a:lnTo>
                    <a:pt x="479" y="668"/>
                  </a:lnTo>
                  <a:lnTo>
                    <a:pt x="492" y="668"/>
                  </a:lnTo>
                  <a:lnTo>
                    <a:pt x="479" y="668"/>
                  </a:lnTo>
                  <a:lnTo>
                    <a:pt x="479" y="679"/>
                  </a:lnTo>
                  <a:lnTo>
                    <a:pt x="479" y="688"/>
                  </a:lnTo>
                  <a:lnTo>
                    <a:pt x="479" y="698"/>
                  </a:lnTo>
                  <a:lnTo>
                    <a:pt x="479" y="709"/>
                  </a:lnTo>
                  <a:lnTo>
                    <a:pt x="479" y="719"/>
                  </a:lnTo>
                  <a:lnTo>
                    <a:pt x="467" y="719"/>
                  </a:lnTo>
                  <a:lnTo>
                    <a:pt x="467" y="728"/>
                  </a:lnTo>
                  <a:lnTo>
                    <a:pt x="467" y="719"/>
                  </a:lnTo>
                  <a:lnTo>
                    <a:pt x="455" y="719"/>
                  </a:lnTo>
                  <a:lnTo>
                    <a:pt x="455" y="709"/>
                  </a:lnTo>
                  <a:lnTo>
                    <a:pt x="455" y="698"/>
                  </a:lnTo>
                  <a:lnTo>
                    <a:pt x="443" y="698"/>
                  </a:lnTo>
                  <a:lnTo>
                    <a:pt x="443" y="688"/>
                  </a:lnTo>
                  <a:lnTo>
                    <a:pt x="430" y="688"/>
                  </a:lnTo>
                  <a:lnTo>
                    <a:pt x="416" y="688"/>
                  </a:lnTo>
                  <a:lnTo>
                    <a:pt x="404" y="688"/>
                  </a:lnTo>
                  <a:lnTo>
                    <a:pt x="404" y="698"/>
                  </a:lnTo>
                  <a:lnTo>
                    <a:pt x="391" y="698"/>
                  </a:lnTo>
                  <a:lnTo>
                    <a:pt x="391" y="688"/>
                  </a:lnTo>
                  <a:lnTo>
                    <a:pt x="391" y="698"/>
                  </a:lnTo>
                  <a:lnTo>
                    <a:pt x="379" y="698"/>
                  </a:lnTo>
                  <a:lnTo>
                    <a:pt x="366" y="698"/>
                  </a:lnTo>
                  <a:lnTo>
                    <a:pt x="353" y="698"/>
                  </a:lnTo>
                  <a:lnTo>
                    <a:pt x="353" y="688"/>
                  </a:lnTo>
                  <a:lnTo>
                    <a:pt x="342" y="688"/>
                  </a:lnTo>
                  <a:lnTo>
                    <a:pt x="342" y="679"/>
                  </a:lnTo>
                  <a:lnTo>
                    <a:pt x="328" y="679"/>
                  </a:lnTo>
                  <a:lnTo>
                    <a:pt x="317" y="679"/>
                  </a:lnTo>
                  <a:lnTo>
                    <a:pt x="317" y="668"/>
                  </a:lnTo>
                  <a:lnTo>
                    <a:pt x="328" y="668"/>
                  </a:lnTo>
                  <a:lnTo>
                    <a:pt x="328" y="658"/>
                  </a:lnTo>
                  <a:lnTo>
                    <a:pt x="342" y="658"/>
                  </a:lnTo>
                  <a:lnTo>
                    <a:pt x="353" y="658"/>
                  </a:lnTo>
                  <a:lnTo>
                    <a:pt x="353" y="648"/>
                  </a:lnTo>
                  <a:lnTo>
                    <a:pt x="366" y="648"/>
                  </a:lnTo>
                  <a:lnTo>
                    <a:pt x="366" y="639"/>
                  </a:lnTo>
                  <a:lnTo>
                    <a:pt x="379" y="639"/>
                  </a:lnTo>
                  <a:lnTo>
                    <a:pt x="379" y="628"/>
                  </a:lnTo>
                  <a:lnTo>
                    <a:pt x="391" y="628"/>
                  </a:lnTo>
                  <a:lnTo>
                    <a:pt x="391" y="616"/>
                  </a:lnTo>
                  <a:lnTo>
                    <a:pt x="391" y="628"/>
                  </a:lnTo>
                  <a:lnTo>
                    <a:pt x="391" y="616"/>
                  </a:lnTo>
                  <a:lnTo>
                    <a:pt x="404" y="616"/>
                  </a:lnTo>
                  <a:lnTo>
                    <a:pt x="404" y="628"/>
                  </a:lnTo>
                  <a:lnTo>
                    <a:pt x="404" y="616"/>
                  </a:lnTo>
                  <a:lnTo>
                    <a:pt x="404" y="628"/>
                  </a:lnTo>
                  <a:lnTo>
                    <a:pt x="416" y="628"/>
                  </a:lnTo>
                  <a:lnTo>
                    <a:pt x="416" y="616"/>
                  </a:lnTo>
                  <a:lnTo>
                    <a:pt x="416" y="607"/>
                  </a:lnTo>
                  <a:lnTo>
                    <a:pt x="404" y="607"/>
                  </a:lnTo>
                  <a:lnTo>
                    <a:pt x="404" y="597"/>
                  </a:lnTo>
                  <a:lnTo>
                    <a:pt x="404" y="587"/>
                  </a:lnTo>
                  <a:lnTo>
                    <a:pt x="391" y="587"/>
                  </a:lnTo>
                  <a:lnTo>
                    <a:pt x="379" y="587"/>
                  </a:lnTo>
                  <a:lnTo>
                    <a:pt x="379" y="576"/>
                  </a:lnTo>
                  <a:lnTo>
                    <a:pt x="366" y="576"/>
                  </a:lnTo>
                  <a:lnTo>
                    <a:pt x="366" y="567"/>
                  </a:lnTo>
                  <a:lnTo>
                    <a:pt x="353" y="567"/>
                  </a:lnTo>
                  <a:lnTo>
                    <a:pt x="353" y="557"/>
                  </a:lnTo>
                  <a:lnTo>
                    <a:pt x="353" y="547"/>
                  </a:lnTo>
                  <a:lnTo>
                    <a:pt x="353" y="557"/>
                  </a:lnTo>
                  <a:lnTo>
                    <a:pt x="366" y="557"/>
                  </a:lnTo>
                  <a:lnTo>
                    <a:pt x="366" y="547"/>
                  </a:lnTo>
                  <a:lnTo>
                    <a:pt x="379" y="547"/>
                  </a:lnTo>
                  <a:lnTo>
                    <a:pt x="391" y="547"/>
                  </a:lnTo>
                  <a:lnTo>
                    <a:pt x="379" y="536"/>
                  </a:lnTo>
                  <a:lnTo>
                    <a:pt x="379" y="527"/>
                  </a:lnTo>
                  <a:lnTo>
                    <a:pt x="366" y="527"/>
                  </a:lnTo>
                  <a:lnTo>
                    <a:pt x="366" y="516"/>
                  </a:lnTo>
                  <a:lnTo>
                    <a:pt x="353" y="516"/>
                  </a:lnTo>
                  <a:lnTo>
                    <a:pt x="353" y="506"/>
                  </a:lnTo>
                  <a:lnTo>
                    <a:pt x="353" y="496"/>
                  </a:lnTo>
                  <a:lnTo>
                    <a:pt x="353" y="486"/>
                  </a:lnTo>
                  <a:lnTo>
                    <a:pt x="342" y="486"/>
                  </a:lnTo>
                  <a:lnTo>
                    <a:pt x="342" y="475"/>
                  </a:lnTo>
                  <a:lnTo>
                    <a:pt x="342" y="466"/>
                  </a:lnTo>
                  <a:lnTo>
                    <a:pt x="342" y="455"/>
                  </a:lnTo>
                  <a:lnTo>
                    <a:pt x="342" y="445"/>
                  </a:lnTo>
                  <a:lnTo>
                    <a:pt x="342" y="435"/>
                  </a:lnTo>
                  <a:lnTo>
                    <a:pt x="328" y="435"/>
                  </a:lnTo>
                  <a:lnTo>
                    <a:pt x="342" y="435"/>
                  </a:lnTo>
                  <a:lnTo>
                    <a:pt x="328" y="435"/>
                  </a:lnTo>
                  <a:lnTo>
                    <a:pt x="328" y="426"/>
                  </a:lnTo>
                  <a:lnTo>
                    <a:pt x="317" y="426"/>
                  </a:lnTo>
                  <a:lnTo>
                    <a:pt x="317" y="415"/>
                  </a:lnTo>
                  <a:lnTo>
                    <a:pt x="317" y="404"/>
                  </a:lnTo>
                  <a:lnTo>
                    <a:pt x="303" y="404"/>
                  </a:lnTo>
                  <a:lnTo>
                    <a:pt x="290" y="404"/>
                  </a:lnTo>
                  <a:lnTo>
                    <a:pt x="290" y="395"/>
                  </a:lnTo>
                  <a:lnTo>
                    <a:pt x="290" y="384"/>
                  </a:lnTo>
                  <a:lnTo>
                    <a:pt x="303" y="384"/>
                  </a:lnTo>
                  <a:lnTo>
                    <a:pt x="303" y="374"/>
                  </a:lnTo>
                  <a:lnTo>
                    <a:pt x="317" y="374"/>
                  </a:lnTo>
                  <a:lnTo>
                    <a:pt x="317" y="363"/>
                  </a:lnTo>
                  <a:lnTo>
                    <a:pt x="303" y="363"/>
                  </a:lnTo>
                  <a:lnTo>
                    <a:pt x="303" y="354"/>
                  </a:lnTo>
                  <a:lnTo>
                    <a:pt x="303" y="344"/>
                  </a:lnTo>
                  <a:lnTo>
                    <a:pt x="303" y="334"/>
                  </a:lnTo>
                  <a:lnTo>
                    <a:pt x="290" y="334"/>
                  </a:lnTo>
                  <a:lnTo>
                    <a:pt x="290" y="323"/>
                  </a:lnTo>
                  <a:lnTo>
                    <a:pt x="303" y="323"/>
                  </a:lnTo>
                  <a:lnTo>
                    <a:pt x="303" y="314"/>
                  </a:lnTo>
                  <a:lnTo>
                    <a:pt x="290" y="314"/>
                  </a:lnTo>
                  <a:lnTo>
                    <a:pt x="290" y="303"/>
                  </a:lnTo>
                  <a:lnTo>
                    <a:pt x="303" y="303"/>
                  </a:lnTo>
                  <a:lnTo>
                    <a:pt x="303" y="293"/>
                  </a:lnTo>
                  <a:lnTo>
                    <a:pt x="303" y="283"/>
                  </a:lnTo>
                  <a:lnTo>
                    <a:pt x="317" y="283"/>
                  </a:lnTo>
                  <a:lnTo>
                    <a:pt x="317" y="274"/>
                  </a:lnTo>
                  <a:lnTo>
                    <a:pt x="328" y="274"/>
                  </a:lnTo>
                  <a:lnTo>
                    <a:pt x="328" y="263"/>
                  </a:lnTo>
                  <a:lnTo>
                    <a:pt x="328" y="253"/>
                  </a:lnTo>
                  <a:lnTo>
                    <a:pt x="317" y="253"/>
                  </a:lnTo>
                  <a:lnTo>
                    <a:pt x="303" y="243"/>
                  </a:lnTo>
                  <a:lnTo>
                    <a:pt x="290" y="243"/>
                  </a:lnTo>
                  <a:lnTo>
                    <a:pt x="290" y="253"/>
                  </a:lnTo>
                  <a:lnTo>
                    <a:pt x="278" y="253"/>
                  </a:lnTo>
                  <a:lnTo>
                    <a:pt x="265" y="253"/>
                  </a:lnTo>
                  <a:lnTo>
                    <a:pt x="265" y="243"/>
                  </a:lnTo>
                  <a:lnTo>
                    <a:pt x="265" y="253"/>
                  </a:lnTo>
                  <a:lnTo>
                    <a:pt x="252" y="253"/>
                  </a:lnTo>
                  <a:lnTo>
                    <a:pt x="252" y="263"/>
                  </a:lnTo>
                  <a:lnTo>
                    <a:pt x="252" y="274"/>
                  </a:lnTo>
                  <a:lnTo>
                    <a:pt x="241" y="274"/>
                  </a:lnTo>
                  <a:lnTo>
                    <a:pt x="241" y="283"/>
                  </a:lnTo>
                  <a:lnTo>
                    <a:pt x="241" y="293"/>
                  </a:lnTo>
                  <a:lnTo>
                    <a:pt x="227" y="293"/>
                  </a:lnTo>
                  <a:lnTo>
                    <a:pt x="227" y="303"/>
                  </a:lnTo>
                  <a:lnTo>
                    <a:pt x="216" y="303"/>
                  </a:lnTo>
                  <a:lnTo>
                    <a:pt x="202" y="303"/>
                  </a:lnTo>
                  <a:lnTo>
                    <a:pt x="189" y="303"/>
                  </a:lnTo>
                  <a:lnTo>
                    <a:pt x="189" y="314"/>
                  </a:lnTo>
                  <a:lnTo>
                    <a:pt x="177" y="314"/>
                  </a:lnTo>
                  <a:lnTo>
                    <a:pt x="177" y="323"/>
                  </a:lnTo>
                  <a:lnTo>
                    <a:pt x="177" y="334"/>
                  </a:lnTo>
                  <a:lnTo>
                    <a:pt x="177" y="344"/>
                  </a:lnTo>
                  <a:lnTo>
                    <a:pt x="164" y="344"/>
                  </a:lnTo>
                  <a:lnTo>
                    <a:pt x="164" y="354"/>
                  </a:lnTo>
                  <a:lnTo>
                    <a:pt x="164" y="363"/>
                  </a:lnTo>
                  <a:lnTo>
                    <a:pt x="152" y="363"/>
                  </a:lnTo>
                  <a:lnTo>
                    <a:pt x="152" y="374"/>
                  </a:lnTo>
                  <a:lnTo>
                    <a:pt x="140" y="374"/>
                  </a:lnTo>
                  <a:lnTo>
                    <a:pt x="126" y="374"/>
                  </a:lnTo>
                  <a:lnTo>
                    <a:pt x="115" y="374"/>
                  </a:lnTo>
                  <a:lnTo>
                    <a:pt x="115" y="384"/>
                  </a:lnTo>
                  <a:lnTo>
                    <a:pt x="101" y="384"/>
                  </a:lnTo>
                  <a:lnTo>
                    <a:pt x="90" y="395"/>
                  </a:lnTo>
                  <a:lnTo>
                    <a:pt x="76" y="395"/>
                  </a:lnTo>
                  <a:lnTo>
                    <a:pt x="63" y="395"/>
                  </a:lnTo>
                  <a:lnTo>
                    <a:pt x="63" y="384"/>
                  </a:lnTo>
                  <a:lnTo>
                    <a:pt x="63" y="374"/>
                  </a:lnTo>
                  <a:lnTo>
                    <a:pt x="51" y="374"/>
                  </a:lnTo>
                  <a:lnTo>
                    <a:pt x="51" y="363"/>
                  </a:lnTo>
                  <a:lnTo>
                    <a:pt x="51" y="354"/>
                  </a:lnTo>
                  <a:lnTo>
                    <a:pt x="39" y="354"/>
                  </a:lnTo>
                  <a:lnTo>
                    <a:pt x="27" y="344"/>
                  </a:lnTo>
                  <a:lnTo>
                    <a:pt x="27" y="334"/>
                  </a:lnTo>
                  <a:lnTo>
                    <a:pt x="27" y="323"/>
                  </a:lnTo>
                  <a:lnTo>
                    <a:pt x="13" y="323"/>
                  </a:lnTo>
                  <a:lnTo>
                    <a:pt x="13" y="314"/>
                  </a:lnTo>
                  <a:lnTo>
                    <a:pt x="13" y="303"/>
                  </a:lnTo>
                  <a:lnTo>
                    <a:pt x="0" y="303"/>
                  </a:lnTo>
                  <a:lnTo>
                    <a:pt x="0" y="293"/>
                  </a:lnTo>
                  <a:lnTo>
                    <a:pt x="0" y="283"/>
                  </a:lnTo>
                  <a:lnTo>
                    <a:pt x="0" y="274"/>
                  </a:lnTo>
                  <a:lnTo>
                    <a:pt x="0" y="263"/>
                  </a:lnTo>
                  <a:lnTo>
                    <a:pt x="13" y="263"/>
                  </a:lnTo>
                  <a:lnTo>
                    <a:pt x="13" y="253"/>
                  </a:lnTo>
                  <a:lnTo>
                    <a:pt x="27" y="253"/>
                  </a:lnTo>
                  <a:lnTo>
                    <a:pt x="27" y="243"/>
                  </a:lnTo>
                  <a:lnTo>
                    <a:pt x="39" y="243"/>
                  </a:lnTo>
                  <a:lnTo>
                    <a:pt x="39" y="233"/>
                  </a:lnTo>
                  <a:lnTo>
                    <a:pt x="39" y="222"/>
                  </a:lnTo>
                  <a:lnTo>
                    <a:pt x="51" y="222"/>
                  </a:lnTo>
                  <a:lnTo>
                    <a:pt x="51" y="213"/>
                  </a:lnTo>
                  <a:lnTo>
                    <a:pt x="63" y="213"/>
                  </a:lnTo>
                  <a:lnTo>
                    <a:pt x="76" y="213"/>
                  </a:lnTo>
                  <a:lnTo>
                    <a:pt x="76" y="202"/>
                  </a:lnTo>
                  <a:lnTo>
                    <a:pt x="90" y="202"/>
                  </a:lnTo>
                  <a:lnTo>
                    <a:pt x="90" y="213"/>
                  </a:lnTo>
                  <a:lnTo>
                    <a:pt x="101" y="213"/>
                  </a:lnTo>
                  <a:lnTo>
                    <a:pt x="115" y="213"/>
                  </a:lnTo>
                  <a:lnTo>
                    <a:pt x="115" y="202"/>
                  </a:lnTo>
                  <a:lnTo>
                    <a:pt x="101" y="202"/>
                  </a:lnTo>
                  <a:lnTo>
                    <a:pt x="101" y="192"/>
                  </a:lnTo>
                  <a:lnTo>
                    <a:pt x="101" y="182"/>
                  </a:lnTo>
                  <a:lnTo>
                    <a:pt x="101" y="171"/>
                  </a:lnTo>
                  <a:lnTo>
                    <a:pt x="115" y="171"/>
                  </a:lnTo>
                  <a:lnTo>
                    <a:pt x="115" y="162"/>
                  </a:lnTo>
                  <a:lnTo>
                    <a:pt x="126" y="162"/>
                  </a:lnTo>
                  <a:lnTo>
                    <a:pt x="140" y="162"/>
                  </a:lnTo>
                  <a:lnTo>
                    <a:pt x="140" y="151"/>
                  </a:lnTo>
                  <a:lnTo>
                    <a:pt x="152" y="151"/>
                  </a:lnTo>
                  <a:lnTo>
                    <a:pt x="152" y="162"/>
                  </a:lnTo>
                  <a:lnTo>
                    <a:pt x="164" y="162"/>
                  </a:lnTo>
                  <a:lnTo>
                    <a:pt x="164" y="151"/>
                  </a:lnTo>
                  <a:lnTo>
                    <a:pt x="164" y="141"/>
                  </a:lnTo>
                  <a:lnTo>
                    <a:pt x="177" y="141"/>
                  </a:lnTo>
                  <a:lnTo>
                    <a:pt x="177" y="131"/>
                  </a:lnTo>
                  <a:lnTo>
                    <a:pt x="189" y="131"/>
                  </a:lnTo>
                  <a:lnTo>
                    <a:pt x="202" y="131"/>
                  </a:lnTo>
                  <a:lnTo>
                    <a:pt x="216" y="131"/>
                  </a:lnTo>
                  <a:lnTo>
                    <a:pt x="227" y="131"/>
                  </a:lnTo>
                  <a:lnTo>
                    <a:pt x="241" y="131"/>
                  </a:lnTo>
                  <a:lnTo>
                    <a:pt x="241" y="141"/>
                  </a:lnTo>
                  <a:lnTo>
                    <a:pt x="252" y="141"/>
                  </a:lnTo>
                  <a:lnTo>
                    <a:pt x="252" y="131"/>
                  </a:lnTo>
                  <a:lnTo>
                    <a:pt x="265" y="131"/>
                  </a:lnTo>
                  <a:lnTo>
                    <a:pt x="278" y="131"/>
                  </a:lnTo>
                  <a:lnTo>
                    <a:pt x="290" y="131"/>
                  </a:lnTo>
                  <a:lnTo>
                    <a:pt x="290" y="121"/>
                  </a:lnTo>
                  <a:lnTo>
                    <a:pt x="303" y="121"/>
                  </a:lnTo>
                  <a:lnTo>
                    <a:pt x="303" y="110"/>
                  </a:lnTo>
                  <a:lnTo>
                    <a:pt x="303" y="101"/>
                  </a:lnTo>
                  <a:lnTo>
                    <a:pt x="317" y="101"/>
                  </a:lnTo>
                  <a:lnTo>
                    <a:pt x="317" y="91"/>
                  </a:lnTo>
                  <a:lnTo>
                    <a:pt x="328" y="91"/>
                  </a:lnTo>
                  <a:lnTo>
                    <a:pt x="328" y="81"/>
                  </a:lnTo>
                  <a:lnTo>
                    <a:pt x="317" y="81"/>
                  </a:lnTo>
                  <a:lnTo>
                    <a:pt x="317" y="70"/>
                  </a:lnTo>
                  <a:lnTo>
                    <a:pt x="317" y="61"/>
                  </a:lnTo>
                  <a:lnTo>
                    <a:pt x="303" y="61"/>
                  </a:lnTo>
                  <a:lnTo>
                    <a:pt x="303" y="50"/>
                  </a:lnTo>
                  <a:lnTo>
                    <a:pt x="303" y="40"/>
                  </a:lnTo>
                  <a:lnTo>
                    <a:pt x="303" y="30"/>
                  </a:lnTo>
                  <a:lnTo>
                    <a:pt x="303" y="21"/>
                  </a:lnTo>
                  <a:lnTo>
                    <a:pt x="317" y="21"/>
                  </a:lnTo>
                  <a:lnTo>
                    <a:pt x="317" y="10"/>
                  </a:lnTo>
                  <a:lnTo>
                    <a:pt x="328" y="10"/>
                  </a:lnTo>
                  <a:lnTo>
                    <a:pt x="328" y="0"/>
                  </a:lnTo>
                  <a:lnTo>
                    <a:pt x="342" y="0"/>
                  </a:lnTo>
                  <a:lnTo>
                    <a:pt x="353" y="0"/>
                  </a:lnTo>
                  <a:lnTo>
                    <a:pt x="353" y="10"/>
                  </a:lnTo>
                  <a:lnTo>
                    <a:pt x="366" y="10"/>
                  </a:lnTo>
                  <a:lnTo>
                    <a:pt x="379" y="10"/>
                  </a:lnTo>
                  <a:lnTo>
                    <a:pt x="379" y="21"/>
                  </a:lnTo>
                  <a:lnTo>
                    <a:pt x="391" y="21"/>
                  </a:lnTo>
                  <a:lnTo>
                    <a:pt x="391" y="30"/>
                  </a:lnTo>
                  <a:lnTo>
                    <a:pt x="404" y="30"/>
                  </a:lnTo>
                  <a:lnTo>
                    <a:pt x="416" y="30"/>
                  </a:lnTo>
                  <a:lnTo>
                    <a:pt x="430" y="30"/>
                  </a:lnTo>
                  <a:lnTo>
                    <a:pt x="430" y="40"/>
                  </a:lnTo>
                  <a:lnTo>
                    <a:pt x="443" y="40"/>
                  </a:lnTo>
                  <a:lnTo>
                    <a:pt x="455" y="40"/>
                  </a:lnTo>
                  <a:lnTo>
                    <a:pt x="455" y="50"/>
                  </a:lnTo>
                  <a:lnTo>
                    <a:pt x="455" y="61"/>
                  </a:lnTo>
                  <a:lnTo>
                    <a:pt x="467" y="61"/>
                  </a:lnTo>
                  <a:lnTo>
                    <a:pt x="467" y="70"/>
                  </a:lnTo>
                  <a:lnTo>
                    <a:pt x="479" y="70"/>
                  </a:lnTo>
                  <a:lnTo>
                    <a:pt x="479" y="81"/>
                  </a:lnTo>
                  <a:lnTo>
                    <a:pt x="492" y="81"/>
                  </a:lnTo>
                  <a:lnTo>
                    <a:pt x="506" y="81"/>
                  </a:lnTo>
                  <a:lnTo>
                    <a:pt x="517" y="81"/>
                  </a:lnTo>
                  <a:lnTo>
                    <a:pt x="517" y="91"/>
                  </a:lnTo>
                  <a:lnTo>
                    <a:pt x="517" y="101"/>
                  </a:lnTo>
                  <a:lnTo>
                    <a:pt x="517" y="110"/>
                  </a:lnTo>
                  <a:lnTo>
                    <a:pt x="506" y="110"/>
                  </a:lnTo>
                  <a:lnTo>
                    <a:pt x="506" y="101"/>
                  </a:lnTo>
                  <a:lnTo>
                    <a:pt x="506" y="110"/>
                  </a:lnTo>
                  <a:lnTo>
                    <a:pt x="506" y="121"/>
                  </a:lnTo>
                  <a:lnTo>
                    <a:pt x="517" y="121"/>
                  </a:lnTo>
                  <a:lnTo>
                    <a:pt x="517" y="131"/>
                  </a:lnTo>
                  <a:lnTo>
                    <a:pt x="531" y="141"/>
                  </a:lnTo>
                  <a:lnTo>
                    <a:pt x="531" y="151"/>
                  </a:lnTo>
                  <a:lnTo>
                    <a:pt x="544" y="151"/>
                  </a:lnTo>
                  <a:lnTo>
                    <a:pt x="544" y="162"/>
                  </a:lnTo>
                  <a:lnTo>
                    <a:pt x="544" y="171"/>
                  </a:lnTo>
                  <a:lnTo>
                    <a:pt x="544" y="182"/>
                  </a:lnTo>
                  <a:lnTo>
                    <a:pt x="556" y="182"/>
                  </a:lnTo>
                  <a:lnTo>
                    <a:pt x="556" y="192"/>
                  </a:lnTo>
                  <a:lnTo>
                    <a:pt x="556" y="202"/>
                  </a:lnTo>
                  <a:lnTo>
                    <a:pt x="568" y="202"/>
                  </a:lnTo>
                  <a:lnTo>
                    <a:pt x="568" y="213"/>
                  </a:lnTo>
                  <a:lnTo>
                    <a:pt x="580" y="213"/>
                  </a:lnTo>
                  <a:lnTo>
                    <a:pt x="580" y="222"/>
                  </a:lnTo>
                  <a:lnTo>
                    <a:pt x="593" y="222"/>
                  </a:lnTo>
                  <a:lnTo>
                    <a:pt x="607" y="222"/>
                  </a:lnTo>
                  <a:lnTo>
                    <a:pt x="593" y="233"/>
                  </a:lnTo>
                  <a:lnTo>
                    <a:pt x="593" y="243"/>
                  </a:lnTo>
                  <a:lnTo>
                    <a:pt x="607" y="243"/>
                  </a:lnTo>
                  <a:lnTo>
                    <a:pt x="607" y="253"/>
                  </a:lnTo>
                  <a:lnTo>
                    <a:pt x="618" y="253"/>
                  </a:lnTo>
                  <a:lnTo>
                    <a:pt x="618" y="263"/>
                  </a:lnTo>
                  <a:lnTo>
                    <a:pt x="632" y="263"/>
                  </a:lnTo>
                  <a:lnTo>
                    <a:pt x="643" y="263"/>
                  </a:lnTo>
                  <a:lnTo>
                    <a:pt x="643" y="274"/>
                  </a:lnTo>
                  <a:lnTo>
                    <a:pt x="643" y="283"/>
                  </a:lnTo>
                  <a:lnTo>
                    <a:pt x="657" y="283"/>
                  </a:lnTo>
                  <a:lnTo>
                    <a:pt x="657" y="293"/>
                  </a:lnTo>
                  <a:lnTo>
                    <a:pt x="669" y="293"/>
                  </a:lnTo>
                  <a:lnTo>
                    <a:pt x="669" y="303"/>
                  </a:lnTo>
                  <a:lnTo>
                    <a:pt x="681" y="303"/>
                  </a:lnTo>
                  <a:lnTo>
                    <a:pt x="681" y="314"/>
                  </a:lnTo>
                  <a:lnTo>
                    <a:pt x="681" y="323"/>
                  </a:lnTo>
                  <a:lnTo>
                    <a:pt x="694" y="323"/>
                  </a:lnTo>
                  <a:lnTo>
                    <a:pt x="694" y="334"/>
                  </a:lnTo>
                  <a:lnTo>
                    <a:pt x="694" y="344"/>
                  </a:lnTo>
                  <a:lnTo>
                    <a:pt x="681" y="344"/>
                  </a:lnTo>
                  <a:lnTo>
                    <a:pt x="669" y="354"/>
                  </a:lnTo>
                  <a:lnTo>
                    <a:pt x="681" y="354"/>
                  </a:lnTo>
                  <a:lnTo>
                    <a:pt x="669" y="354"/>
                  </a:lnTo>
                  <a:lnTo>
                    <a:pt x="669" y="363"/>
                  </a:lnTo>
                  <a:lnTo>
                    <a:pt x="657" y="363"/>
                  </a:lnTo>
                  <a:lnTo>
                    <a:pt x="657" y="374"/>
                  </a:lnTo>
                  <a:lnTo>
                    <a:pt x="643" y="374"/>
                  </a:lnTo>
                  <a:lnTo>
                    <a:pt x="643" y="384"/>
                  </a:lnTo>
                  <a:lnTo>
                    <a:pt x="632" y="384"/>
                  </a:lnTo>
                  <a:lnTo>
                    <a:pt x="632" y="395"/>
                  </a:lnTo>
                  <a:lnTo>
                    <a:pt x="657" y="395"/>
                  </a:lnTo>
                  <a:lnTo>
                    <a:pt x="681" y="395"/>
                  </a:lnTo>
                  <a:lnTo>
                    <a:pt x="744" y="395"/>
                  </a:lnTo>
                  <a:lnTo>
                    <a:pt x="744" y="404"/>
                  </a:lnTo>
                  <a:lnTo>
                    <a:pt x="744" y="395"/>
                  </a:lnTo>
                  <a:lnTo>
                    <a:pt x="744" y="404"/>
                  </a:lnTo>
                  <a:lnTo>
                    <a:pt x="744" y="395"/>
                  </a:lnTo>
                  <a:lnTo>
                    <a:pt x="744" y="404"/>
                  </a:lnTo>
                  <a:lnTo>
                    <a:pt x="758" y="404"/>
                  </a:lnTo>
                  <a:lnTo>
                    <a:pt x="769" y="404"/>
                  </a:lnTo>
                  <a:lnTo>
                    <a:pt x="782" y="404"/>
                  </a:lnTo>
                  <a:lnTo>
                    <a:pt x="782" y="415"/>
                  </a:lnTo>
                  <a:lnTo>
                    <a:pt x="782" y="404"/>
                  </a:lnTo>
                  <a:lnTo>
                    <a:pt x="795" y="404"/>
                  </a:lnTo>
                  <a:lnTo>
                    <a:pt x="795" y="415"/>
                  </a:lnTo>
                  <a:lnTo>
                    <a:pt x="807" y="415"/>
                  </a:lnTo>
                  <a:lnTo>
                    <a:pt x="807" y="404"/>
                  </a:lnTo>
                  <a:lnTo>
                    <a:pt x="820" y="404"/>
                  </a:lnTo>
                  <a:lnTo>
                    <a:pt x="820" y="415"/>
                  </a:lnTo>
                  <a:lnTo>
                    <a:pt x="820" y="404"/>
                  </a:lnTo>
                  <a:lnTo>
                    <a:pt x="820" y="415"/>
                  </a:lnTo>
                  <a:lnTo>
                    <a:pt x="834" y="415"/>
                  </a:lnTo>
                  <a:lnTo>
                    <a:pt x="834" y="426"/>
                  </a:lnTo>
                  <a:lnTo>
                    <a:pt x="834" y="415"/>
                  </a:lnTo>
                  <a:lnTo>
                    <a:pt x="846" y="415"/>
                  </a:lnTo>
                  <a:lnTo>
                    <a:pt x="846" y="426"/>
                  </a:lnTo>
                  <a:lnTo>
                    <a:pt x="846" y="415"/>
                  </a:lnTo>
                  <a:lnTo>
                    <a:pt x="846" y="426"/>
                  </a:lnTo>
                  <a:lnTo>
                    <a:pt x="846" y="435"/>
                  </a:lnTo>
                  <a:lnTo>
                    <a:pt x="846" y="445"/>
                  </a:lnTo>
                  <a:lnTo>
                    <a:pt x="846" y="455"/>
                  </a:lnTo>
                  <a:lnTo>
                    <a:pt x="846" y="466"/>
                  </a:lnTo>
                  <a:lnTo>
                    <a:pt x="859" y="466"/>
                  </a:lnTo>
                  <a:lnTo>
                    <a:pt x="871" y="466"/>
                  </a:lnTo>
                  <a:lnTo>
                    <a:pt x="871" y="475"/>
                  </a:lnTo>
                  <a:lnTo>
                    <a:pt x="871" y="486"/>
                  </a:lnTo>
                  <a:lnTo>
                    <a:pt x="871" y="496"/>
                  </a:lnTo>
                  <a:lnTo>
                    <a:pt x="871" y="506"/>
                  </a:lnTo>
                  <a:lnTo>
                    <a:pt x="859" y="506"/>
                  </a:lnTo>
                  <a:lnTo>
                    <a:pt x="908" y="506"/>
                  </a:lnTo>
                  <a:lnTo>
                    <a:pt x="1048" y="506"/>
                  </a:lnTo>
                  <a:lnTo>
                    <a:pt x="1061" y="506"/>
                  </a:lnTo>
                  <a:lnTo>
                    <a:pt x="1073" y="506"/>
                  </a:lnTo>
                  <a:lnTo>
                    <a:pt x="1073" y="496"/>
                  </a:lnTo>
                  <a:lnTo>
                    <a:pt x="1085" y="506"/>
                  </a:lnTo>
                  <a:lnTo>
                    <a:pt x="1085" y="496"/>
                  </a:lnTo>
                  <a:lnTo>
                    <a:pt x="1085" y="506"/>
                  </a:lnTo>
                  <a:lnTo>
                    <a:pt x="1085" y="496"/>
                  </a:lnTo>
                  <a:lnTo>
                    <a:pt x="1097" y="496"/>
                  </a:lnTo>
                  <a:lnTo>
                    <a:pt x="1097" y="486"/>
                  </a:lnTo>
                  <a:lnTo>
                    <a:pt x="1110" y="475"/>
                  </a:lnTo>
                  <a:lnTo>
                    <a:pt x="1124" y="475"/>
                  </a:lnTo>
                  <a:lnTo>
                    <a:pt x="1135" y="475"/>
                  </a:lnTo>
                  <a:lnTo>
                    <a:pt x="1135" y="466"/>
                  </a:lnTo>
                  <a:lnTo>
                    <a:pt x="1149" y="466"/>
                  </a:lnTo>
                  <a:lnTo>
                    <a:pt x="1149" y="455"/>
                  </a:lnTo>
                  <a:lnTo>
                    <a:pt x="1149" y="466"/>
                  </a:lnTo>
                  <a:lnTo>
                    <a:pt x="1149" y="455"/>
                  </a:lnTo>
                  <a:lnTo>
                    <a:pt x="1160" y="455"/>
                  </a:lnTo>
                  <a:lnTo>
                    <a:pt x="1160" y="445"/>
                  </a:lnTo>
                  <a:lnTo>
                    <a:pt x="1174" y="445"/>
                  </a:lnTo>
                  <a:lnTo>
                    <a:pt x="1186" y="445"/>
                  </a:lnTo>
                  <a:lnTo>
                    <a:pt x="1186" y="435"/>
                  </a:lnTo>
                  <a:lnTo>
                    <a:pt x="1198" y="435"/>
                  </a:lnTo>
                  <a:lnTo>
                    <a:pt x="1186" y="435"/>
                  </a:lnTo>
                  <a:lnTo>
                    <a:pt x="1198" y="435"/>
                  </a:lnTo>
                  <a:lnTo>
                    <a:pt x="1186" y="435"/>
                  </a:lnTo>
                  <a:lnTo>
                    <a:pt x="1198" y="435"/>
                  </a:lnTo>
                  <a:lnTo>
                    <a:pt x="1186" y="435"/>
                  </a:lnTo>
                  <a:lnTo>
                    <a:pt x="1198" y="435"/>
                  </a:lnTo>
                  <a:lnTo>
                    <a:pt x="1186" y="435"/>
                  </a:lnTo>
                  <a:lnTo>
                    <a:pt x="1186" y="426"/>
                  </a:lnTo>
                  <a:lnTo>
                    <a:pt x="1198" y="426"/>
                  </a:lnTo>
                  <a:lnTo>
                    <a:pt x="1198" y="435"/>
                  </a:lnTo>
                  <a:lnTo>
                    <a:pt x="1198" y="426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2"/>
            <p:cNvSpPr/>
            <p:nvPr/>
          </p:nvSpPr>
          <p:spPr>
            <a:xfrm>
              <a:off x="5718279" y="4966895"/>
              <a:ext cx="300804" cy="371295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60" y="15"/>
                  </a:moveTo>
                  <a:lnTo>
                    <a:pt x="60" y="7"/>
                  </a:lnTo>
                  <a:lnTo>
                    <a:pt x="68" y="7"/>
                  </a:lnTo>
                  <a:lnTo>
                    <a:pt x="68" y="15"/>
                  </a:lnTo>
                  <a:lnTo>
                    <a:pt x="75" y="15"/>
                  </a:lnTo>
                  <a:lnTo>
                    <a:pt x="68" y="15"/>
                  </a:lnTo>
                  <a:lnTo>
                    <a:pt x="75" y="15"/>
                  </a:lnTo>
                  <a:lnTo>
                    <a:pt x="75" y="7"/>
                  </a:lnTo>
                  <a:lnTo>
                    <a:pt x="68" y="7"/>
                  </a:lnTo>
                  <a:lnTo>
                    <a:pt x="60" y="7"/>
                  </a:lnTo>
                  <a:lnTo>
                    <a:pt x="68" y="7"/>
                  </a:lnTo>
                  <a:lnTo>
                    <a:pt x="60" y="7"/>
                  </a:lnTo>
                  <a:lnTo>
                    <a:pt x="60" y="0"/>
                  </a:lnTo>
                  <a:lnTo>
                    <a:pt x="68" y="0"/>
                  </a:lnTo>
                  <a:lnTo>
                    <a:pt x="75" y="0"/>
                  </a:lnTo>
                  <a:lnTo>
                    <a:pt x="84" y="0"/>
                  </a:lnTo>
                  <a:lnTo>
                    <a:pt x="84" y="7"/>
                  </a:lnTo>
                  <a:lnTo>
                    <a:pt x="84" y="15"/>
                  </a:lnTo>
                  <a:lnTo>
                    <a:pt x="91" y="15"/>
                  </a:lnTo>
                  <a:lnTo>
                    <a:pt x="84" y="15"/>
                  </a:lnTo>
                  <a:lnTo>
                    <a:pt x="91" y="15"/>
                  </a:lnTo>
                  <a:lnTo>
                    <a:pt x="91" y="22"/>
                  </a:lnTo>
                  <a:lnTo>
                    <a:pt x="84" y="22"/>
                  </a:lnTo>
                  <a:lnTo>
                    <a:pt x="91" y="22"/>
                  </a:lnTo>
                  <a:lnTo>
                    <a:pt x="99" y="22"/>
                  </a:lnTo>
                  <a:lnTo>
                    <a:pt x="99" y="30"/>
                  </a:lnTo>
                  <a:lnTo>
                    <a:pt x="99" y="22"/>
                  </a:lnTo>
                  <a:lnTo>
                    <a:pt x="106" y="22"/>
                  </a:lnTo>
                  <a:lnTo>
                    <a:pt x="106" y="30"/>
                  </a:lnTo>
                  <a:lnTo>
                    <a:pt x="113" y="30"/>
                  </a:lnTo>
                  <a:lnTo>
                    <a:pt x="106" y="30"/>
                  </a:lnTo>
                  <a:lnTo>
                    <a:pt x="113" y="30"/>
                  </a:lnTo>
                  <a:lnTo>
                    <a:pt x="113" y="37"/>
                  </a:lnTo>
                  <a:lnTo>
                    <a:pt x="121" y="37"/>
                  </a:lnTo>
                  <a:lnTo>
                    <a:pt x="121" y="44"/>
                  </a:lnTo>
                  <a:lnTo>
                    <a:pt x="128" y="44"/>
                  </a:lnTo>
                  <a:lnTo>
                    <a:pt x="128" y="52"/>
                  </a:lnTo>
                  <a:lnTo>
                    <a:pt x="128" y="59"/>
                  </a:lnTo>
                  <a:lnTo>
                    <a:pt x="137" y="59"/>
                  </a:lnTo>
                  <a:lnTo>
                    <a:pt x="128" y="59"/>
                  </a:lnTo>
                  <a:lnTo>
                    <a:pt x="128" y="52"/>
                  </a:lnTo>
                  <a:lnTo>
                    <a:pt x="137" y="52"/>
                  </a:lnTo>
                  <a:lnTo>
                    <a:pt x="144" y="52"/>
                  </a:lnTo>
                  <a:lnTo>
                    <a:pt x="144" y="59"/>
                  </a:lnTo>
                  <a:lnTo>
                    <a:pt x="144" y="52"/>
                  </a:lnTo>
                  <a:lnTo>
                    <a:pt x="144" y="59"/>
                  </a:lnTo>
                  <a:lnTo>
                    <a:pt x="137" y="59"/>
                  </a:lnTo>
                  <a:lnTo>
                    <a:pt x="144" y="59"/>
                  </a:lnTo>
                  <a:lnTo>
                    <a:pt x="137" y="59"/>
                  </a:lnTo>
                  <a:lnTo>
                    <a:pt x="144" y="59"/>
                  </a:lnTo>
                  <a:lnTo>
                    <a:pt x="144" y="66"/>
                  </a:lnTo>
                  <a:lnTo>
                    <a:pt x="151" y="66"/>
                  </a:lnTo>
                  <a:lnTo>
                    <a:pt x="159" y="66"/>
                  </a:lnTo>
                  <a:lnTo>
                    <a:pt x="159" y="74"/>
                  </a:lnTo>
                  <a:lnTo>
                    <a:pt x="159" y="81"/>
                  </a:lnTo>
                  <a:lnTo>
                    <a:pt x="159" y="89"/>
                  </a:lnTo>
                  <a:lnTo>
                    <a:pt x="166" y="89"/>
                  </a:lnTo>
                  <a:lnTo>
                    <a:pt x="166" y="96"/>
                  </a:lnTo>
                  <a:lnTo>
                    <a:pt x="174" y="96"/>
                  </a:lnTo>
                  <a:lnTo>
                    <a:pt x="181" y="96"/>
                  </a:lnTo>
                  <a:lnTo>
                    <a:pt x="188" y="96"/>
                  </a:lnTo>
                  <a:lnTo>
                    <a:pt x="188" y="103"/>
                  </a:lnTo>
                  <a:lnTo>
                    <a:pt x="181" y="103"/>
                  </a:lnTo>
                  <a:lnTo>
                    <a:pt x="188" y="103"/>
                  </a:lnTo>
                  <a:lnTo>
                    <a:pt x="188" y="112"/>
                  </a:lnTo>
                  <a:lnTo>
                    <a:pt x="197" y="103"/>
                  </a:lnTo>
                  <a:lnTo>
                    <a:pt x="197" y="112"/>
                  </a:lnTo>
                  <a:lnTo>
                    <a:pt x="204" y="112"/>
                  </a:lnTo>
                  <a:lnTo>
                    <a:pt x="204" y="119"/>
                  </a:lnTo>
                  <a:lnTo>
                    <a:pt x="212" y="127"/>
                  </a:lnTo>
                  <a:lnTo>
                    <a:pt x="212" y="134"/>
                  </a:lnTo>
                  <a:lnTo>
                    <a:pt x="219" y="142"/>
                  </a:lnTo>
                  <a:lnTo>
                    <a:pt x="227" y="142"/>
                  </a:lnTo>
                  <a:lnTo>
                    <a:pt x="227" y="149"/>
                  </a:lnTo>
                  <a:lnTo>
                    <a:pt x="234" y="149"/>
                  </a:lnTo>
                  <a:lnTo>
                    <a:pt x="234" y="156"/>
                  </a:lnTo>
                  <a:lnTo>
                    <a:pt x="241" y="156"/>
                  </a:lnTo>
                  <a:lnTo>
                    <a:pt x="250" y="156"/>
                  </a:lnTo>
                  <a:lnTo>
                    <a:pt x="250" y="149"/>
                  </a:lnTo>
                  <a:lnTo>
                    <a:pt x="250" y="156"/>
                  </a:lnTo>
                  <a:lnTo>
                    <a:pt x="257" y="156"/>
                  </a:lnTo>
                  <a:lnTo>
                    <a:pt x="265" y="156"/>
                  </a:lnTo>
                  <a:lnTo>
                    <a:pt x="272" y="156"/>
                  </a:lnTo>
                  <a:lnTo>
                    <a:pt x="280" y="156"/>
                  </a:lnTo>
                  <a:lnTo>
                    <a:pt x="280" y="164"/>
                  </a:lnTo>
                  <a:lnTo>
                    <a:pt x="272" y="164"/>
                  </a:lnTo>
                  <a:lnTo>
                    <a:pt x="272" y="171"/>
                  </a:lnTo>
                  <a:lnTo>
                    <a:pt x="265" y="171"/>
                  </a:lnTo>
                  <a:lnTo>
                    <a:pt x="265" y="179"/>
                  </a:lnTo>
                  <a:lnTo>
                    <a:pt x="265" y="171"/>
                  </a:lnTo>
                  <a:lnTo>
                    <a:pt x="257" y="171"/>
                  </a:lnTo>
                  <a:lnTo>
                    <a:pt x="250" y="171"/>
                  </a:lnTo>
                  <a:lnTo>
                    <a:pt x="250" y="179"/>
                  </a:lnTo>
                  <a:lnTo>
                    <a:pt x="250" y="186"/>
                  </a:lnTo>
                  <a:lnTo>
                    <a:pt x="241" y="186"/>
                  </a:lnTo>
                  <a:lnTo>
                    <a:pt x="241" y="179"/>
                  </a:lnTo>
                  <a:lnTo>
                    <a:pt x="241" y="186"/>
                  </a:lnTo>
                  <a:lnTo>
                    <a:pt x="234" y="186"/>
                  </a:lnTo>
                  <a:lnTo>
                    <a:pt x="241" y="186"/>
                  </a:lnTo>
                  <a:lnTo>
                    <a:pt x="241" y="193"/>
                  </a:lnTo>
                  <a:lnTo>
                    <a:pt x="241" y="201"/>
                  </a:lnTo>
                  <a:lnTo>
                    <a:pt x="250" y="201"/>
                  </a:lnTo>
                  <a:lnTo>
                    <a:pt x="250" y="208"/>
                  </a:lnTo>
                  <a:lnTo>
                    <a:pt x="250" y="215"/>
                  </a:lnTo>
                  <a:lnTo>
                    <a:pt x="250" y="208"/>
                  </a:lnTo>
                  <a:lnTo>
                    <a:pt x="257" y="208"/>
                  </a:lnTo>
                  <a:lnTo>
                    <a:pt x="265" y="208"/>
                  </a:lnTo>
                  <a:lnTo>
                    <a:pt x="272" y="208"/>
                  </a:lnTo>
                  <a:lnTo>
                    <a:pt x="272" y="215"/>
                  </a:lnTo>
                  <a:lnTo>
                    <a:pt x="280" y="215"/>
                  </a:lnTo>
                  <a:lnTo>
                    <a:pt x="287" y="215"/>
                  </a:lnTo>
                  <a:lnTo>
                    <a:pt x="294" y="215"/>
                  </a:lnTo>
                  <a:lnTo>
                    <a:pt x="303" y="215"/>
                  </a:lnTo>
                  <a:lnTo>
                    <a:pt x="303" y="223"/>
                  </a:lnTo>
                  <a:lnTo>
                    <a:pt x="303" y="230"/>
                  </a:lnTo>
                  <a:lnTo>
                    <a:pt x="294" y="230"/>
                  </a:lnTo>
                  <a:lnTo>
                    <a:pt x="303" y="238"/>
                  </a:lnTo>
                  <a:lnTo>
                    <a:pt x="294" y="238"/>
                  </a:lnTo>
                  <a:lnTo>
                    <a:pt x="294" y="246"/>
                  </a:lnTo>
                  <a:lnTo>
                    <a:pt x="287" y="238"/>
                  </a:lnTo>
                  <a:lnTo>
                    <a:pt x="280" y="238"/>
                  </a:lnTo>
                  <a:lnTo>
                    <a:pt x="272" y="238"/>
                  </a:lnTo>
                  <a:lnTo>
                    <a:pt x="272" y="246"/>
                  </a:lnTo>
                  <a:lnTo>
                    <a:pt x="272" y="238"/>
                  </a:lnTo>
                  <a:lnTo>
                    <a:pt x="280" y="238"/>
                  </a:lnTo>
                  <a:lnTo>
                    <a:pt x="280" y="246"/>
                  </a:lnTo>
                  <a:lnTo>
                    <a:pt x="280" y="254"/>
                  </a:lnTo>
                  <a:lnTo>
                    <a:pt x="280" y="261"/>
                  </a:lnTo>
                  <a:lnTo>
                    <a:pt x="272" y="261"/>
                  </a:lnTo>
                  <a:lnTo>
                    <a:pt x="265" y="261"/>
                  </a:lnTo>
                  <a:lnTo>
                    <a:pt x="257" y="261"/>
                  </a:lnTo>
                  <a:lnTo>
                    <a:pt x="250" y="261"/>
                  </a:lnTo>
                  <a:lnTo>
                    <a:pt x="241" y="261"/>
                  </a:lnTo>
                  <a:lnTo>
                    <a:pt x="234" y="261"/>
                  </a:lnTo>
                  <a:lnTo>
                    <a:pt x="227" y="261"/>
                  </a:lnTo>
                  <a:lnTo>
                    <a:pt x="227" y="268"/>
                  </a:lnTo>
                  <a:lnTo>
                    <a:pt x="234" y="268"/>
                  </a:lnTo>
                  <a:lnTo>
                    <a:pt x="241" y="268"/>
                  </a:lnTo>
                  <a:lnTo>
                    <a:pt x="250" y="276"/>
                  </a:lnTo>
                  <a:lnTo>
                    <a:pt x="241" y="276"/>
                  </a:lnTo>
                  <a:lnTo>
                    <a:pt x="241" y="283"/>
                  </a:lnTo>
                  <a:lnTo>
                    <a:pt x="250" y="283"/>
                  </a:lnTo>
                  <a:lnTo>
                    <a:pt x="250" y="291"/>
                  </a:lnTo>
                  <a:lnTo>
                    <a:pt x="241" y="291"/>
                  </a:lnTo>
                  <a:lnTo>
                    <a:pt x="234" y="298"/>
                  </a:lnTo>
                  <a:lnTo>
                    <a:pt x="234" y="291"/>
                  </a:lnTo>
                  <a:lnTo>
                    <a:pt x="227" y="291"/>
                  </a:lnTo>
                  <a:lnTo>
                    <a:pt x="219" y="291"/>
                  </a:lnTo>
                  <a:lnTo>
                    <a:pt x="212" y="291"/>
                  </a:lnTo>
                  <a:lnTo>
                    <a:pt x="212" y="283"/>
                  </a:lnTo>
                  <a:lnTo>
                    <a:pt x="204" y="283"/>
                  </a:lnTo>
                  <a:lnTo>
                    <a:pt x="197" y="283"/>
                  </a:lnTo>
                  <a:lnTo>
                    <a:pt x="197" y="276"/>
                  </a:lnTo>
                  <a:lnTo>
                    <a:pt x="188" y="276"/>
                  </a:lnTo>
                  <a:lnTo>
                    <a:pt x="188" y="268"/>
                  </a:lnTo>
                  <a:lnTo>
                    <a:pt x="197" y="268"/>
                  </a:lnTo>
                  <a:lnTo>
                    <a:pt x="197" y="261"/>
                  </a:lnTo>
                  <a:lnTo>
                    <a:pt x="204" y="261"/>
                  </a:lnTo>
                  <a:lnTo>
                    <a:pt x="204" y="254"/>
                  </a:lnTo>
                  <a:lnTo>
                    <a:pt x="212" y="254"/>
                  </a:lnTo>
                  <a:lnTo>
                    <a:pt x="212" y="246"/>
                  </a:lnTo>
                  <a:lnTo>
                    <a:pt x="204" y="246"/>
                  </a:lnTo>
                  <a:lnTo>
                    <a:pt x="212" y="246"/>
                  </a:lnTo>
                  <a:lnTo>
                    <a:pt x="212" y="238"/>
                  </a:lnTo>
                  <a:lnTo>
                    <a:pt x="212" y="230"/>
                  </a:lnTo>
                  <a:lnTo>
                    <a:pt x="204" y="230"/>
                  </a:lnTo>
                  <a:lnTo>
                    <a:pt x="204" y="223"/>
                  </a:lnTo>
                  <a:lnTo>
                    <a:pt x="197" y="223"/>
                  </a:lnTo>
                  <a:lnTo>
                    <a:pt x="204" y="223"/>
                  </a:lnTo>
                  <a:lnTo>
                    <a:pt x="204" y="215"/>
                  </a:lnTo>
                  <a:lnTo>
                    <a:pt x="204" y="223"/>
                  </a:lnTo>
                  <a:lnTo>
                    <a:pt x="212" y="223"/>
                  </a:lnTo>
                  <a:lnTo>
                    <a:pt x="212" y="215"/>
                  </a:lnTo>
                  <a:lnTo>
                    <a:pt x="219" y="215"/>
                  </a:lnTo>
                  <a:lnTo>
                    <a:pt x="219" y="223"/>
                  </a:lnTo>
                  <a:lnTo>
                    <a:pt x="212" y="223"/>
                  </a:lnTo>
                  <a:lnTo>
                    <a:pt x="219" y="223"/>
                  </a:lnTo>
                  <a:lnTo>
                    <a:pt x="219" y="215"/>
                  </a:lnTo>
                  <a:lnTo>
                    <a:pt x="227" y="215"/>
                  </a:lnTo>
                  <a:lnTo>
                    <a:pt x="219" y="215"/>
                  </a:lnTo>
                  <a:lnTo>
                    <a:pt x="219" y="208"/>
                  </a:lnTo>
                  <a:lnTo>
                    <a:pt x="227" y="208"/>
                  </a:lnTo>
                  <a:lnTo>
                    <a:pt x="219" y="208"/>
                  </a:lnTo>
                  <a:lnTo>
                    <a:pt x="212" y="208"/>
                  </a:lnTo>
                  <a:lnTo>
                    <a:pt x="212" y="215"/>
                  </a:lnTo>
                  <a:lnTo>
                    <a:pt x="212" y="208"/>
                  </a:lnTo>
                  <a:lnTo>
                    <a:pt x="204" y="208"/>
                  </a:lnTo>
                  <a:lnTo>
                    <a:pt x="204" y="215"/>
                  </a:lnTo>
                  <a:lnTo>
                    <a:pt x="197" y="215"/>
                  </a:lnTo>
                  <a:lnTo>
                    <a:pt x="188" y="215"/>
                  </a:lnTo>
                  <a:lnTo>
                    <a:pt x="181" y="215"/>
                  </a:lnTo>
                  <a:lnTo>
                    <a:pt x="181" y="223"/>
                  </a:lnTo>
                  <a:lnTo>
                    <a:pt x="174" y="223"/>
                  </a:lnTo>
                  <a:lnTo>
                    <a:pt x="166" y="223"/>
                  </a:lnTo>
                  <a:lnTo>
                    <a:pt x="159" y="223"/>
                  </a:lnTo>
                  <a:lnTo>
                    <a:pt x="159" y="230"/>
                  </a:lnTo>
                  <a:lnTo>
                    <a:pt x="159" y="223"/>
                  </a:lnTo>
                  <a:lnTo>
                    <a:pt x="151" y="223"/>
                  </a:lnTo>
                  <a:lnTo>
                    <a:pt x="159" y="223"/>
                  </a:lnTo>
                  <a:lnTo>
                    <a:pt x="151" y="223"/>
                  </a:lnTo>
                  <a:lnTo>
                    <a:pt x="151" y="215"/>
                  </a:lnTo>
                  <a:lnTo>
                    <a:pt x="144" y="215"/>
                  </a:lnTo>
                  <a:lnTo>
                    <a:pt x="137" y="215"/>
                  </a:lnTo>
                  <a:lnTo>
                    <a:pt x="137" y="208"/>
                  </a:lnTo>
                  <a:lnTo>
                    <a:pt x="128" y="208"/>
                  </a:lnTo>
                  <a:lnTo>
                    <a:pt x="137" y="208"/>
                  </a:lnTo>
                  <a:lnTo>
                    <a:pt x="137" y="201"/>
                  </a:lnTo>
                  <a:lnTo>
                    <a:pt x="128" y="201"/>
                  </a:lnTo>
                  <a:lnTo>
                    <a:pt x="121" y="201"/>
                  </a:lnTo>
                  <a:lnTo>
                    <a:pt x="121" y="208"/>
                  </a:lnTo>
                  <a:lnTo>
                    <a:pt x="113" y="208"/>
                  </a:lnTo>
                  <a:lnTo>
                    <a:pt x="106" y="208"/>
                  </a:lnTo>
                  <a:lnTo>
                    <a:pt x="106" y="201"/>
                  </a:lnTo>
                  <a:lnTo>
                    <a:pt x="106" y="193"/>
                  </a:lnTo>
                  <a:lnTo>
                    <a:pt x="106" y="201"/>
                  </a:lnTo>
                  <a:lnTo>
                    <a:pt x="113" y="201"/>
                  </a:lnTo>
                  <a:lnTo>
                    <a:pt x="113" y="193"/>
                  </a:lnTo>
                  <a:lnTo>
                    <a:pt x="113" y="186"/>
                  </a:lnTo>
                  <a:lnTo>
                    <a:pt x="113" y="193"/>
                  </a:lnTo>
                  <a:lnTo>
                    <a:pt x="113" y="186"/>
                  </a:lnTo>
                  <a:lnTo>
                    <a:pt x="121" y="186"/>
                  </a:lnTo>
                  <a:lnTo>
                    <a:pt x="121" y="179"/>
                  </a:lnTo>
                  <a:lnTo>
                    <a:pt x="121" y="171"/>
                  </a:lnTo>
                  <a:lnTo>
                    <a:pt x="128" y="171"/>
                  </a:lnTo>
                  <a:lnTo>
                    <a:pt x="128" y="179"/>
                  </a:lnTo>
                  <a:lnTo>
                    <a:pt x="128" y="186"/>
                  </a:lnTo>
                  <a:lnTo>
                    <a:pt x="121" y="186"/>
                  </a:lnTo>
                  <a:lnTo>
                    <a:pt x="128" y="186"/>
                  </a:lnTo>
                  <a:lnTo>
                    <a:pt x="128" y="179"/>
                  </a:lnTo>
                  <a:lnTo>
                    <a:pt x="128" y="171"/>
                  </a:lnTo>
                  <a:lnTo>
                    <a:pt x="121" y="171"/>
                  </a:lnTo>
                  <a:lnTo>
                    <a:pt x="121" y="164"/>
                  </a:lnTo>
                  <a:lnTo>
                    <a:pt x="113" y="164"/>
                  </a:lnTo>
                  <a:lnTo>
                    <a:pt x="113" y="156"/>
                  </a:lnTo>
                  <a:lnTo>
                    <a:pt x="106" y="156"/>
                  </a:lnTo>
                  <a:lnTo>
                    <a:pt x="99" y="156"/>
                  </a:lnTo>
                  <a:lnTo>
                    <a:pt x="91" y="156"/>
                  </a:lnTo>
                  <a:lnTo>
                    <a:pt x="84" y="156"/>
                  </a:lnTo>
                  <a:lnTo>
                    <a:pt x="75" y="156"/>
                  </a:lnTo>
                  <a:lnTo>
                    <a:pt x="75" y="149"/>
                  </a:lnTo>
                  <a:lnTo>
                    <a:pt x="75" y="142"/>
                  </a:lnTo>
                  <a:lnTo>
                    <a:pt x="68" y="142"/>
                  </a:lnTo>
                  <a:lnTo>
                    <a:pt x="75" y="142"/>
                  </a:lnTo>
                  <a:lnTo>
                    <a:pt x="75" y="149"/>
                  </a:lnTo>
                  <a:lnTo>
                    <a:pt x="75" y="156"/>
                  </a:lnTo>
                  <a:lnTo>
                    <a:pt x="84" y="156"/>
                  </a:lnTo>
                  <a:lnTo>
                    <a:pt x="91" y="156"/>
                  </a:lnTo>
                  <a:lnTo>
                    <a:pt x="99" y="156"/>
                  </a:lnTo>
                  <a:lnTo>
                    <a:pt x="106" y="156"/>
                  </a:lnTo>
                  <a:lnTo>
                    <a:pt x="113" y="156"/>
                  </a:lnTo>
                  <a:lnTo>
                    <a:pt x="113" y="164"/>
                  </a:lnTo>
                  <a:lnTo>
                    <a:pt x="121" y="164"/>
                  </a:lnTo>
                  <a:lnTo>
                    <a:pt x="121" y="171"/>
                  </a:lnTo>
                  <a:lnTo>
                    <a:pt x="121" y="164"/>
                  </a:lnTo>
                  <a:lnTo>
                    <a:pt x="113" y="164"/>
                  </a:lnTo>
                  <a:lnTo>
                    <a:pt x="106" y="164"/>
                  </a:lnTo>
                  <a:lnTo>
                    <a:pt x="106" y="156"/>
                  </a:lnTo>
                  <a:lnTo>
                    <a:pt x="106" y="164"/>
                  </a:lnTo>
                  <a:lnTo>
                    <a:pt x="106" y="156"/>
                  </a:lnTo>
                  <a:lnTo>
                    <a:pt x="99" y="156"/>
                  </a:lnTo>
                  <a:lnTo>
                    <a:pt x="91" y="156"/>
                  </a:lnTo>
                  <a:lnTo>
                    <a:pt x="91" y="164"/>
                  </a:lnTo>
                  <a:lnTo>
                    <a:pt x="91" y="156"/>
                  </a:lnTo>
                  <a:lnTo>
                    <a:pt x="91" y="164"/>
                  </a:lnTo>
                  <a:lnTo>
                    <a:pt x="91" y="156"/>
                  </a:lnTo>
                  <a:lnTo>
                    <a:pt x="84" y="156"/>
                  </a:lnTo>
                  <a:lnTo>
                    <a:pt x="75" y="156"/>
                  </a:lnTo>
                  <a:lnTo>
                    <a:pt x="75" y="149"/>
                  </a:lnTo>
                  <a:lnTo>
                    <a:pt x="68" y="149"/>
                  </a:lnTo>
                  <a:lnTo>
                    <a:pt x="68" y="142"/>
                  </a:lnTo>
                  <a:lnTo>
                    <a:pt x="60" y="142"/>
                  </a:lnTo>
                  <a:lnTo>
                    <a:pt x="53" y="142"/>
                  </a:lnTo>
                  <a:lnTo>
                    <a:pt x="60" y="142"/>
                  </a:lnTo>
                  <a:lnTo>
                    <a:pt x="53" y="142"/>
                  </a:lnTo>
                  <a:lnTo>
                    <a:pt x="53" y="134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53" y="127"/>
                  </a:lnTo>
                  <a:lnTo>
                    <a:pt x="53" y="119"/>
                  </a:lnTo>
                  <a:lnTo>
                    <a:pt x="53" y="112"/>
                  </a:lnTo>
                  <a:lnTo>
                    <a:pt x="46" y="112"/>
                  </a:lnTo>
                  <a:lnTo>
                    <a:pt x="46" y="119"/>
                  </a:lnTo>
                  <a:lnTo>
                    <a:pt x="46" y="127"/>
                  </a:lnTo>
                  <a:lnTo>
                    <a:pt x="38" y="127"/>
                  </a:lnTo>
                  <a:lnTo>
                    <a:pt x="46" y="127"/>
                  </a:lnTo>
                  <a:lnTo>
                    <a:pt x="38" y="127"/>
                  </a:lnTo>
                  <a:lnTo>
                    <a:pt x="38" y="134"/>
                  </a:lnTo>
                  <a:lnTo>
                    <a:pt x="46" y="134"/>
                  </a:lnTo>
                  <a:lnTo>
                    <a:pt x="53" y="134"/>
                  </a:lnTo>
                  <a:lnTo>
                    <a:pt x="46" y="134"/>
                  </a:lnTo>
                  <a:lnTo>
                    <a:pt x="53" y="142"/>
                  </a:lnTo>
                  <a:lnTo>
                    <a:pt x="53" y="134"/>
                  </a:lnTo>
                  <a:lnTo>
                    <a:pt x="53" y="142"/>
                  </a:lnTo>
                  <a:lnTo>
                    <a:pt x="53" y="149"/>
                  </a:lnTo>
                  <a:lnTo>
                    <a:pt x="53" y="142"/>
                  </a:lnTo>
                  <a:lnTo>
                    <a:pt x="53" y="149"/>
                  </a:lnTo>
                  <a:lnTo>
                    <a:pt x="53" y="142"/>
                  </a:lnTo>
                  <a:lnTo>
                    <a:pt x="46" y="142"/>
                  </a:lnTo>
                  <a:lnTo>
                    <a:pt x="38" y="142"/>
                  </a:lnTo>
                  <a:lnTo>
                    <a:pt x="38" y="149"/>
                  </a:lnTo>
                  <a:lnTo>
                    <a:pt x="38" y="142"/>
                  </a:lnTo>
                  <a:lnTo>
                    <a:pt x="31" y="142"/>
                  </a:lnTo>
                  <a:lnTo>
                    <a:pt x="31" y="134"/>
                  </a:lnTo>
                  <a:lnTo>
                    <a:pt x="22" y="134"/>
                  </a:lnTo>
                  <a:lnTo>
                    <a:pt x="15" y="134"/>
                  </a:lnTo>
                  <a:lnTo>
                    <a:pt x="15" y="127"/>
                  </a:lnTo>
                  <a:lnTo>
                    <a:pt x="15" y="134"/>
                  </a:lnTo>
                  <a:lnTo>
                    <a:pt x="7" y="134"/>
                  </a:lnTo>
                  <a:lnTo>
                    <a:pt x="7" y="127"/>
                  </a:lnTo>
                  <a:lnTo>
                    <a:pt x="7" y="119"/>
                  </a:lnTo>
                  <a:lnTo>
                    <a:pt x="7" y="127"/>
                  </a:lnTo>
                  <a:lnTo>
                    <a:pt x="7" y="119"/>
                  </a:lnTo>
                  <a:lnTo>
                    <a:pt x="7" y="112"/>
                  </a:lnTo>
                  <a:lnTo>
                    <a:pt x="0" y="112"/>
                  </a:lnTo>
                  <a:lnTo>
                    <a:pt x="0" y="103"/>
                  </a:lnTo>
                  <a:lnTo>
                    <a:pt x="7" y="103"/>
                  </a:lnTo>
                  <a:lnTo>
                    <a:pt x="0" y="103"/>
                  </a:lnTo>
                  <a:lnTo>
                    <a:pt x="0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7" y="96"/>
                  </a:lnTo>
                  <a:lnTo>
                    <a:pt x="15" y="96"/>
                  </a:lnTo>
                  <a:lnTo>
                    <a:pt x="15" y="89"/>
                  </a:lnTo>
                  <a:lnTo>
                    <a:pt x="22" y="89"/>
                  </a:lnTo>
                  <a:lnTo>
                    <a:pt x="22" y="81"/>
                  </a:lnTo>
                  <a:lnTo>
                    <a:pt x="31" y="81"/>
                  </a:lnTo>
                  <a:lnTo>
                    <a:pt x="22" y="81"/>
                  </a:lnTo>
                  <a:lnTo>
                    <a:pt x="22" y="74"/>
                  </a:lnTo>
                  <a:lnTo>
                    <a:pt x="31" y="74"/>
                  </a:lnTo>
                  <a:lnTo>
                    <a:pt x="22" y="74"/>
                  </a:lnTo>
                  <a:lnTo>
                    <a:pt x="22" y="66"/>
                  </a:lnTo>
                  <a:lnTo>
                    <a:pt x="31" y="66"/>
                  </a:lnTo>
                  <a:lnTo>
                    <a:pt x="31" y="74"/>
                  </a:lnTo>
                  <a:lnTo>
                    <a:pt x="38" y="74"/>
                  </a:lnTo>
                  <a:lnTo>
                    <a:pt x="38" y="81"/>
                  </a:lnTo>
                  <a:lnTo>
                    <a:pt x="46" y="81"/>
                  </a:lnTo>
                  <a:lnTo>
                    <a:pt x="38" y="89"/>
                  </a:lnTo>
                  <a:lnTo>
                    <a:pt x="38" y="96"/>
                  </a:lnTo>
                  <a:lnTo>
                    <a:pt x="46" y="96"/>
                  </a:lnTo>
                  <a:lnTo>
                    <a:pt x="53" y="103"/>
                  </a:lnTo>
                  <a:lnTo>
                    <a:pt x="60" y="103"/>
                  </a:lnTo>
                  <a:lnTo>
                    <a:pt x="60" y="96"/>
                  </a:lnTo>
                  <a:lnTo>
                    <a:pt x="53" y="96"/>
                  </a:lnTo>
                  <a:lnTo>
                    <a:pt x="53" y="89"/>
                  </a:lnTo>
                  <a:lnTo>
                    <a:pt x="53" y="96"/>
                  </a:lnTo>
                  <a:lnTo>
                    <a:pt x="60" y="96"/>
                  </a:lnTo>
                  <a:lnTo>
                    <a:pt x="60" y="89"/>
                  </a:lnTo>
                  <a:lnTo>
                    <a:pt x="53" y="89"/>
                  </a:lnTo>
                  <a:lnTo>
                    <a:pt x="53" y="81"/>
                  </a:lnTo>
                  <a:lnTo>
                    <a:pt x="46" y="81"/>
                  </a:lnTo>
                  <a:lnTo>
                    <a:pt x="53" y="81"/>
                  </a:lnTo>
                  <a:lnTo>
                    <a:pt x="46" y="81"/>
                  </a:lnTo>
                  <a:lnTo>
                    <a:pt x="53" y="81"/>
                  </a:lnTo>
                  <a:lnTo>
                    <a:pt x="53" y="74"/>
                  </a:lnTo>
                  <a:lnTo>
                    <a:pt x="46" y="74"/>
                  </a:lnTo>
                  <a:lnTo>
                    <a:pt x="46" y="66"/>
                  </a:lnTo>
                  <a:lnTo>
                    <a:pt x="38" y="66"/>
                  </a:lnTo>
                  <a:lnTo>
                    <a:pt x="38" y="59"/>
                  </a:lnTo>
                  <a:lnTo>
                    <a:pt x="31" y="59"/>
                  </a:lnTo>
                  <a:lnTo>
                    <a:pt x="31" y="52"/>
                  </a:lnTo>
                  <a:lnTo>
                    <a:pt x="31" y="44"/>
                  </a:lnTo>
                  <a:lnTo>
                    <a:pt x="31" y="37"/>
                  </a:lnTo>
                  <a:lnTo>
                    <a:pt x="22" y="37"/>
                  </a:lnTo>
                  <a:lnTo>
                    <a:pt x="22" y="30"/>
                  </a:lnTo>
                  <a:lnTo>
                    <a:pt x="22" y="22"/>
                  </a:lnTo>
                  <a:lnTo>
                    <a:pt x="22" y="30"/>
                  </a:lnTo>
                  <a:lnTo>
                    <a:pt x="31" y="30"/>
                  </a:lnTo>
                  <a:lnTo>
                    <a:pt x="31" y="22"/>
                  </a:lnTo>
                  <a:lnTo>
                    <a:pt x="38" y="22"/>
                  </a:lnTo>
                  <a:lnTo>
                    <a:pt x="38" y="30"/>
                  </a:lnTo>
                  <a:lnTo>
                    <a:pt x="38" y="22"/>
                  </a:lnTo>
                  <a:lnTo>
                    <a:pt x="38" y="30"/>
                  </a:lnTo>
                  <a:lnTo>
                    <a:pt x="38" y="22"/>
                  </a:lnTo>
                  <a:lnTo>
                    <a:pt x="46" y="22"/>
                  </a:lnTo>
                  <a:lnTo>
                    <a:pt x="46" y="30"/>
                  </a:lnTo>
                  <a:lnTo>
                    <a:pt x="38" y="30"/>
                  </a:lnTo>
                  <a:lnTo>
                    <a:pt x="46" y="30"/>
                  </a:lnTo>
                  <a:lnTo>
                    <a:pt x="46" y="22"/>
                  </a:lnTo>
                  <a:lnTo>
                    <a:pt x="53" y="22"/>
                  </a:lnTo>
                  <a:lnTo>
                    <a:pt x="46" y="22"/>
                  </a:lnTo>
                  <a:lnTo>
                    <a:pt x="38" y="22"/>
                  </a:lnTo>
                  <a:lnTo>
                    <a:pt x="38" y="30"/>
                  </a:lnTo>
                  <a:lnTo>
                    <a:pt x="38" y="22"/>
                  </a:lnTo>
                  <a:lnTo>
                    <a:pt x="31" y="22"/>
                  </a:lnTo>
                  <a:lnTo>
                    <a:pt x="38" y="22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8" y="15"/>
                  </a:lnTo>
                  <a:lnTo>
                    <a:pt x="38" y="7"/>
                  </a:lnTo>
                  <a:lnTo>
                    <a:pt x="38" y="15"/>
                  </a:lnTo>
                  <a:lnTo>
                    <a:pt x="46" y="15"/>
                  </a:lnTo>
                  <a:lnTo>
                    <a:pt x="46" y="7"/>
                  </a:lnTo>
                  <a:lnTo>
                    <a:pt x="46" y="15"/>
                  </a:lnTo>
                  <a:lnTo>
                    <a:pt x="53" y="15"/>
                  </a:lnTo>
                  <a:lnTo>
                    <a:pt x="46" y="15"/>
                  </a:lnTo>
                  <a:lnTo>
                    <a:pt x="46" y="7"/>
                  </a:lnTo>
                  <a:lnTo>
                    <a:pt x="53" y="7"/>
                  </a:lnTo>
                  <a:lnTo>
                    <a:pt x="53" y="15"/>
                  </a:lnTo>
                  <a:lnTo>
                    <a:pt x="60" y="15"/>
                  </a:lnTo>
                  <a:close/>
                  <a:moveTo>
                    <a:pt x="113" y="66"/>
                  </a:moveTo>
                  <a:lnTo>
                    <a:pt x="121" y="74"/>
                  </a:lnTo>
                  <a:lnTo>
                    <a:pt x="121" y="66"/>
                  </a:lnTo>
                  <a:lnTo>
                    <a:pt x="113" y="66"/>
                  </a:lnTo>
                  <a:close/>
                  <a:moveTo>
                    <a:pt x="68" y="89"/>
                  </a:moveTo>
                  <a:lnTo>
                    <a:pt x="68" y="96"/>
                  </a:lnTo>
                  <a:lnTo>
                    <a:pt x="75" y="96"/>
                  </a:lnTo>
                  <a:lnTo>
                    <a:pt x="75" y="89"/>
                  </a:lnTo>
                  <a:lnTo>
                    <a:pt x="68" y="89"/>
                  </a:lnTo>
                  <a:close/>
                  <a:moveTo>
                    <a:pt x="188" y="179"/>
                  </a:moveTo>
                  <a:lnTo>
                    <a:pt x="188" y="171"/>
                  </a:lnTo>
                  <a:lnTo>
                    <a:pt x="181" y="171"/>
                  </a:lnTo>
                  <a:lnTo>
                    <a:pt x="181" y="164"/>
                  </a:lnTo>
                  <a:lnTo>
                    <a:pt x="174" y="164"/>
                  </a:lnTo>
                  <a:lnTo>
                    <a:pt x="174" y="171"/>
                  </a:lnTo>
                  <a:lnTo>
                    <a:pt x="181" y="171"/>
                  </a:lnTo>
                  <a:lnTo>
                    <a:pt x="181" y="179"/>
                  </a:lnTo>
                  <a:lnTo>
                    <a:pt x="181" y="171"/>
                  </a:lnTo>
                  <a:lnTo>
                    <a:pt x="188" y="179"/>
                  </a:lnTo>
                  <a:close/>
                </a:path>
              </a:pathLst>
            </a:custGeom>
            <a:solidFill>
              <a:srgbClr val="2E75B5"/>
            </a:solidFill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2"/>
            <p:cNvSpPr/>
            <p:nvPr/>
          </p:nvSpPr>
          <p:spPr>
            <a:xfrm>
              <a:off x="2770606" y="1959717"/>
              <a:ext cx="523536" cy="631957"/>
            </a:xfrm>
            <a:custGeom>
              <a:avLst/>
              <a:gdLst/>
              <a:ahLst/>
              <a:cxnLst/>
              <a:rect l="l" t="t" r="r" b="b"/>
              <a:pathLst>
                <a:path w="496" h="436" extrusionOk="0">
                  <a:moveTo>
                    <a:pt x="457" y="142"/>
                  </a:moveTo>
                  <a:lnTo>
                    <a:pt x="471" y="142"/>
                  </a:lnTo>
                  <a:lnTo>
                    <a:pt x="471" y="152"/>
                  </a:lnTo>
                  <a:lnTo>
                    <a:pt x="482" y="152"/>
                  </a:lnTo>
                  <a:lnTo>
                    <a:pt x="482" y="162"/>
                  </a:lnTo>
                  <a:lnTo>
                    <a:pt x="482" y="173"/>
                  </a:lnTo>
                  <a:lnTo>
                    <a:pt x="496" y="173"/>
                  </a:lnTo>
                  <a:lnTo>
                    <a:pt x="496" y="162"/>
                  </a:lnTo>
                  <a:lnTo>
                    <a:pt x="496" y="173"/>
                  </a:lnTo>
                  <a:lnTo>
                    <a:pt x="496" y="162"/>
                  </a:lnTo>
                  <a:lnTo>
                    <a:pt x="496" y="173"/>
                  </a:lnTo>
                  <a:lnTo>
                    <a:pt x="496" y="182"/>
                  </a:lnTo>
                  <a:lnTo>
                    <a:pt x="482" y="182"/>
                  </a:lnTo>
                  <a:lnTo>
                    <a:pt x="482" y="194"/>
                  </a:lnTo>
                  <a:lnTo>
                    <a:pt x="471" y="194"/>
                  </a:lnTo>
                  <a:lnTo>
                    <a:pt x="471" y="203"/>
                  </a:lnTo>
                  <a:lnTo>
                    <a:pt x="457" y="203"/>
                  </a:lnTo>
                  <a:lnTo>
                    <a:pt x="457" y="213"/>
                  </a:lnTo>
                  <a:lnTo>
                    <a:pt x="471" y="213"/>
                  </a:lnTo>
                  <a:lnTo>
                    <a:pt x="471" y="223"/>
                  </a:lnTo>
                  <a:lnTo>
                    <a:pt x="471" y="234"/>
                  </a:lnTo>
                  <a:lnTo>
                    <a:pt x="471" y="243"/>
                  </a:lnTo>
                  <a:lnTo>
                    <a:pt x="482" y="243"/>
                  </a:lnTo>
                  <a:lnTo>
                    <a:pt x="482" y="254"/>
                  </a:lnTo>
                  <a:lnTo>
                    <a:pt x="482" y="264"/>
                  </a:lnTo>
                  <a:lnTo>
                    <a:pt x="482" y="275"/>
                  </a:lnTo>
                  <a:lnTo>
                    <a:pt x="471" y="275"/>
                  </a:lnTo>
                  <a:lnTo>
                    <a:pt x="457" y="275"/>
                  </a:lnTo>
                  <a:lnTo>
                    <a:pt x="457" y="284"/>
                  </a:lnTo>
                  <a:lnTo>
                    <a:pt x="457" y="294"/>
                  </a:lnTo>
                  <a:lnTo>
                    <a:pt x="457" y="304"/>
                  </a:lnTo>
                  <a:lnTo>
                    <a:pt x="457" y="315"/>
                  </a:lnTo>
                  <a:lnTo>
                    <a:pt x="457" y="324"/>
                  </a:lnTo>
                  <a:lnTo>
                    <a:pt x="471" y="324"/>
                  </a:lnTo>
                  <a:lnTo>
                    <a:pt x="471" y="335"/>
                  </a:lnTo>
                  <a:lnTo>
                    <a:pt x="471" y="345"/>
                  </a:lnTo>
                  <a:lnTo>
                    <a:pt x="457" y="345"/>
                  </a:lnTo>
                  <a:lnTo>
                    <a:pt x="457" y="355"/>
                  </a:lnTo>
                  <a:lnTo>
                    <a:pt x="446" y="355"/>
                  </a:lnTo>
                  <a:lnTo>
                    <a:pt x="446" y="345"/>
                  </a:lnTo>
                  <a:lnTo>
                    <a:pt x="433" y="345"/>
                  </a:lnTo>
                  <a:lnTo>
                    <a:pt x="419" y="345"/>
                  </a:lnTo>
                  <a:lnTo>
                    <a:pt x="408" y="345"/>
                  </a:lnTo>
                  <a:lnTo>
                    <a:pt x="408" y="335"/>
                  </a:lnTo>
                  <a:lnTo>
                    <a:pt x="408" y="324"/>
                  </a:lnTo>
                  <a:lnTo>
                    <a:pt x="394" y="324"/>
                  </a:lnTo>
                  <a:lnTo>
                    <a:pt x="394" y="335"/>
                  </a:lnTo>
                  <a:lnTo>
                    <a:pt x="382" y="335"/>
                  </a:lnTo>
                  <a:lnTo>
                    <a:pt x="382" y="324"/>
                  </a:lnTo>
                  <a:lnTo>
                    <a:pt x="382" y="315"/>
                  </a:lnTo>
                  <a:lnTo>
                    <a:pt x="382" y="304"/>
                  </a:lnTo>
                  <a:lnTo>
                    <a:pt x="369" y="304"/>
                  </a:lnTo>
                  <a:lnTo>
                    <a:pt x="382" y="304"/>
                  </a:lnTo>
                  <a:lnTo>
                    <a:pt x="369" y="304"/>
                  </a:lnTo>
                  <a:lnTo>
                    <a:pt x="369" y="294"/>
                  </a:lnTo>
                  <a:lnTo>
                    <a:pt x="356" y="294"/>
                  </a:lnTo>
                  <a:lnTo>
                    <a:pt x="356" y="284"/>
                  </a:lnTo>
                  <a:lnTo>
                    <a:pt x="344" y="284"/>
                  </a:lnTo>
                  <a:lnTo>
                    <a:pt x="344" y="275"/>
                  </a:lnTo>
                  <a:lnTo>
                    <a:pt x="356" y="275"/>
                  </a:lnTo>
                  <a:lnTo>
                    <a:pt x="344" y="275"/>
                  </a:lnTo>
                  <a:lnTo>
                    <a:pt x="344" y="264"/>
                  </a:lnTo>
                  <a:lnTo>
                    <a:pt x="331" y="264"/>
                  </a:lnTo>
                  <a:lnTo>
                    <a:pt x="331" y="275"/>
                  </a:lnTo>
                  <a:lnTo>
                    <a:pt x="331" y="284"/>
                  </a:lnTo>
                  <a:lnTo>
                    <a:pt x="319" y="284"/>
                  </a:lnTo>
                  <a:lnTo>
                    <a:pt x="319" y="294"/>
                  </a:lnTo>
                  <a:lnTo>
                    <a:pt x="319" y="304"/>
                  </a:lnTo>
                  <a:lnTo>
                    <a:pt x="319" y="315"/>
                  </a:lnTo>
                  <a:lnTo>
                    <a:pt x="319" y="324"/>
                  </a:lnTo>
                  <a:lnTo>
                    <a:pt x="306" y="324"/>
                  </a:lnTo>
                  <a:lnTo>
                    <a:pt x="306" y="335"/>
                  </a:lnTo>
                  <a:lnTo>
                    <a:pt x="292" y="335"/>
                  </a:lnTo>
                  <a:lnTo>
                    <a:pt x="292" y="345"/>
                  </a:lnTo>
                  <a:lnTo>
                    <a:pt x="281" y="345"/>
                  </a:lnTo>
                  <a:lnTo>
                    <a:pt x="267" y="345"/>
                  </a:lnTo>
                  <a:lnTo>
                    <a:pt x="255" y="345"/>
                  </a:lnTo>
                  <a:lnTo>
                    <a:pt x="243" y="345"/>
                  </a:lnTo>
                  <a:lnTo>
                    <a:pt x="243" y="355"/>
                  </a:lnTo>
                  <a:lnTo>
                    <a:pt x="229" y="355"/>
                  </a:lnTo>
                  <a:lnTo>
                    <a:pt x="229" y="366"/>
                  </a:lnTo>
                  <a:lnTo>
                    <a:pt x="204" y="406"/>
                  </a:lnTo>
                  <a:lnTo>
                    <a:pt x="190" y="406"/>
                  </a:lnTo>
                  <a:lnTo>
                    <a:pt x="166" y="436"/>
                  </a:lnTo>
                  <a:lnTo>
                    <a:pt x="166" y="427"/>
                  </a:lnTo>
                  <a:lnTo>
                    <a:pt x="154" y="427"/>
                  </a:lnTo>
                  <a:lnTo>
                    <a:pt x="141" y="427"/>
                  </a:lnTo>
                  <a:lnTo>
                    <a:pt x="141" y="416"/>
                  </a:lnTo>
                  <a:lnTo>
                    <a:pt x="127" y="416"/>
                  </a:lnTo>
                  <a:lnTo>
                    <a:pt x="127" y="406"/>
                  </a:lnTo>
                  <a:lnTo>
                    <a:pt x="116" y="406"/>
                  </a:lnTo>
                  <a:lnTo>
                    <a:pt x="102" y="406"/>
                  </a:lnTo>
                  <a:lnTo>
                    <a:pt x="102" y="396"/>
                  </a:lnTo>
                  <a:lnTo>
                    <a:pt x="90" y="396"/>
                  </a:lnTo>
                  <a:lnTo>
                    <a:pt x="90" y="387"/>
                  </a:lnTo>
                  <a:lnTo>
                    <a:pt x="77" y="387"/>
                  </a:lnTo>
                  <a:lnTo>
                    <a:pt x="64" y="387"/>
                  </a:lnTo>
                  <a:lnTo>
                    <a:pt x="64" y="376"/>
                  </a:lnTo>
                  <a:lnTo>
                    <a:pt x="52" y="376"/>
                  </a:lnTo>
                  <a:lnTo>
                    <a:pt x="52" y="366"/>
                  </a:lnTo>
                  <a:lnTo>
                    <a:pt x="52" y="355"/>
                  </a:lnTo>
                  <a:lnTo>
                    <a:pt x="52" y="345"/>
                  </a:lnTo>
                  <a:lnTo>
                    <a:pt x="52" y="335"/>
                  </a:lnTo>
                  <a:lnTo>
                    <a:pt x="64" y="335"/>
                  </a:lnTo>
                  <a:lnTo>
                    <a:pt x="64" y="324"/>
                  </a:lnTo>
                  <a:lnTo>
                    <a:pt x="77" y="324"/>
                  </a:lnTo>
                  <a:lnTo>
                    <a:pt x="77" y="335"/>
                  </a:lnTo>
                  <a:lnTo>
                    <a:pt x="90" y="335"/>
                  </a:lnTo>
                  <a:lnTo>
                    <a:pt x="102" y="335"/>
                  </a:lnTo>
                  <a:lnTo>
                    <a:pt x="102" y="324"/>
                  </a:lnTo>
                  <a:lnTo>
                    <a:pt x="116" y="324"/>
                  </a:lnTo>
                  <a:lnTo>
                    <a:pt x="116" y="315"/>
                  </a:lnTo>
                  <a:lnTo>
                    <a:pt x="116" y="304"/>
                  </a:lnTo>
                  <a:lnTo>
                    <a:pt x="116" y="294"/>
                  </a:lnTo>
                  <a:lnTo>
                    <a:pt x="116" y="284"/>
                  </a:lnTo>
                  <a:lnTo>
                    <a:pt x="116" y="275"/>
                  </a:lnTo>
                  <a:lnTo>
                    <a:pt x="102" y="275"/>
                  </a:lnTo>
                  <a:lnTo>
                    <a:pt x="102" y="264"/>
                  </a:lnTo>
                  <a:lnTo>
                    <a:pt x="90" y="264"/>
                  </a:lnTo>
                  <a:lnTo>
                    <a:pt x="90" y="254"/>
                  </a:lnTo>
                  <a:lnTo>
                    <a:pt x="77" y="254"/>
                  </a:lnTo>
                  <a:lnTo>
                    <a:pt x="77" y="243"/>
                  </a:lnTo>
                  <a:lnTo>
                    <a:pt x="64" y="243"/>
                  </a:lnTo>
                  <a:lnTo>
                    <a:pt x="64" y="234"/>
                  </a:lnTo>
                  <a:lnTo>
                    <a:pt x="52" y="234"/>
                  </a:lnTo>
                  <a:lnTo>
                    <a:pt x="52" y="223"/>
                  </a:lnTo>
                  <a:lnTo>
                    <a:pt x="39" y="223"/>
                  </a:lnTo>
                  <a:lnTo>
                    <a:pt x="39" y="213"/>
                  </a:lnTo>
                  <a:lnTo>
                    <a:pt x="39" y="203"/>
                  </a:lnTo>
                  <a:lnTo>
                    <a:pt x="39" y="194"/>
                  </a:lnTo>
                  <a:lnTo>
                    <a:pt x="52" y="194"/>
                  </a:lnTo>
                  <a:lnTo>
                    <a:pt x="64" y="194"/>
                  </a:lnTo>
                  <a:lnTo>
                    <a:pt x="64" y="182"/>
                  </a:lnTo>
                  <a:lnTo>
                    <a:pt x="64" y="173"/>
                  </a:lnTo>
                  <a:lnTo>
                    <a:pt x="52" y="173"/>
                  </a:lnTo>
                  <a:lnTo>
                    <a:pt x="52" y="162"/>
                  </a:lnTo>
                  <a:lnTo>
                    <a:pt x="39" y="152"/>
                  </a:lnTo>
                  <a:lnTo>
                    <a:pt x="39" y="142"/>
                  </a:lnTo>
                  <a:lnTo>
                    <a:pt x="27" y="142"/>
                  </a:lnTo>
                  <a:lnTo>
                    <a:pt x="27" y="131"/>
                  </a:lnTo>
                  <a:lnTo>
                    <a:pt x="14" y="131"/>
                  </a:lnTo>
                  <a:lnTo>
                    <a:pt x="14" y="122"/>
                  </a:lnTo>
                  <a:lnTo>
                    <a:pt x="0" y="122"/>
                  </a:lnTo>
                  <a:lnTo>
                    <a:pt x="0" y="111"/>
                  </a:lnTo>
                  <a:lnTo>
                    <a:pt x="14" y="111"/>
                  </a:lnTo>
                  <a:lnTo>
                    <a:pt x="14" y="101"/>
                  </a:lnTo>
                  <a:lnTo>
                    <a:pt x="14" y="91"/>
                  </a:lnTo>
                  <a:lnTo>
                    <a:pt x="14" y="82"/>
                  </a:lnTo>
                  <a:lnTo>
                    <a:pt x="14" y="70"/>
                  </a:lnTo>
                  <a:lnTo>
                    <a:pt x="14" y="61"/>
                  </a:lnTo>
                  <a:lnTo>
                    <a:pt x="27" y="61"/>
                  </a:lnTo>
                  <a:lnTo>
                    <a:pt x="14" y="61"/>
                  </a:lnTo>
                  <a:lnTo>
                    <a:pt x="27" y="61"/>
                  </a:lnTo>
                  <a:lnTo>
                    <a:pt x="14" y="61"/>
                  </a:lnTo>
                  <a:lnTo>
                    <a:pt x="27" y="61"/>
                  </a:lnTo>
                  <a:lnTo>
                    <a:pt x="27" y="50"/>
                  </a:lnTo>
                  <a:lnTo>
                    <a:pt x="14" y="50"/>
                  </a:lnTo>
                  <a:lnTo>
                    <a:pt x="14" y="41"/>
                  </a:lnTo>
                  <a:lnTo>
                    <a:pt x="27" y="41"/>
                  </a:lnTo>
                  <a:lnTo>
                    <a:pt x="27" y="30"/>
                  </a:lnTo>
                  <a:lnTo>
                    <a:pt x="39" y="30"/>
                  </a:lnTo>
                  <a:lnTo>
                    <a:pt x="39" y="21"/>
                  </a:lnTo>
                  <a:lnTo>
                    <a:pt x="52" y="21"/>
                  </a:lnTo>
                  <a:lnTo>
                    <a:pt x="52" y="10"/>
                  </a:lnTo>
                  <a:lnTo>
                    <a:pt x="64" y="10"/>
                  </a:lnTo>
                  <a:lnTo>
                    <a:pt x="77" y="10"/>
                  </a:lnTo>
                  <a:lnTo>
                    <a:pt x="90" y="10"/>
                  </a:lnTo>
                  <a:lnTo>
                    <a:pt x="90" y="21"/>
                  </a:lnTo>
                  <a:lnTo>
                    <a:pt x="102" y="21"/>
                  </a:lnTo>
                  <a:lnTo>
                    <a:pt x="116" y="21"/>
                  </a:lnTo>
                  <a:lnTo>
                    <a:pt x="127" y="21"/>
                  </a:lnTo>
                  <a:lnTo>
                    <a:pt x="141" y="21"/>
                  </a:lnTo>
                  <a:lnTo>
                    <a:pt x="154" y="21"/>
                  </a:lnTo>
                  <a:lnTo>
                    <a:pt x="154" y="30"/>
                  </a:lnTo>
                  <a:lnTo>
                    <a:pt x="166" y="30"/>
                  </a:lnTo>
                  <a:lnTo>
                    <a:pt x="179" y="30"/>
                  </a:lnTo>
                  <a:lnTo>
                    <a:pt x="179" y="21"/>
                  </a:lnTo>
                  <a:lnTo>
                    <a:pt x="190" y="21"/>
                  </a:lnTo>
                  <a:lnTo>
                    <a:pt x="190" y="10"/>
                  </a:lnTo>
                  <a:lnTo>
                    <a:pt x="190" y="0"/>
                  </a:lnTo>
                  <a:lnTo>
                    <a:pt x="190" y="10"/>
                  </a:lnTo>
                  <a:lnTo>
                    <a:pt x="190" y="0"/>
                  </a:lnTo>
                  <a:lnTo>
                    <a:pt x="204" y="0"/>
                  </a:lnTo>
                  <a:lnTo>
                    <a:pt x="204" y="10"/>
                  </a:lnTo>
                  <a:lnTo>
                    <a:pt x="204" y="30"/>
                  </a:lnTo>
                  <a:lnTo>
                    <a:pt x="217" y="30"/>
                  </a:lnTo>
                  <a:lnTo>
                    <a:pt x="217" y="21"/>
                  </a:lnTo>
                  <a:lnTo>
                    <a:pt x="217" y="30"/>
                  </a:lnTo>
                  <a:lnTo>
                    <a:pt x="229" y="30"/>
                  </a:lnTo>
                  <a:lnTo>
                    <a:pt x="229" y="21"/>
                  </a:lnTo>
                  <a:lnTo>
                    <a:pt x="229" y="30"/>
                  </a:lnTo>
                  <a:lnTo>
                    <a:pt x="243" y="30"/>
                  </a:lnTo>
                  <a:lnTo>
                    <a:pt x="243" y="21"/>
                  </a:lnTo>
                  <a:lnTo>
                    <a:pt x="243" y="30"/>
                  </a:lnTo>
                  <a:lnTo>
                    <a:pt x="229" y="30"/>
                  </a:lnTo>
                  <a:lnTo>
                    <a:pt x="229" y="41"/>
                  </a:lnTo>
                  <a:lnTo>
                    <a:pt x="217" y="41"/>
                  </a:lnTo>
                  <a:lnTo>
                    <a:pt x="217" y="50"/>
                  </a:lnTo>
                  <a:lnTo>
                    <a:pt x="217" y="61"/>
                  </a:lnTo>
                  <a:lnTo>
                    <a:pt x="204" y="61"/>
                  </a:lnTo>
                  <a:lnTo>
                    <a:pt x="204" y="70"/>
                  </a:lnTo>
                  <a:lnTo>
                    <a:pt x="217" y="70"/>
                  </a:lnTo>
                  <a:lnTo>
                    <a:pt x="217" y="82"/>
                  </a:lnTo>
                  <a:lnTo>
                    <a:pt x="229" y="82"/>
                  </a:lnTo>
                  <a:lnTo>
                    <a:pt x="229" y="70"/>
                  </a:lnTo>
                  <a:lnTo>
                    <a:pt x="243" y="70"/>
                  </a:lnTo>
                  <a:lnTo>
                    <a:pt x="243" y="61"/>
                  </a:lnTo>
                  <a:lnTo>
                    <a:pt x="255" y="61"/>
                  </a:lnTo>
                  <a:lnTo>
                    <a:pt x="267" y="61"/>
                  </a:lnTo>
                  <a:lnTo>
                    <a:pt x="267" y="50"/>
                  </a:lnTo>
                  <a:lnTo>
                    <a:pt x="267" y="41"/>
                  </a:lnTo>
                  <a:lnTo>
                    <a:pt x="281" y="41"/>
                  </a:lnTo>
                  <a:lnTo>
                    <a:pt x="292" y="41"/>
                  </a:lnTo>
                  <a:lnTo>
                    <a:pt x="292" y="50"/>
                  </a:lnTo>
                  <a:lnTo>
                    <a:pt x="292" y="41"/>
                  </a:lnTo>
                  <a:lnTo>
                    <a:pt x="306" y="41"/>
                  </a:lnTo>
                  <a:lnTo>
                    <a:pt x="306" y="50"/>
                  </a:lnTo>
                  <a:lnTo>
                    <a:pt x="319" y="50"/>
                  </a:lnTo>
                  <a:lnTo>
                    <a:pt x="319" y="61"/>
                  </a:lnTo>
                  <a:lnTo>
                    <a:pt x="331" y="61"/>
                  </a:lnTo>
                  <a:lnTo>
                    <a:pt x="344" y="61"/>
                  </a:lnTo>
                  <a:lnTo>
                    <a:pt x="344" y="70"/>
                  </a:lnTo>
                  <a:lnTo>
                    <a:pt x="356" y="70"/>
                  </a:lnTo>
                  <a:lnTo>
                    <a:pt x="356" y="82"/>
                  </a:lnTo>
                  <a:lnTo>
                    <a:pt x="369" y="82"/>
                  </a:lnTo>
                  <a:lnTo>
                    <a:pt x="382" y="82"/>
                  </a:lnTo>
                  <a:lnTo>
                    <a:pt x="382" y="70"/>
                  </a:lnTo>
                  <a:lnTo>
                    <a:pt x="394" y="70"/>
                  </a:lnTo>
                  <a:lnTo>
                    <a:pt x="408" y="70"/>
                  </a:lnTo>
                  <a:lnTo>
                    <a:pt x="408" y="82"/>
                  </a:lnTo>
                  <a:lnTo>
                    <a:pt x="419" y="82"/>
                  </a:lnTo>
                  <a:lnTo>
                    <a:pt x="433" y="82"/>
                  </a:lnTo>
                  <a:lnTo>
                    <a:pt x="433" y="91"/>
                  </a:lnTo>
                  <a:lnTo>
                    <a:pt x="433" y="101"/>
                  </a:lnTo>
                  <a:lnTo>
                    <a:pt x="446" y="111"/>
                  </a:lnTo>
                  <a:lnTo>
                    <a:pt x="446" y="122"/>
                  </a:lnTo>
                  <a:lnTo>
                    <a:pt x="446" y="131"/>
                  </a:lnTo>
                  <a:lnTo>
                    <a:pt x="457" y="131"/>
                  </a:lnTo>
                  <a:lnTo>
                    <a:pt x="457" y="14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" name="Google Shape;147;p32"/>
            <p:cNvCxnSpPr/>
            <p:nvPr/>
          </p:nvCxnSpPr>
          <p:spPr>
            <a:xfrm rot="16200000" flipV="1">
              <a:off x="2546496" y="1853980"/>
              <a:ext cx="434345" cy="124160"/>
            </a:xfrm>
            <a:prstGeom prst="bentConnector3">
              <a:avLst>
                <a:gd name="adj1" fmla="val 11539"/>
              </a:avLst>
            </a:prstGeom>
            <a:solidFill>
              <a:srgbClr val="D8D8D8"/>
            </a:solidFill>
            <a:ln w="9525" cap="flat" cmpd="sng">
              <a:solidFill>
                <a:srgbClr val="C00000"/>
              </a:solidFill>
              <a:prstDash val="dash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5294"/>
                </a:srgbClr>
              </a:outerShdw>
            </a:effectLst>
          </p:spPr>
        </p:cxnSp>
      </p:grpSp>
      <p:grpSp>
        <p:nvGrpSpPr>
          <p:cNvPr id="150" name="Google Shape;150;p32"/>
          <p:cNvGrpSpPr/>
          <p:nvPr/>
        </p:nvGrpSpPr>
        <p:grpSpPr>
          <a:xfrm>
            <a:off x="7406307" y="2450498"/>
            <a:ext cx="4311076" cy="1604922"/>
            <a:chOff x="6312090" y="1417587"/>
            <a:chExt cx="3798535" cy="1604922"/>
          </a:xfrm>
        </p:grpSpPr>
        <p:sp>
          <p:nvSpPr>
            <p:cNvPr id="151" name="Google Shape;151;p32"/>
            <p:cNvSpPr txBox="1"/>
            <p:nvPr/>
          </p:nvSpPr>
          <p:spPr>
            <a:xfrm>
              <a:off x="7209551" y="1417587"/>
              <a:ext cx="2901074" cy="9515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52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i="0" u="none" strike="noStrike" cap="none" dirty="0">
                  <a:solidFill>
                    <a:srgbClr val="F0535F"/>
                  </a:solidFill>
                  <a:latin typeface="Arial"/>
                  <a:ea typeface="Arial"/>
                  <a:cs typeface="Arial"/>
                  <a:sym typeface="Arial"/>
                </a:rPr>
                <a:t>MONTO TOTAL DE INVERSIÓN PROGRAMADO</a:t>
              </a:r>
              <a:endParaRPr dirty="0"/>
            </a:p>
            <a:p>
              <a:pPr marL="12700" marR="0" lvl="0" indent="0" algn="l" rtl="0">
                <a:lnSpc>
                  <a:spcPct val="100000"/>
                </a:lnSpc>
                <a:spcBef>
                  <a:spcPts val="120"/>
                </a:spcBef>
                <a:spcAft>
                  <a:spcPts val="0"/>
                </a:spcAft>
                <a:buNone/>
              </a:pPr>
              <a:r>
                <a:rPr lang="es-ES" sz="3200" b="1" i="0" u="none" strike="noStrike" cap="none" dirty="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826.6 Millones</a:t>
              </a:r>
              <a:endParaRPr sz="3200" b="1" i="0" u="none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32"/>
            <p:cNvSpPr/>
            <p:nvPr/>
          </p:nvSpPr>
          <p:spPr>
            <a:xfrm>
              <a:off x="6312090" y="1417587"/>
              <a:ext cx="683829" cy="705432"/>
            </a:xfrm>
            <a:prstGeom prst="ellipse">
              <a:avLst/>
            </a:prstGeom>
            <a:solidFill>
              <a:srgbClr val="F0535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S/</a:t>
              </a:r>
              <a:endParaRPr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2"/>
            <p:cNvSpPr txBox="1"/>
            <p:nvPr/>
          </p:nvSpPr>
          <p:spPr>
            <a:xfrm>
              <a:off x="7209551" y="2283845"/>
              <a:ext cx="242417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s-ES" sz="3200" b="1" i="0" u="none" strike="noStrike" cap="none" dirty="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78,</a:t>
              </a:r>
              <a:r>
                <a:rPr lang="es-ES" sz="3200" b="1" dirty="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60</a:t>
              </a:r>
              <a:r>
                <a:rPr lang="es-ES" sz="3200" b="1" i="0" u="none" strike="noStrike" cap="none" dirty="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 mil</a:t>
              </a:r>
              <a:endParaRPr sz="3200" b="0" i="0" u="none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635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ES" sz="1600" b="0" i="0" u="none" strike="noStrike" cap="none" dirty="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Beneﬁciarios directos</a:t>
              </a:r>
              <a:endParaRPr sz="1600" b="0" i="0" u="none" strike="noStrike" cap="none" dirty="0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154" name="Google Shape;154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3402" y="2293620"/>
              <a:ext cx="695657" cy="6956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32"/>
          <p:cNvSpPr/>
          <p:nvPr/>
        </p:nvSpPr>
        <p:spPr>
          <a:xfrm>
            <a:off x="1045240" y="2239033"/>
            <a:ext cx="246691" cy="250491"/>
          </a:xfrm>
          <a:custGeom>
            <a:avLst/>
            <a:gdLst/>
            <a:ahLst/>
            <a:cxnLst/>
            <a:rect l="l" t="t" r="r" b="b"/>
            <a:pathLst>
              <a:path w="220" h="165" extrusionOk="0">
                <a:moveTo>
                  <a:pt x="168" y="21"/>
                </a:moveTo>
                <a:lnTo>
                  <a:pt x="168" y="10"/>
                </a:lnTo>
                <a:lnTo>
                  <a:pt x="181" y="10"/>
                </a:lnTo>
                <a:lnTo>
                  <a:pt x="168" y="21"/>
                </a:lnTo>
                <a:lnTo>
                  <a:pt x="181" y="21"/>
                </a:lnTo>
                <a:lnTo>
                  <a:pt x="181" y="10"/>
                </a:lnTo>
                <a:lnTo>
                  <a:pt x="181" y="0"/>
                </a:lnTo>
                <a:lnTo>
                  <a:pt x="181" y="10"/>
                </a:lnTo>
                <a:lnTo>
                  <a:pt x="194" y="10"/>
                </a:lnTo>
                <a:lnTo>
                  <a:pt x="206" y="10"/>
                </a:lnTo>
                <a:lnTo>
                  <a:pt x="194" y="21"/>
                </a:lnTo>
                <a:lnTo>
                  <a:pt x="206" y="21"/>
                </a:lnTo>
                <a:lnTo>
                  <a:pt x="194" y="21"/>
                </a:lnTo>
                <a:lnTo>
                  <a:pt x="194" y="30"/>
                </a:lnTo>
                <a:lnTo>
                  <a:pt x="206" y="30"/>
                </a:lnTo>
                <a:lnTo>
                  <a:pt x="206" y="41"/>
                </a:lnTo>
                <a:lnTo>
                  <a:pt x="206" y="52"/>
                </a:lnTo>
                <a:lnTo>
                  <a:pt x="206" y="62"/>
                </a:lnTo>
                <a:lnTo>
                  <a:pt x="206" y="73"/>
                </a:lnTo>
                <a:lnTo>
                  <a:pt x="206" y="82"/>
                </a:lnTo>
                <a:lnTo>
                  <a:pt x="220" y="82"/>
                </a:lnTo>
                <a:lnTo>
                  <a:pt x="220" y="93"/>
                </a:lnTo>
                <a:lnTo>
                  <a:pt x="220" y="104"/>
                </a:lnTo>
                <a:lnTo>
                  <a:pt x="206" y="104"/>
                </a:lnTo>
                <a:lnTo>
                  <a:pt x="206" y="114"/>
                </a:lnTo>
                <a:lnTo>
                  <a:pt x="194" y="114"/>
                </a:lnTo>
                <a:lnTo>
                  <a:pt x="194" y="124"/>
                </a:lnTo>
                <a:lnTo>
                  <a:pt x="181" y="124"/>
                </a:lnTo>
                <a:lnTo>
                  <a:pt x="168" y="124"/>
                </a:lnTo>
                <a:lnTo>
                  <a:pt x="168" y="114"/>
                </a:lnTo>
                <a:lnTo>
                  <a:pt x="168" y="124"/>
                </a:lnTo>
                <a:lnTo>
                  <a:pt x="156" y="124"/>
                </a:lnTo>
                <a:lnTo>
                  <a:pt x="156" y="114"/>
                </a:lnTo>
                <a:lnTo>
                  <a:pt x="156" y="124"/>
                </a:lnTo>
                <a:lnTo>
                  <a:pt x="142" y="124"/>
                </a:lnTo>
                <a:lnTo>
                  <a:pt x="142" y="135"/>
                </a:lnTo>
                <a:lnTo>
                  <a:pt x="128" y="135"/>
                </a:lnTo>
                <a:lnTo>
                  <a:pt x="128" y="145"/>
                </a:lnTo>
                <a:lnTo>
                  <a:pt x="128" y="135"/>
                </a:lnTo>
                <a:lnTo>
                  <a:pt x="128" y="145"/>
                </a:lnTo>
                <a:lnTo>
                  <a:pt x="128" y="156"/>
                </a:lnTo>
                <a:lnTo>
                  <a:pt x="116" y="156"/>
                </a:lnTo>
                <a:lnTo>
                  <a:pt x="116" y="165"/>
                </a:lnTo>
                <a:lnTo>
                  <a:pt x="104" y="165"/>
                </a:lnTo>
                <a:lnTo>
                  <a:pt x="92" y="165"/>
                </a:lnTo>
                <a:lnTo>
                  <a:pt x="92" y="156"/>
                </a:lnTo>
                <a:lnTo>
                  <a:pt x="78" y="156"/>
                </a:lnTo>
                <a:lnTo>
                  <a:pt x="64" y="156"/>
                </a:lnTo>
                <a:lnTo>
                  <a:pt x="52" y="156"/>
                </a:lnTo>
                <a:lnTo>
                  <a:pt x="38" y="156"/>
                </a:lnTo>
                <a:lnTo>
                  <a:pt x="27" y="156"/>
                </a:lnTo>
                <a:lnTo>
                  <a:pt x="27" y="145"/>
                </a:lnTo>
                <a:lnTo>
                  <a:pt x="14" y="145"/>
                </a:lnTo>
                <a:lnTo>
                  <a:pt x="0" y="145"/>
                </a:lnTo>
                <a:lnTo>
                  <a:pt x="0" y="135"/>
                </a:lnTo>
                <a:lnTo>
                  <a:pt x="14" y="135"/>
                </a:lnTo>
                <a:lnTo>
                  <a:pt x="14" y="124"/>
                </a:lnTo>
                <a:lnTo>
                  <a:pt x="27" y="124"/>
                </a:lnTo>
                <a:lnTo>
                  <a:pt x="27" y="114"/>
                </a:lnTo>
                <a:lnTo>
                  <a:pt x="38" y="114"/>
                </a:lnTo>
                <a:lnTo>
                  <a:pt x="38" y="104"/>
                </a:lnTo>
                <a:lnTo>
                  <a:pt x="52" y="104"/>
                </a:lnTo>
                <a:lnTo>
                  <a:pt x="52" y="93"/>
                </a:lnTo>
                <a:lnTo>
                  <a:pt x="52" y="82"/>
                </a:lnTo>
                <a:lnTo>
                  <a:pt x="64" y="82"/>
                </a:lnTo>
                <a:lnTo>
                  <a:pt x="64" y="73"/>
                </a:lnTo>
                <a:lnTo>
                  <a:pt x="78" y="73"/>
                </a:lnTo>
                <a:lnTo>
                  <a:pt x="78" y="62"/>
                </a:lnTo>
                <a:lnTo>
                  <a:pt x="92" y="62"/>
                </a:lnTo>
                <a:lnTo>
                  <a:pt x="104" y="62"/>
                </a:lnTo>
                <a:lnTo>
                  <a:pt x="104" y="52"/>
                </a:lnTo>
                <a:lnTo>
                  <a:pt x="116" y="52"/>
                </a:lnTo>
                <a:lnTo>
                  <a:pt x="116" y="41"/>
                </a:lnTo>
                <a:lnTo>
                  <a:pt x="128" y="41"/>
                </a:lnTo>
                <a:lnTo>
                  <a:pt x="128" y="30"/>
                </a:lnTo>
                <a:lnTo>
                  <a:pt x="142" y="30"/>
                </a:lnTo>
                <a:lnTo>
                  <a:pt x="128" y="30"/>
                </a:lnTo>
                <a:lnTo>
                  <a:pt x="142" y="30"/>
                </a:lnTo>
                <a:lnTo>
                  <a:pt x="142" y="21"/>
                </a:lnTo>
                <a:lnTo>
                  <a:pt x="156" y="21"/>
                </a:lnTo>
                <a:lnTo>
                  <a:pt x="142" y="21"/>
                </a:lnTo>
                <a:lnTo>
                  <a:pt x="142" y="30"/>
                </a:lnTo>
                <a:lnTo>
                  <a:pt x="142" y="21"/>
                </a:lnTo>
                <a:lnTo>
                  <a:pt x="156" y="21"/>
                </a:lnTo>
                <a:lnTo>
                  <a:pt x="156" y="30"/>
                </a:lnTo>
                <a:lnTo>
                  <a:pt x="168" y="21"/>
                </a:lnTo>
                <a:lnTo>
                  <a:pt x="156" y="21"/>
                </a:lnTo>
                <a:lnTo>
                  <a:pt x="168" y="21"/>
                </a:lnTo>
                <a:lnTo>
                  <a:pt x="156" y="21"/>
                </a:lnTo>
                <a:lnTo>
                  <a:pt x="168" y="21"/>
                </a:lnTo>
                <a:close/>
              </a:path>
            </a:pathLst>
          </a:custGeom>
          <a:solidFill>
            <a:srgbClr val="D0CECE"/>
          </a:solidFill>
          <a:ln w="111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Rectángulo 49"/>
          <p:cNvSpPr/>
          <p:nvPr/>
        </p:nvSpPr>
        <p:spPr>
          <a:xfrm>
            <a:off x="211102" y="1114438"/>
            <a:ext cx="19650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PIURA: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de Piura</a:t>
            </a:r>
          </a:p>
          <a:p>
            <a:r>
              <a:rPr lang="es-PE" sz="900" b="1" dirty="0"/>
              <a:t>Ingeniería Industrial – </a:t>
            </a:r>
          </a:p>
          <a:p>
            <a:r>
              <a:rPr lang="es-ES" sz="900" dirty="0"/>
              <a:t>8 laboratorios y 1 taller industrial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257320" y="1728692"/>
            <a:ext cx="239749" cy="223765"/>
          </a:xfrm>
          <a:prstGeom prst="rect">
            <a:avLst/>
          </a:prstGeom>
        </p:spPr>
      </p:pic>
      <p:pic>
        <p:nvPicPr>
          <p:cNvPr id="55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825" y="1969006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ángulo 8"/>
          <p:cNvSpPr/>
          <p:nvPr/>
        </p:nvSpPr>
        <p:spPr>
          <a:xfrm>
            <a:off x="481340" y="1949199"/>
            <a:ext cx="128753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1,6 mil beneficiarios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490132" y="1729845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47,13 Millones</a:t>
            </a:r>
          </a:p>
        </p:txBody>
      </p:sp>
      <p:cxnSp>
        <p:nvCxnSpPr>
          <p:cNvPr id="60" name="Google Shape;147;p32"/>
          <p:cNvCxnSpPr/>
          <p:nvPr/>
        </p:nvCxnSpPr>
        <p:spPr>
          <a:xfrm rot="10800000" flipV="1">
            <a:off x="960912" y="3199533"/>
            <a:ext cx="606876" cy="328679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64" name="Rectángulo 63"/>
          <p:cNvSpPr/>
          <p:nvPr/>
        </p:nvSpPr>
        <p:spPr>
          <a:xfrm>
            <a:off x="3662" y="2791294"/>
            <a:ext cx="12443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CAJAMARCA: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IESTP 4 de Junio</a:t>
            </a:r>
          </a:p>
          <a:p>
            <a:r>
              <a:rPr lang="es-ES" sz="900" dirty="0"/>
              <a:t>17 laboratorios, 14 talleres industriales y 18 aulas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  <a:p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pic>
        <p:nvPicPr>
          <p:cNvPr id="66" name="Imagen 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119554" y="3603338"/>
            <a:ext cx="239749" cy="223765"/>
          </a:xfrm>
          <a:prstGeom prst="rect">
            <a:avLst/>
          </a:prstGeom>
        </p:spPr>
      </p:pic>
      <p:pic>
        <p:nvPicPr>
          <p:cNvPr id="67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225" y="3886783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Rectángulo 67"/>
          <p:cNvSpPr/>
          <p:nvPr/>
        </p:nvSpPr>
        <p:spPr>
          <a:xfrm>
            <a:off x="339137" y="3868974"/>
            <a:ext cx="11913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8 mil beneficiarios</a:t>
            </a:r>
          </a:p>
        </p:txBody>
      </p:sp>
      <p:sp>
        <p:nvSpPr>
          <p:cNvPr id="69" name="Rectángulo 68"/>
          <p:cNvSpPr/>
          <p:nvPr/>
        </p:nvSpPr>
        <p:spPr>
          <a:xfrm>
            <a:off x="330345" y="3597171"/>
            <a:ext cx="103105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135,37 Millones</a:t>
            </a:r>
          </a:p>
        </p:txBody>
      </p:sp>
      <p:cxnSp>
        <p:nvCxnSpPr>
          <p:cNvPr id="70" name="Google Shape;147;p32"/>
          <p:cNvCxnSpPr/>
          <p:nvPr/>
        </p:nvCxnSpPr>
        <p:spPr>
          <a:xfrm flipV="1">
            <a:off x="1750037" y="1257762"/>
            <a:ext cx="2504647" cy="1671796"/>
          </a:xfrm>
          <a:prstGeom prst="bentConnector3">
            <a:avLst>
              <a:gd name="adj1" fmla="val 32799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77" name="Rectángulo 76"/>
          <p:cNvSpPr/>
          <p:nvPr/>
        </p:nvSpPr>
        <p:spPr>
          <a:xfrm>
            <a:off x="4210942" y="1133390"/>
            <a:ext cx="266473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AMAZONAS: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Toribio Rodríguez de Mendoza</a:t>
            </a:r>
          </a:p>
          <a:p>
            <a:r>
              <a:rPr lang="es-ES" sz="900" b="1" dirty="0">
                <a:solidFill>
                  <a:srgbClr val="333333"/>
                </a:solidFill>
                <a:latin typeface="wfont_aec3c1_f620df2d71014b3abafcccb466ced7e3"/>
              </a:rPr>
              <a:t>Investigación y enseñanza en ovinos y caprinos </a:t>
            </a:r>
            <a:r>
              <a:rPr lang="es-PE" sz="900" dirty="0"/>
              <a:t>12 laboratorios 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pic>
        <p:nvPicPr>
          <p:cNvPr id="71" name="Imagen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4339865" y="1889884"/>
            <a:ext cx="239749" cy="223765"/>
          </a:xfrm>
          <a:prstGeom prst="rect">
            <a:avLst/>
          </a:prstGeom>
        </p:spPr>
      </p:pic>
      <p:pic>
        <p:nvPicPr>
          <p:cNvPr id="72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3370" y="2156574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Rectángulo 72"/>
          <p:cNvSpPr/>
          <p:nvPr/>
        </p:nvSpPr>
        <p:spPr>
          <a:xfrm>
            <a:off x="4616637" y="2145559"/>
            <a:ext cx="128753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6,5 mil beneficiarios</a:t>
            </a:r>
          </a:p>
        </p:txBody>
      </p:sp>
      <p:sp>
        <p:nvSpPr>
          <p:cNvPr id="74" name="Rectángulo 73"/>
          <p:cNvSpPr/>
          <p:nvPr/>
        </p:nvSpPr>
        <p:spPr>
          <a:xfrm>
            <a:off x="4563885" y="1899829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43,60 Millones</a:t>
            </a:r>
          </a:p>
        </p:txBody>
      </p:sp>
      <p:cxnSp>
        <p:nvCxnSpPr>
          <p:cNvPr id="75" name="Google Shape;147;p32"/>
          <p:cNvCxnSpPr/>
          <p:nvPr/>
        </p:nvCxnSpPr>
        <p:spPr>
          <a:xfrm flipV="1">
            <a:off x="1790698" y="2572647"/>
            <a:ext cx="2467989" cy="363775"/>
          </a:xfrm>
          <a:prstGeom prst="bentConnector3">
            <a:avLst>
              <a:gd name="adj1" fmla="val 91682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76" name="Rectángulo 75"/>
          <p:cNvSpPr/>
          <p:nvPr/>
        </p:nvSpPr>
        <p:spPr>
          <a:xfrm>
            <a:off x="4259948" y="2490336"/>
            <a:ext cx="26647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AMAZONAS: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Toribio Rodríguez de Mendoza</a:t>
            </a:r>
          </a:p>
          <a:p>
            <a:r>
              <a:rPr lang="es-ES" sz="900" b="1" dirty="0">
                <a:solidFill>
                  <a:srgbClr val="333333"/>
                </a:solidFill>
                <a:latin typeface="wfont_aec3c1_f620df2d71014b3abafcccb466ced7e3"/>
              </a:rPr>
              <a:t>Medicina Tropical 30 laboratorios</a:t>
            </a:r>
            <a:r>
              <a:rPr lang="es-PE" sz="900" dirty="0"/>
              <a:t> 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pic>
        <p:nvPicPr>
          <p:cNvPr id="78" name="Imagen 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4334007" y="3167702"/>
            <a:ext cx="239749" cy="223765"/>
          </a:xfrm>
          <a:prstGeom prst="rect">
            <a:avLst/>
          </a:prstGeom>
        </p:spPr>
      </p:pic>
      <p:pic>
        <p:nvPicPr>
          <p:cNvPr id="79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7512" y="3434392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Rectángulo 79"/>
          <p:cNvSpPr/>
          <p:nvPr/>
        </p:nvSpPr>
        <p:spPr>
          <a:xfrm>
            <a:off x="4610779" y="3423377"/>
            <a:ext cx="13516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11,8 mil beneficiarios</a:t>
            </a:r>
          </a:p>
        </p:txBody>
      </p:sp>
      <p:sp>
        <p:nvSpPr>
          <p:cNvPr id="81" name="Rectángulo 80"/>
          <p:cNvSpPr/>
          <p:nvPr/>
        </p:nvSpPr>
        <p:spPr>
          <a:xfrm>
            <a:off x="4610779" y="3177647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61,13 Millones</a:t>
            </a:r>
          </a:p>
        </p:txBody>
      </p:sp>
      <p:cxnSp>
        <p:nvCxnSpPr>
          <p:cNvPr id="82" name="Google Shape;147;p32"/>
          <p:cNvCxnSpPr/>
          <p:nvPr/>
        </p:nvCxnSpPr>
        <p:spPr>
          <a:xfrm>
            <a:off x="2192373" y="3375310"/>
            <a:ext cx="2060456" cy="473949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83" name="Rectángulo 82"/>
          <p:cNvSpPr/>
          <p:nvPr/>
        </p:nvSpPr>
        <p:spPr>
          <a:xfrm>
            <a:off x="4271680" y="3697812"/>
            <a:ext cx="26647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SAN MARTIN: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de San Martin </a:t>
            </a:r>
          </a:p>
          <a:p>
            <a:r>
              <a:rPr lang="es-ES" sz="900" b="1" dirty="0">
                <a:solidFill>
                  <a:srgbClr val="333333"/>
                </a:solidFill>
                <a:latin typeface="wfont_aec3c1_f620df2d71014b3abafcccb466ced7e3"/>
              </a:rPr>
              <a:t>8 laboratorios en la Facultad de Ingeniería Agroindustrial </a:t>
            </a:r>
            <a:r>
              <a:rPr lang="es-PE" sz="900" dirty="0"/>
              <a:t> 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pic>
        <p:nvPicPr>
          <p:cNvPr id="84" name="Imagen 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4345739" y="4313634"/>
            <a:ext cx="239749" cy="223765"/>
          </a:xfrm>
          <a:prstGeom prst="rect">
            <a:avLst/>
          </a:prstGeom>
        </p:spPr>
      </p:pic>
      <p:pic>
        <p:nvPicPr>
          <p:cNvPr id="85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9244" y="4580324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Rectángulo 85"/>
          <p:cNvSpPr/>
          <p:nvPr/>
        </p:nvSpPr>
        <p:spPr>
          <a:xfrm>
            <a:off x="4622511" y="4569309"/>
            <a:ext cx="128753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1,4 mil beneficiarios</a:t>
            </a:r>
          </a:p>
        </p:txBody>
      </p:sp>
      <p:sp>
        <p:nvSpPr>
          <p:cNvPr id="87" name="Rectángulo 86"/>
          <p:cNvSpPr/>
          <p:nvPr/>
        </p:nvSpPr>
        <p:spPr>
          <a:xfrm>
            <a:off x="4622511" y="4323579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21,93 Millones</a:t>
            </a:r>
          </a:p>
        </p:txBody>
      </p:sp>
      <p:cxnSp>
        <p:nvCxnSpPr>
          <p:cNvPr id="88" name="Google Shape;147;p32"/>
          <p:cNvCxnSpPr/>
          <p:nvPr/>
        </p:nvCxnSpPr>
        <p:spPr>
          <a:xfrm>
            <a:off x="2668384" y="4540168"/>
            <a:ext cx="1750849" cy="647029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89" name="Rectángulo 88"/>
          <p:cNvSpPr/>
          <p:nvPr/>
        </p:nvSpPr>
        <p:spPr>
          <a:xfrm>
            <a:off x="4406496" y="4826157"/>
            <a:ext cx="266473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JUNIN: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IESTP SANTIAGO ANTÚNEZ DE MAYOLO</a:t>
            </a:r>
            <a:r>
              <a:rPr lang="es-ES" sz="900" b="1" dirty="0">
                <a:solidFill>
                  <a:srgbClr val="333333"/>
                </a:solidFill>
                <a:latin typeface="wfont_aec3c1_f620df2d71014b3abafcccb466ced7e3"/>
              </a:rPr>
              <a:t> laboratorios en la Facultad de Ingeniería Agroindustrial </a:t>
            </a:r>
            <a:r>
              <a:rPr lang="es-PE" sz="900" dirty="0"/>
              <a:t> 30 laboratorios, 3 talleres para 8 carreras de estudio técnico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pic>
        <p:nvPicPr>
          <p:cNvPr id="90" name="Imagen 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4480555" y="5591443"/>
            <a:ext cx="239749" cy="223765"/>
          </a:xfrm>
          <a:prstGeom prst="rect">
            <a:avLst/>
          </a:prstGeom>
        </p:spPr>
      </p:pic>
      <p:pic>
        <p:nvPicPr>
          <p:cNvPr id="91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4060" y="5858133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Rectángulo 91"/>
          <p:cNvSpPr/>
          <p:nvPr/>
        </p:nvSpPr>
        <p:spPr>
          <a:xfrm>
            <a:off x="4757327" y="5847118"/>
            <a:ext cx="125547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13 mil beneficiarios</a:t>
            </a:r>
          </a:p>
        </p:txBody>
      </p:sp>
      <p:sp>
        <p:nvSpPr>
          <p:cNvPr id="93" name="Rectángulo 92"/>
          <p:cNvSpPr/>
          <p:nvPr/>
        </p:nvSpPr>
        <p:spPr>
          <a:xfrm>
            <a:off x="4757327" y="5601388"/>
            <a:ext cx="103105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132,77 Millones</a:t>
            </a:r>
          </a:p>
        </p:txBody>
      </p:sp>
      <p:cxnSp>
        <p:nvCxnSpPr>
          <p:cNvPr id="94" name="Google Shape;147;p32"/>
          <p:cNvCxnSpPr/>
          <p:nvPr/>
        </p:nvCxnSpPr>
        <p:spPr>
          <a:xfrm>
            <a:off x="3970099" y="5843806"/>
            <a:ext cx="2659301" cy="368336"/>
          </a:xfrm>
          <a:prstGeom prst="bentConnector3">
            <a:avLst>
              <a:gd name="adj1" fmla="val 11978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95" name="Rectángulo 94"/>
          <p:cNvSpPr/>
          <p:nvPr/>
        </p:nvSpPr>
        <p:spPr>
          <a:xfrm>
            <a:off x="6756975" y="5453337"/>
            <a:ext cx="305735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PUNO: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del Altiplano</a:t>
            </a:r>
          </a:p>
          <a:p>
            <a:r>
              <a:rPr lang="es-ES" sz="900" b="1" dirty="0">
                <a:solidFill>
                  <a:srgbClr val="333333"/>
                </a:solidFill>
                <a:latin typeface="wfont_aec3c1_f620df2d71014b3abafcccb466ced7e3"/>
              </a:rPr>
              <a:t>biotecnología de camélidos sudamericanos</a:t>
            </a:r>
          </a:p>
          <a:p>
            <a:r>
              <a:rPr lang="es-ES" sz="900" b="1" dirty="0">
                <a:solidFill>
                  <a:srgbClr val="333333"/>
                </a:solidFill>
                <a:latin typeface="wfont_aec3c1_f620df2d71014b3abafcccb466ced7e3"/>
              </a:rPr>
              <a:t>12 laboratorios para la creación del servicio de laboratorios en biotecnología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pic>
        <p:nvPicPr>
          <p:cNvPr id="96" name="Imagen 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6831035" y="6218623"/>
            <a:ext cx="239749" cy="223765"/>
          </a:xfrm>
          <a:prstGeom prst="rect">
            <a:avLst/>
          </a:prstGeom>
        </p:spPr>
      </p:pic>
      <p:pic>
        <p:nvPicPr>
          <p:cNvPr id="97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4540" y="6485313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Rectángulo 97"/>
          <p:cNvSpPr/>
          <p:nvPr/>
        </p:nvSpPr>
        <p:spPr>
          <a:xfrm>
            <a:off x="7107807" y="6474298"/>
            <a:ext cx="108876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2,6 beneficiarios</a:t>
            </a:r>
          </a:p>
        </p:txBody>
      </p:sp>
      <p:sp>
        <p:nvSpPr>
          <p:cNvPr id="99" name="Rectángulo 98"/>
          <p:cNvSpPr/>
          <p:nvPr/>
        </p:nvSpPr>
        <p:spPr>
          <a:xfrm>
            <a:off x="7107807" y="6228568"/>
            <a:ext cx="103105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118,96 Millones</a:t>
            </a:r>
          </a:p>
        </p:txBody>
      </p:sp>
      <p:cxnSp>
        <p:nvCxnSpPr>
          <p:cNvPr id="100" name="Google Shape;147;p32"/>
          <p:cNvCxnSpPr/>
          <p:nvPr/>
        </p:nvCxnSpPr>
        <p:spPr>
          <a:xfrm rot="10800000">
            <a:off x="1638019" y="4565176"/>
            <a:ext cx="469173" cy="157131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101" name="Rectángulo 100"/>
          <p:cNvSpPr/>
          <p:nvPr/>
        </p:nvSpPr>
        <p:spPr>
          <a:xfrm>
            <a:off x="52369" y="4156704"/>
            <a:ext cx="17694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LIMA: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Mayor de San Marcos - </a:t>
            </a:r>
            <a:r>
              <a:rPr lang="es-ES" sz="900" dirty="0"/>
              <a:t>Tecnología Médica y Enfermería Médica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  <a:p>
            <a:r>
              <a:rPr lang="es-ES" sz="900" dirty="0"/>
              <a:t>17 laboratorios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  <a:p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pic>
        <p:nvPicPr>
          <p:cNvPr id="102" name="Imagen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140074" y="4951480"/>
            <a:ext cx="239749" cy="223765"/>
          </a:xfrm>
          <a:prstGeom prst="rect">
            <a:avLst/>
          </a:prstGeom>
        </p:spPr>
      </p:pic>
      <p:pic>
        <p:nvPicPr>
          <p:cNvPr id="103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81" y="5234925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Rectángulo 103"/>
          <p:cNvSpPr/>
          <p:nvPr/>
        </p:nvSpPr>
        <p:spPr>
          <a:xfrm>
            <a:off x="350865" y="5199532"/>
            <a:ext cx="125547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14 mil beneficiarios</a:t>
            </a:r>
          </a:p>
        </p:txBody>
      </p:sp>
      <p:sp>
        <p:nvSpPr>
          <p:cNvPr id="105" name="Rectángulo 104"/>
          <p:cNvSpPr/>
          <p:nvPr/>
        </p:nvSpPr>
        <p:spPr>
          <a:xfrm>
            <a:off x="350865" y="4945313"/>
            <a:ext cx="9028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89,1 Millones</a:t>
            </a:r>
          </a:p>
        </p:txBody>
      </p:sp>
      <p:sp>
        <p:nvSpPr>
          <p:cNvPr id="110" name="Rectángulo 109"/>
          <p:cNvSpPr/>
          <p:nvPr/>
        </p:nvSpPr>
        <p:spPr>
          <a:xfrm>
            <a:off x="64952" y="5521247"/>
            <a:ext cx="2105112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LIMA: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de Ingeniería- </a:t>
            </a:r>
            <a:r>
              <a:rPr lang="es-ES" sz="900" dirty="0"/>
              <a:t>Ingeniería Eléctrica</a:t>
            </a:r>
          </a:p>
          <a:p>
            <a:r>
              <a:rPr lang="es-ES" sz="900" dirty="0"/>
              <a:t>10 laboratorios, 07 áreas de pruebas, 03 salas de control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cxnSp>
        <p:nvCxnSpPr>
          <p:cNvPr id="146" name="Google Shape;147;p32"/>
          <p:cNvCxnSpPr/>
          <p:nvPr/>
        </p:nvCxnSpPr>
        <p:spPr>
          <a:xfrm rot="10800000" flipV="1">
            <a:off x="610855" y="4739015"/>
            <a:ext cx="1737304" cy="899739"/>
          </a:xfrm>
          <a:prstGeom prst="bentConnector3">
            <a:avLst>
              <a:gd name="adj1" fmla="val 27226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pic>
        <p:nvPicPr>
          <p:cNvPr id="159" name="Imagen 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116629" y="6326010"/>
            <a:ext cx="239749" cy="223765"/>
          </a:xfrm>
          <a:prstGeom prst="rect">
            <a:avLst/>
          </a:prstGeom>
        </p:spPr>
      </p:pic>
      <p:pic>
        <p:nvPicPr>
          <p:cNvPr id="160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300" y="6609455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Rectángulo 160"/>
          <p:cNvSpPr/>
          <p:nvPr/>
        </p:nvSpPr>
        <p:spPr>
          <a:xfrm>
            <a:off x="327420" y="6574062"/>
            <a:ext cx="128753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6,1 mil beneficiarios</a:t>
            </a:r>
          </a:p>
        </p:txBody>
      </p:sp>
      <p:sp>
        <p:nvSpPr>
          <p:cNvPr id="162" name="Rectángulo 161"/>
          <p:cNvSpPr/>
          <p:nvPr/>
        </p:nvSpPr>
        <p:spPr>
          <a:xfrm>
            <a:off x="327420" y="6319843"/>
            <a:ext cx="9028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58.6 Millones</a:t>
            </a:r>
          </a:p>
        </p:txBody>
      </p:sp>
      <p:sp>
        <p:nvSpPr>
          <p:cNvPr id="163" name="Rectángulo 162"/>
          <p:cNvSpPr/>
          <p:nvPr/>
        </p:nvSpPr>
        <p:spPr>
          <a:xfrm>
            <a:off x="2080942" y="5655463"/>
            <a:ext cx="15947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LIMA: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Agraria La Molina- </a:t>
            </a:r>
            <a:r>
              <a:rPr lang="es-ES" sz="900" dirty="0"/>
              <a:t>Parque Científico Tecnológico</a:t>
            </a:r>
          </a:p>
          <a:p>
            <a:r>
              <a:rPr lang="es-PE" sz="900" dirty="0"/>
              <a:t>6 laboratorios de innovación</a:t>
            </a:r>
            <a:endParaRPr lang="es-ES" sz="900" dirty="0"/>
          </a:p>
        </p:txBody>
      </p:sp>
      <p:pic>
        <p:nvPicPr>
          <p:cNvPr id="164" name="Imagen 1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3108944" y="6293778"/>
            <a:ext cx="239749" cy="223765"/>
          </a:xfrm>
          <a:prstGeom prst="rect">
            <a:avLst/>
          </a:prstGeom>
        </p:spPr>
      </p:pic>
      <p:pic>
        <p:nvPicPr>
          <p:cNvPr id="165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9615" y="6577223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Rectángulo 165"/>
          <p:cNvSpPr/>
          <p:nvPr/>
        </p:nvSpPr>
        <p:spPr>
          <a:xfrm>
            <a:off x="3319735" y="6541830"/>
            <a:ext cx="13516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12,8 mil beneficiarios</a:t>
            </a:r>
          </a:p>
        </p:txBody>
      </p:sp>
      <p:sp>
        <p:nvSpPr>
          <p:cNvPr id="167" name="Rectángulo 166"/>
          <p:cNvSpPr/>
          <p:nvPr/>
        </p:nvSpPr>
        <p:spPr>
          <a:xfrm>
            <a:off x="3319735" y="6287611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117,9 Millones</a:t>
            </a:r>
          </a:p>
        </p:txBody>
      </p:sp>
      <p:cxnSp>
        <p:nvCxnSpPr>
          <p:cNvPr id="168" name="Google Shape;147;p32"/>
          <p:cNvCxnSpPr/>
          <p:nvPr/>
        </p:nvCxnSpPr>
        <p:spPr>
          <a:xfrm rot="5400000">
            <a:off x="1814594" y="5117542"/>
            <a:ext cx="945634" cy="109923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E661AEF9-71A0-4741-E61E-578484437084}"/>
              </a:ext>
            </a:extLst>
          </p:cNvPr>
          <p:cNvSpPr txBox="1"/>
          <p:nvPr/>
        </p:nvSpPr>
        <p:spPr>
          <a:xfrm>
            <a:off x="7071227" y="1240509"/>
            <a:ext cx="48554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PE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Poppins"/>
                <a:cs typeface="Poppins"/>
                <a:sym typeface="Arial"/>
              </a:rPr>
              <a:t>COMPONENTE 3: </a:t>
            </a:r>
            <a:r>
              <a:rPr lang="es-ES" sz="1600" b="1" dirty="0">
                <a:solidFill>
                  <a:srgbClr val="0070C0"/>
                </a:solidFill>
                <a:latin typeface="Poppins"/>
                <a:cs typeface="Poppins"/>
              </a:rPr>
              <a:t>Fortalecimiento de la gestión institucional de las Instituciones de Educación Superior (IES) públicas</a:t>
            </a:r>
            <a:endParaRPr lang="es-PE" sz="1600" b="1" dirty="0">
              <a:solidFill>
                <a:srgbClr val="0070C0"/>
              </a:solidFill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52">
          <a:extLst>
            <a:ext uri="{FF2B5EF4-FFF2-40B4-BE49-F238E27FC236}">
              <a16:creationId xmlns:a16="http://schemas.microsoft.com/office/drawing/2014/main" id="{3A0F6AC3-E6A6-12B2-B196-7AE3B34C3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>
            <a:extLst>
              <a:ext uri="{FF2B5EF4-FFF2-40B4-BE49-F238E27FC236}">
                <a16:creationId xmlns:a16="http://schemas.microsoft.com/office/drawing/2014/main" id="{3D4F0EBD-D771-E29D-3AA4-45D821063F7A}"/>
              </a:ext>
            </a:extLst>
          </p:cNvPr>
          <p:cNvSpPr/>
          <p:nvPr/>
        </p:nvSpPr>
        <p:spPr>
          <a:xfrm rot="10800000">
            <a:off x="0" y="0"/>
            <a:ext cx="12192000" cy="82999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8;p32">
            <a:extLst>
              <a:ext uri="{FF2B5EF4-FFF2-40B4-BE49-F238E27FC236}">
                <a16:creationId xmlns:a16="http://schemas.microsoft.com/office/drawing/2014/main" id="{AC958F81-C2B1-BDF7-4B57-ADD6D4ABE6BD}"/>
              </a:ext>
            </a:extLst>
          </p:cNvPr>
          <p:cNvSpPr txBox="1"/>
          <p:nvPr/>
        </p:nvSpPr>
        <p:spPr>
          <a:xfrm>
            <a:off x="413674" y="837400"/>
            <a:ext cx="5510822" cy="76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A34007-E32A-6C55-0837-E66084ED1D4A}"/>
              </a:ext>
            </a:extLst>
          </p:cNvPr>
          <p:cNvSpPr txBox="1"/>
          <p:nvPr/>
        </p:nvSpPr>
        <p:spPr>
          <a:xfrm>
            <a:off x="571041" y="155264"/>
            <a:ext cx="107069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PE" sz="1600" b="1" dirty="0">
                <a:solidFill>
                  <a:srgbClr val="1F3864"/>
                </a:solidFill>
                <a:latin typeface="Montserrat"/>
              </a:rPr>
              <a:t>COMPONENTE 3: </a:t>
            </a:r>
            <a:r>
              <a:rPr lang="es-ES" sz="1600" b="1" dirty="0">
                <a:solidFill>
                  <a:srgbClr val="1F3864"/>
                </a:solidFill>
                <a:latin typeface="Montserrat"/>
              </a:rPr>
              <a:t>FORTALECIMIENTO DE LA GESTIÓN INSTITUCIONAL DE LAS INSTITUCIONES DE EDUCACIÓN SUPERIOR (IES) PÚBLICAS</a:t>
            </a:r>
            <a:endParaRPr lang="es-PE" sz="1600" b="1" dirty="0">
              <a:solidFill>
                <a:srgbClr val="1F3864"/>
              </a:solidFill>
              <a:latin typeface="Montserrat"/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843BF7EC-3D48-47F7-8BBD-4D1FF2366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526917"/>
              </p:ext>
            </p:extLst>
          </p:nvPr>
        </p:nvGraphicFramePr>
        <p:xfrm>
          <a:off x="57871" y="868680"/>
          <a:ext cx="12099405" cy="591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3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4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03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43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3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22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CUI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Proyecto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Región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Monto de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Inversión (S/)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Beneficiarios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Fecha de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Inicio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Fecha de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Término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Avance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Físico Obra (%)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Avance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Fin. (%)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1" noProof="0">
                          <a:solidFill>
                            <a:srgbClr val="1F1F1F"/>
                          </a:solidFill>
                          <a:latin typeface="Montserrat"/>
                        </a:rPr>
                        <a:t>Estado</a:t>
                      </a:r>
                    </a:p>
                  </a:txBody>
                  <a:tcPr marL="27432" marR="27432" marT="13716" marB="13716"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2326336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Mejoramiento de ocho laboratorios de la facultad de ingeniería agroindustrial de la Universidad Nacional de San Martín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San Martín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21,932,545.77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1,423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9/06/2021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12/07/2023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100.00%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96.16%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Obra: terminada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Equipamiento: terminada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2411125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Mejoramiento del servicio de educación superior tecnológica del IESTP 4 de Junio de 1821 del distrito y provincia de Jaén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Cajamarca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135,368,302.51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8,054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16/08/2022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29/11/2024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100.00%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87.4%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Obra: terminada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Equipamiento: en proceso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Capacitación: en proceso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2252835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Mejoramiento y ampliación de los servicios académicos y administrativos de las E.P. de tecnología médica y enfermería de la Facultad de Medicina Humana de la UNMSM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Lima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89,091,900.61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14,455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23/02/2022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12/04/2024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100.00%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94.5%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Obra: terminada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Equipamiento: en proceso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Capacitación: en proceso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2301079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Creación del pabellón de laboratorios para el mejoramiento del servicio educativo de la facultad de ing. industrial de la Universidad Nacional de Piura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Piura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47,127,430.42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1,645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5/05/2022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30/12/2024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100.00%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93.5%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Obra: terminada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Equipamiento: en proceso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Capacitación: en proceso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2411120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Creación del parque de tecnología e innovación para el agro de la Universidad Nacional Agraria La Molina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Lima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117,991,016.00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12,809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13/09/2022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31/10/2026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91.82%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83.0%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Obra: en ejecución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Punto crítico: línea de media tensión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Equipamiento y capacitación: en proceso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20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2234830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Mejoramiento de los servicios de educación superior tecnológica del IESTP Santiago Antúnez de Mayolo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Junín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134,777,609.84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13,088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20/12/2022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Pendiente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59.77%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71.8%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Obra: paralizada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Contrato resuelto; medida cautelar ordena reinicio con la contratista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Equipamiento y capacitación: en proceso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2251110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Mejoramiento del servicio de formación profesional en ing. eléctrica de la Universidad Nacional de Ingeniería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Lima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55,930,038.56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6,148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13/12/2023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31/12/2026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87.1%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69.7%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Obra: en ejecución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Puntos críticos: línea de media tensión y expedientillo de la jaula Faraday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Equipamiento y capacitación: en proceso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2353850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Creación del servicio de laboratorios en biotecnologías para camélidos sudamericanos en el CIP La Raya de la Universidad Nacional del Altiplano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Puno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118,964,046.48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2,641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08/06/2022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15/11/2027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0.00%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47.7%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Contrato firmado (saldo de obra) (avance físico anterior </a:t>
                      </a: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en revisión)</a:t>
                      </a:r>
                      <a:endParaRPr lang="es-PE" sz="900" b="0" noProof="0" dirty="0">
                        <a:solidFill>
                          <a:srgbClr val="1F1F1F"/>
                        </a:solidFill>
                        <a:latin typeface="Montserrat"/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Inicio de ejecución 15 de julio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2314836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Construcción y equipamiento del instituto de medicina tropical de la Universidad Nacional Toribio Rodríguez de Mendoza de Amazonas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Amazonas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61,132,570.21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11,841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14/04/2023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30/10/2027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10.9%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46.2%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Obra: en ejecución (saldo de obra)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Equipamiento: en proceso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Capacitación: en proceso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2314501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Creación de los servicios de investigación y enseñanza en ovinos y caprinos de la Universidad Nacional Toribio Rodríguez de Mendoza de Amazonas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Amazonas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44,047,464.82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6,494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10/12/2022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30/10/2027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0.00%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>
                          <a:solidFill>
                            <a:srgbClr val="1F1F1F"/>
                          </a:solidFill>
                          <a:latin typeface="Montserrat"/>
                        </a:rPr>
                        <a:t>20.6%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Obra: en ejecución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Equipamiento: en proceso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900" b="0" noProof="0" dirty="0">
                          <a:solidFill>
                            <a:srgbClr val="1F1F1F"/>
                          </a:solidFill>
                          <a:latin typeface="Montserrat"/>
                        </a:rPr>
                        <a:t>Capacitación: en proceso</a:t>
                      </a:r>
                    </a:p>
                  </a:txBody>
                  <a:tcPr marL="27432" marR="27432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876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4E60119-D69E-6B28-F783-8F0D3E650C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saturation sat="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300" b="8591"/>
          <a:stretch/>
        </p:blipFill>
        <p:spPr>
          <a:xfrm>
            <a:off x="1" y="-24062"/>
            <a:ext cx="12455205" cy="6882063"/>
          </a:xfrm>
          <a:prstGeom prst="rect">
            <a:avLst/>
          </a:prstGeom>
        </p:spPr>
      </p:pic>
      <p:pic>
        <p:nvPicPr>
          <p:cNvPr id="5" name="Imagen 13" descr="Imagen 13">
            <a:extLst>
              <a:ext uri="{FF2B5EF4-FFF2-40B4-BE49-F238E27FC236}">
                <a16:creationId xmlns:a16="http://schemas.microsoft.com/office/drawing/2014/main" id="{7ECB52D2-09BA-0808-5878-19CCB893F2E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827" y="588132"/>
            <a:ext cx="3646638" cy="44330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3249E-0EC7-3C9B-C8FB-F260D61CF542}"/>
              </a:ext>
            </a:extLst>
          </p:cNvPr>
          <p:cNvSpPr/>
          <p:nvPr/>
        </p:nvSpPr>
        <p:spPr>
          <a:xfrm>
            <a:off x="0" y="3714673"/>
            <a:ext cx="12455205" cy="2758171"/>
          </a:xfrm>
          <a:prstGeom prst="rect">
            <a:avLst/>
          </a:prstGeom>
          <a:solidFill>
            <a:srgbClr val="253C78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55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C1AD91-D9B4-ABB6-52BD-232CA16B60D7}"/>
              </a:ext>
            </a:extLst>
          </p:cNvPr>
          <p:cNvSpPr txBox="1"/>
          <p:nvPr/>
        </p:nvSpPr>
        <p:spPr>
          <a:xfrm>
            <a:off x="591826" y="5124012"/>
            <a:ext cx="10563183" cy="1086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16" b="1" dirty="0">
                <a:solidFill>
                  <a:schemeClr val="bg1"/>
                </a:solidFill>
                <a:latin typeface="Blogger Sans" panose="02000506030000020004"/>
                <a:cs typeface="Calibri" panose="020F0502020204030204" pitchFamily="34" charset="0"/>
              </a:rPr>
              <a:t>PROGRAMA DE INVERSIÓN: MEJORA DE LA CALIDAD Y PERTINENCIA DE LOS SERVICIOS DE EDUCACIÓN SUPERIOR Y TÉCNICO-PRODUCTIVA A NIVEL NACIONAL</a:t>
            </a:r>
          </a:p>
          <a:p>
            <a:pPr algn="ctr"/>
            <a:r>
              <a:rPr lang="es-ES" sz="1616" b="1" dirty="0">
                <a:solidFill>
                  <a:schemeClr val="bg1"/>
                </a:solidFill>
                <a:latin typeface="Blogger Sans" panose="02000506030000020004"/>
                <a:cs typeface="Calibri" panose="020F0502020204030204" pitchFamily="34" charset="0"/>
              </a:rPr>
              <a:t>Contrato de </a:t>
            </a:r>
          </a:p>
          <a:p>
            <a:pPr algn="ctr"/>
            <a:r>
              <a:rPr lang="es-ES" sz="1616" b="1" dirty="0">
                <a:solidFill>
                  <a:schemeClr val="bg1"/>
                </a:solidFill>
                <a:latin typeface="Blogger Sans" panose="02000506030000020004"/>
                <a:cs typeface="Calibri" panose="020F0502020204030204" pitchFamily="34" charset="0"/>
              </a:rPr>
              <a:t>Préstamo N° 5729/OC-PE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33121099-CE9B-6D84-807E-0F559AA42D2F}"/>
              </a:ext>
            </a:extLst>
          </p:cNvPr>
          <p:cNvSpPr txBox="1"/>
          <p:nvPr/>
        </p:nvSpPr>
        <p:spPr>
          <a:xfrm>
            <a:off x="591826" y="1286842"/>
            <a:ext cx="8538123" cy="35678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 indent="-423">
              <a:spcBef>
                <a:spcPts val="67"/>
              </a:spcBef>
            </a:pPr>
            <a:r>
              <a:rPr lang="es-ES" sz="2263" b="1" spc="-2" dirty="0">
                <a:solidFill>
                  <a:srgbClr val="FEFEFE"/>
                </a:solidFill>
                <a:latin typeface="Arial Black" panose="020B0A04020102020204" pitchFamily="34" charset="0"/>
                <a:ea typeface="Blogger Sans" panose="02000506030000020004" pitchFamily="50" charset="0"/>
                <a:cs typeface="Arial"/>
              </a:rPr>
              <a:t>UE118</a:t>
            </a:r>
            <a:endParaRPr lang="es-ES" sz="2263" b="1" spc="-3" dirty="0">
              <a:solidFill>
                <a:srgbClr val="FEFEFE"/>
              </a:solidFill>
              <a:latin typeface="Arial Black" panose="020B0A04020102020204" pitchFamily="34" charset="0"/>
              <a:ea typeface="Blogger Sans" panose="02000506030000020004" pitchFamily="50" charset="0"/>
              <a:cs typeface="Arial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4588" y="3866537"/>
            <a:ext cx="5296639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39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/>
          <p:nvPr/>
        </p:nvSpPr>
        <p:spPr>
          <a:xfrm rot="10800000">
            <a:off x="0" y="0"/>
            <a:ext cx="12192000" cy="82999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3"/>
          <p:cNvCxnSpPr/>
          <p:nvPr/>
        </p:nvCxnSpPr>
        <p:spPr>
          <a:xfrm>
            <a:off x="1029568" y="2122043"/>
            <a:ext cx="9834590" cy="0"/>
          </a:xfrm>
          <a:prstGeom prst="straightConnector1">
            <a:avLst/>
          </a:prstGeom>
          <a:noFill/>
          <a:ln w="19050" cap="flat" cmpd="sng">
            <a:solidFill>
              <a:srgbClr val="E304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3"/>
          <p:cNvSpPr/>
          <p:nvPr/>
        </p:nvSpPr>
        <p:spPr>
          <a:xfrm>
            <a:off x="1029568" y="1122100"/>
            <a:ext cx="9834590" cy="143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</a:t>
            </a:r>
            <a:br>
              <a:rPr lang="es-ES" sz="16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ES" sz="1600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  <a:t>Lograr que los estudiantes de la Educación Superior y Técnico Productiva (ESTP) reciban una educación de calidad.</a:t>
            </a:r>
            <a:br>
              <a:rPr lang="es-ES" sz="25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ES" sz="25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br>
              <a:rPr lang="es-ES" sz="2500" b="1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dirty="0"/>
          </a:p>
        </p:txBody>
      </p:sp>
      <p:grpSp>
        <p:nvGrpSpPr>
          <p:cNvPr id="158" name="Google Shape;158;p3"/>
          <p:cNvGrpSpPr/>
          <p:nvPr/>
        </p:nvGrpSpPr>
        <p:grpSpPr>
          <a:xfrm>
            <a:off x="1029568" y="2262067"/>
            <a:ext cx="10303367" cy="3712662"/>
            <a:chOff x="1050130" y="2582460"/>
            <a:chExt cx="9470509" cy="3025789"/>
          </a:xfrm>
        </p:grpSpPr>
        <p:sp>
          <p:nvSpPr>
            <p:cNvPr id="159" name="Google Shape;159;p3"/>
            <p:cNvSpPr/>
            <p:nvPr/>
          </p:nvSpPr>
          <p:spPr>
            <a:xfrm>
              <a:off x="1050130" y="2582460"/>
              <a:ext cx="3996241" cy="634790"/>
            </a:xfrm>
            <a:prstGeom prst="rect">
              <a:avLst/>
            </a:prstGeom>
            <a:solidFill>
              <a:srgbClr val="2994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just">
                <a:lnSpc>
                  <a:spcPct val="115000"/>
                </a:lnSpc>
                <a:spcAft>
                  <a:spcPts val="800"/>
                </a:spcAft>
              </a:pPr>
              <a:r>
                <a:rPr lang="es-ES" sz="1100" b="1" i="0" u="none" strike="noStrike" cap="none" dirty="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Componente 1</a:t>
              </a:r>
              <a:r>
                <a:rPr lang="es-ES" sz="1100" b="1" dirty="0">
                  <a:solidFill>
                    <a:schemeClr val="lt1"/>
                  </a:solidFill>
                  <a:latin typeface="Montserrat"/>
                  <a:sym typeface="Montserrat"/>
                </a:rPr>
                <a:t>: </a:t>
              </a:r>
              <a:r>
                <a:rPr lang="es-ES" sz="1100" b="1" dirty="0">
                  <a:solidFill>
                    <a:schemeClr val="lt1"/>
                  </a:solidFill>
                  <a:latin typeface="Montserrat"/>
                </a:rPr>
                <a:t>Mejoramiento de Los Servicios Misionales Institucionales de las Direcciones a Cargo de la ESTP del Minedu a Nivel Nacional</a:t>
              </a:r>
              <a:endParaRPr lang="es-PE" sz="1100" b="1" dirty="0">
                <a:solidFill>
                  <a:schemeClr val="lt1"/>
                </a:solidFill>
                <a:latin typeface="Montserrat"/>
                <a:sym typeface="Montserrat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2518237" y="3275513"/>
              <a:ext cx="2610195" cy="2332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indent="-171450" algn="just">
                <a:buClr>
                  <a:srgbClr val="1F3864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s-ES" sz="1200" dirty="0">
                  <a:solidFill>
                    <a:srgbClr val="1F3864"/>
                  </a:solidFill>
                  <a:latin typeface="Montserrat"/>
                </a:rPr>
                <a:t>Busca mejorar la capacidad de gestión de las direcciones de MINEDU a cargo de la rectoría de la ESTP (DIGESU, DIGESUTPA y DIFOID) con la finalidad de que las instituciones que brindan servicios de ESTP asociados a las cinco (5) alternativas formativas (ESU, EST, ESP, ESA y ETP), así como las DRE/GRE y UGEL, reciban adecuados Servicios Misionales Institucionales (SMI) enmarcados en los desafíos que establece la PNESTP.</a:t>
              </a: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7592598" y="3126618"/>
              <a:ext cx="2928041" cy="2332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indent="-171450" algn="just">
                <a:buClr>
                  <a:srgbClr val="1F3864"/>
                </a:buClr>
                <a:buSzPts val="1200"/>
                <a:buFont typeface="Arial" panose="020B0604020202020204" pitchFamily="34" charset="0"/>
                <a:buChar char="•"/>
              </a:pPr>
              <a:r>
                <a:rPr lang="es-ES" sz="1200" dirty="0">
                  <a:solidFill>
                    <a:srgbClr val="1F3864"/>
                  </a:solidFill>
                  <a:latin typeface="Montserrat"/>
                </a:rPr>
                <a:t>Busca mejorar los servicios educativos de la ESTP a través de la transformación integral de 2 IESU, 2 IEST, 3 IESP, 1 ESFA y 1 CETPRO que incluye: (i) capacitación de docentes sobre métodos de enseñanza e implementación de los planes de estudio; (</a:t>
              </a:r>
              <a:r>
                <a:rPr lang="es-ES" sz="1200" dirty="0" err="1">
                  <a:solidFill>
                    <a:srgbClr val="1F3864"/>
                  </a:solidFill>
                  <a:latin typeface="Montserrat"/>
                </a:rPr>
                <a:t>ii</a:t>
              </a:r>
              <a:r>
                <a:rPr lang="es-ES" sz="1200" dirty="0">
                  <a:solidFill>
                    <a:srgbClr val="1F3864"/>
                  </a:solidFill>
                  <a:latin typeface="Montserrat"/>
                </a:rPr>
                <a:t>) diseño y obras de infraestructura; (</a:t>
              </a:r>
              <a:r>
                <a:rPr lang="es-ES" sz="1200" dirty="0" err="1">
                  <a:solidFill>
                    <a:srgbClr val="1F3864"/>
                  </a:solidFill>
                  <a:latin typeface="Montserrat"/>
                </a:rPr>
                <a:t>iii</a:t>
              </a:r>
              <a:r>
                <a:rPr lang="es-ES" sz="1200" dirty="0">
                  <a:solidFill>
                    <a:srgbClr val="1F3864"/>
                  </a:solidFill>
                  <a:latin typeface="Montserrat"/>
                </a:rPr>
                <a:t>) modernización del equipamiento; y (</a:t>
              </a:r>
              <a:r>
                <a:rPr lang="es-ES" sz="1200" dirty="0" err="1">
                  <a:solidFill>
                    <a:srgbClr val="1F3864"/>
                  </a:solidFill>
                  <a:latin typeface="Montserrat"/>
                </a:rPr>
                <a:t>iv</a:t>
              </a:r>
              <a:r>
                <a:rPr lang="es-ES" sz="1200" dirty="0">
                  <a:solidFill>
                    <a:srgbClr val="1F3864"/>
                  </a:solidFill>
                  <a:latin typeface="Montserrat"/>
                </a:rPr>
                <a:t>) estrategias de mantenimiento de las instituciones, con la finalidad de ayudar a cerrar la brecha de calidad en los servicios educativos.</a:t>
              </a:r>
              <a:endParaRPr lang="es-PE" sz="1200" dirty="0">
                <a:solidFill>
                  <a:srgbClr val="1F3864"/>
                </a:solidFill>
                <a:latin typeface="Montserrat"/>
              </a:endParaRPr>
            </a:p>
            <a:p>
              <a:pPr marR="0" lvl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3864"/>
                </a:buClr>
                <a:buSzPts val="1200"/>
              </a:pPr>
              <a:endParaRPr sz="1200" b="0" i="0" u="none" strike="noStrike" cap="none" dirty="0">
                <a:solidFill>
                  <a:srgbClr val="1F386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" name="Google Shape;115;p32">
            <a:extLst>
              <a:ext uri="{FF2B5EF4-FFF2-40B4-BE49-F238E27FC236}">
                <a16:creationId xmlns:a16="http://schemas.microsoft.com/office/drawing/2014/main" id="{A9696410-FD6D-EC5F-A8DF-AB36D167E592}"/>
              </a:ext>
            </a:extLst>
          </p:cNvPr>
          <p:cNvSpPr/>
          <p:nvPr/>
        </p:nvSpPr>
        <p:spPr>
          <a:xfrm>
            <a:off x="10088" y="1491"/>
            <a:ext cx="12181912" cy="9672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" sz="1600" b="1" dirty="0">
                <a:solidFill>
                  <a:srgbClr val="1F3864"/>
                </a:solidFill>
                <a:latin typeface="Montserrat"/>
              </a:rPr>
              <a:t>PROGRAMA “MEJORA DE LA CALIDAD DE LOS SERVICIOS DE EDUCACIÓN SUPERIOR Y TÉCNICO-PRODUCTIVA A NIVEL NACIONAL” – PMESTP</a:t>
            </a:r>
          </a:p>
        </p:txBody>
      </p:sp>
      <p:sp>
        <p:nvSpPr>
          <p:cNvPr id="10" name="Google Shape;167;p3">
            <a:extLst>
              <a:ext uri="{FF2B5EF4-FFF2-40B4-BE49-F238E27FC236}">
                <a16:creationId xmlns:a16="http://schemas.microsoft.com/office/drawing/2014/main" id="{539836CC-E7A8-BDD8-4548-ACBE45293175}"/>
              </a:ext>
            </a:extLst>
          </p:cNvPr>
          <p:cNvSpPr/>
          <p:nvPr/>
        </p:nvSpPr>
        <p:spPr>
          <a:xfrm>
            <a:off x="427399" y="5703131"/>
            <a:ext cx="315295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100" b="1">
                <a:solidFill>
                  <a:srgbClr val="CC0000"/>
                </a:solidFill>
                <a:latin typeface="Century Gothic"/>
              </a:defRPr>
            </a:pPr>
            <a:endParaRPr lang="es-PE" sz="1100" b="1" dirty="0">
              <a:solidFill>
                <a:srgbClr val="CC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AB3EC2-9E14-3146-80B7-2C174CD8D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9" y="3298657"/>
            <a:ext cx="1752845" cy="2305372"/>
          </a:xfrm>
          <a:prstGeom prst="rect">
            <a:avLst/>
          </a:prstGeom>
        </p:spPr>
      </p:pic>
      <p:sp>
        <p:nvSpPr>
          <p:cNvPr id="3" name="Google Shape;159;p3">
            <a:extLst>
              <a:ext uri="{FF2B5EF4-FFF2-40B4-BE49-F238E27FC236}">
                <a16:creationId xmlns:a16="http://schemas.microsoft.com/office/drawing/2014/main" id="{6A7403E3-06B6-CE3F-B601-9F76DEE823A5}"/>
              </a:ext>
            </a:extLst>
          </p:cNvPr>
          <p:cNvSpPr/>
          <p:nvPr/>
        </p:nvSpPr>
        <p:spPr>
          <a:xfrm>
            <a:off x="6455932" y="2233787"/>
            <a:ext cx="4941740" cy="584222"/>
          </a:xfrm>
          <a:prstGeom prst="rect">
            <a:avLst/>
          </a:prstGeom>
          <a:solidFill>
            <a:srgbClr val="2994B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s-ES" sz="1100" b="1" dirty="0">
                <a:solidFill>
                  <a:schemeClr val="lt1"/>
                </a:solidFill>
                <a:latin typeface="Montserrat"/>
              </a:rPr>
              <a:t>Componente 2. Adecuada infraestructura y equipamiento de las instituciones de la ESTP:</a:t>
            </a:r>
            <a:endParaRPr lang="es-PE" sz="1100" b="1" dirty="0">
              <a:solidFill>
                <a:schemeClr val="lt1"/>
              </a:solidFill>
              <a:latin typeface="Montserrat"/>
              <a:sym typeface="Montserra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5ACAE1E-5EC4-CBA3-6A00-5918F2D16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279" y="2853907"/>
            <a:ext cx="2665285" cy="275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797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echa: pentágono 2">
            <a:extLst>
              <a:ext uri="{FF2B5EF4-FFF2-40B4-BE49-F238E27FC236}">
                <a16:creationId xmlns:a16="http://schemas.microsoft.com/office/drawing/2014/main" id="{CCD2B088-7D07-42C9-8A94-B812F32199F3}"/>
              </a:ext>
            </a:extLst>
          </p:cNvPr>
          <p:cNvSpPr/>
          <p:nvPr/>
        </p:nvSpPr>
        <p:spPr>
          <a:xfrm>
            <a:off x="5964741" y="1818836"/>
            <a:ext cx="5701008" cy="532939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/>
              <a:t>Ejecución del proyecto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17E577F-7EA1-F236-0FF9-776CD9EB6821}"/>
              </a:ext>
            </a:extLst>
          </p:cNvPr>
          <p:cNvSpPr/>
          <p:nvPr/>
        </p:nvSpPr>
        <p:spPr>
          <a:xfrm>
            <a:off x="5964741" y="2716059"/>
            <a:ext cx="2511812" cy="33607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b="1" dirty="0"/>
              <a:t>Restricción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13F89AE-B09E-9EE0-9BBF-C8E3EC41DB3F}"/>
              </a:ext>
            </a:extLst>
          </p:cNvPr>
          <p:cNvSpPr/>
          <p:nvPr/>
        </p:nvSpPr>
        <p:spPr>
          <a:xfrm>
            <a:off x="5964741" y="3250895"/>
            <a:ext cx="2511811" cy="17104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PE" sz="1050" b="1" dirty="0">
                <a:solidFill>
                  <a:schemeClr val="tx1"/>
                </a:solidFill>
              </a:rPr>
              <a:t>Aprobación del POA recién el 15 de Junio 2026</a:t>
            </a:r>
            <a:endParaRPr lang="es-ES" sz="1050" dirty="0">
              <a:solidFill>
                <a:schemeClr val="tx1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95B0E9A-F058-88A9-AA8A-E6CE63BE5E90}"/>
              </a:ext>
            </a:extLst>
          </p:cNvPr>
          <p:cNvSpPr/>
          <p:nvPr/>
        </p:nvSpPr>
        <p:spPr>
          <a:xfrm>
            <a:off x="9095777" y="2716059"/>
            <a:ext cx="2514621" cy="33607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b="1" dirty="0"/>
              <a:t>Meta Diciembre 2026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03F6419F-CF64-A347-F24F-97D2E7EB387E}"/>
              </a:ext>
            </a:extLst>
          </p:cNvPr>
          <p:cNvSpPr/>
          <p:nvPr/>
        </p:nvSpPr>
        <p:spPr>
          <a:xfrm>
            <a:off x="9095777" y="3250896"/>
            <a:ext cx="2514621" cy="171040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>
                <a:solidFill>
                  <a:schemeClr val="tx1"/>
                </a:solidFill>
              </a:rPr>
              <a:t>Elaboración y aprobación  de </a:t>
            </a:r>
            <a:r>
              <a:rPr lang="es-PE" sz="1200" b="1" dirty="0">
                <a:solidFill>
                  <a:schemeClr val="tx1"/>
                </a:solidFill>
              </a:rPr>
              <a:t>22</a:t>
            </a:r>
            <a:r>
              <a:rPr lang="es-PE" sz="1200" dirty="0">
                <a:solidFill>
                  <a:schemeClr val="tx1"/>
                </a:solidFill>
              </a:rPr>
              <a:t> documentos equivalentes</a:t>
            </a: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12BA0C7C-5EA6-AC8A-9BE1-C051B7834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22" r="69971"/>
          <a:stretch>
            <a:fillRect/>
          </a:stretch>
        </p:blipFill>
        <p:spPr>
          <a:xfrm>
            <a:off x="642062" y="1626362"/>
            <a:ext cx="4482198" cy="5097186"/>
          </a:xfrm>
          <a:prstGeom prst="rect">
            <a:avLst/>
          </a:prstGeom>
        </p:spPr>
      </p:pic>
      <p:sp>
        <p:nvSpPr>
          <p:cNvPr id="51" name="Google Shape;115;p32">
            <a:extLst>
              <a:ext uri="{FF2B5EF4-FFF2-40B4-BE49-F238E27FC236}">
                <a16:creationId xmlns:a16="http://schemas.microsoft.com/office/drawing/2014/main" id="{A9696410-FD6D-EC5F-A8DF-AB36D167E592}"/>
              </a:ext>
            </a:extLst>
          </p:cNvPr>
          <p:cNvSpPr/>
          <p:nvPr/>
        </p:nvSpPr>
        <p:spPr>
          <a:xfrm>
            <a:off x="0" y="-6145"/>
            <a:ext cx="12181912" cy="88499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rgbClr val="1F3864"/>
                </a:solidFill>
                <a:latin typeface="Montserrat"/>
              </a:rPr>
              <a:t>PROGRAMA DE INVERSIÓN: “MEJORA DE LA CALIDAD Y PERTINENCIA DE LOS SERVICIOS DE EDUCACIÓN SUPERIOR Y TÉCNICO-PRODUCTIVA A NIVEL NACIONAL” PMESTP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D5568D34-19C9-8730-00EB-CA539C30BA63}"/>
              </a:ext>
            </a:extLst>
          </p:cNvPr>
          <p:cNvSpPr txBox="1"/>
          <p:nvPr/>
        </p:nvSpPr>
        <p:spPr>
          <a:xfrm>
            <a:off x="316871" y="988108"/>
            <a:ext cx="117776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 1: </a:t>
            </a:r>
            <a:r>
              <a:rPr lang="es-E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Mejoramiento de los servicios misionales institucionales de las direcciones a cargo de la ESTP del MINEDU a nivel nacional </a:t>
            </a:r>
            <a:endParaRPr lang="es-PE" sz="1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Google Shape;151;p32"/>
          <p:cNvSpPr txBox="1"/>
          <p:nvPr/>
        </p:nvSpPr>
        <p:spPr>
          <a:xfrm>
            <a:off x="7776927" y="5297735"/>
            <a:ext cx="3692865" cy="736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i="0" u="none" strike="noStrike" cap="none" dirty="0">
                <a:solidFill>
                  <a:schemeClr val="tx1"/>
                </a:solidFill>
                <a:sym typeface="Arial"/>
              </a:rPr>
              <a:t>MONTO TOTAL DE INVERSIÓN</a:t>
            </a:r>
            <a:endParaRPr dirty="0">
              <a:solidFill>
                <a:schemeClr val="tx1"/>
              </a:solidFill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86.80</a:t>
            </a:r>
            <a:r>
              <a:rPr lang="es-ES" sz="3200" b="1" i="0" u="none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rPr>
              <a:t> Millones</a:t>
            </a:r>
            <a:endParaRPr sz="3200" b="1" i="0" u="none" strike="noStrike" cap="none" dirty="0">
              <a:solidFill>
                <a:srgbClr val="0070C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152;p32"/>
          <p:cNvSpPr/>
          <p:nvPr/>
        </p:nvSpPr>
        <p:spPr>
          <a:xfrm>
            <a:off x="7093098" y="5328387"/>
            <a:ext cx="683829" cy="705432"/>
          </a:xfrm>
          <a:prstGeom prst="ellipse">
            <a:avLst/>
          </a:prstGeom>
          <a:solidFill>
            <a:srgbClr val="F053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S/</a:t>
            </a:r>
            <a:endParaRPr sz="2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384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/>
          <p:nvPr/>
        </p:nvSpPr>
        <p:spPr>
          <a:xfrm>
            <a:off x="10088" y="1491"/>
            <a:ext cx="12181912" cy="9672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" sz="1616" b="1" dirty="0">
                <a:solidFill>
                  <a:srgbClr val="FFFFFF"/>
                </a:solidFill>
                <a:latin typeface="Blogger Sans" panose="02000506030000020004"/>
                <a:cs typeface="Calibri" panose="020F0502020204030204" pitchFamily="34" charset="0"/>
              </a:rPr>
              <a:t>PROGRAMA DE</a:t>
            </a:r>
            <a:endParaRPr lang="es-ES" sz="1616" b="1" dirty="0">
              <a:solidFill>
                <a:schemeClr val="tx1"/>
              </a:solidFill>
              <a:latin typeface="Blogger Sans" panose="02000506030000020004"/>
              <a:cs typeface="Calibri" panose="020F0502020204030204" pitchFamily="34" charset="0"/>
            </a:endParaRPr>
          </a:p>
        </p:txBody>
      </p:sp>
      <p:sp>
        <p:nvSpPr>
          <p:cNvPr id="118" name="Google Shape;118;p32"/>
          <p:cNvSpPr txBox="1"/>
          <p:nvPr/>
        </p:nvSpPr>
        <p:spPr>
          <a:xfrm>
            <a:off x="418543" y="837150"/>
            <a:ext cx="5510822" cy="76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endParaRPr dirty="0"/>
          </a:p>
        </p:txBody>
      </p:sp>
      <p:grpSp>
        <p:nvGrpSpPr>
          <p:cNvPr id="120" name="Google Shape;120;p32"/>
          <p:cNvGrpSpPr/>
          <p:nvPr/>
        </p:nvGrpSpPr>
        <p:grpSpPr>
          <a:xfrm>
            <a:off x="984228" y="1363780"/>
            <a:ext cx="3297909" cy="4934478"/>
            <a:chOff x="2770606" y="875418"/>
            <a:chExt cx="3297909" cy="4934478"/>
          </a:xfrm>
        </p:grpSpPr>
        <p:sp>
          <p:nvSpPr>
            <p:cNvPr id="121" name="Google Shape;121;p32"/>
            <p:cNvSpPr/>
            <p:nvPr/>
          </p:nvSpPr>
          <p:spPr>
            <a:xfrm>
              <a:off x="5057440" y="1943936"/>
              <a:ext cx="105883" cy="1184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2"/>
            <p:cNvSpPr/>
            <p:nvPr/>
          </p:nvSpPr>
          <p:spPr>
            <a:xfrm>
              <a:off x="3461460" y="1651892"/>
              <a:ext cx="424944" cy="1085460"/>
            </a:xfrm>
            <a:custGeom>
              <a:avLst/>
              <a:gdLst/>
              <a:ahLst/>
              <a:cxnLst/>
              <a:rect l="l" t="t" r="r" b="b"/>
              <a:pathLst>
                <a:path w="366" h="746" extrusionOk="0">
                  <a:moveTo>
                    <a:pt x="39" y="575"/>
                  </a:moveTo>
                  <a:lnTo>
                    <a:pt x="25" y="575"/>
                  </a:lnTo>
                  <a:lnTo>
                    <a:pt x="25" y="565"/>
                  </a:lnTo>
                  <a:lnTo>
                    <a:pt x="13" y="565"/>
                  </a:lnTo>
                  <a:lnTo>
                    <a:pt x="13" y="554"/>
                  </a:lnTo>
                  <a:lnTo>
                    <a:pt x="13" y="544"/>
                  </a:lnTo>
                  <a:lnTo>
                    <a:pt x="0" y="544"/>
                  </a:lnTo>
                  <a:lnTo>
                    <a:pt x="0" y="535"/>
                  </a:lnTo>
                  <a:lnTo>
                    <a:pt x="0" y="523"/>
                  </a:lnTo>
                  <a:lnTo>
                    <a:pt x="0" y="514"/>
                  </a:lnTo>
                  <a:lnTo>
                    <a:pt x="13" y="514"/>
                  </a:lnTo>
                  <a:lnTo>
                    <a:pt x="13" y="504"/>
                  </a:lnTo>
                  <a:lnTo>
                    <a:pt x="0" y="504"/>
                  </a:lnTo>
                  <a:lnTo>
                    <a:pt x="13" y="504"/>
                  </a:lnTo>
                  <a:lnTo>
                    <a:pt x="13" y="494"/>
                  </a:lnTo>
                  <a:lnTo>
                    <a:pt x="13" y="483"/>
                  </a:lnTo>
                  <a:lnTo>
                    <a:pt x="25" y="483"/>
                  </a:lnTo>
                  <a:lnTo>
                    <a:pt x="25" y="474"/>
                  </a:lnTo>
                  <a:lnTo>
                    <a:pt x="39" y="474"/>
                  </a:lnTo>
                  <a:lnTo>
                    <a:pt x="39" y="464"/>
                  </a:lnTo>
                  <a:lnTo>
                    <a:pt x="25" y="464"/>
                  </a:lnTo>
                  <a:lnTo>
                    <a:pt x="39" y="464"/>
                  </a:lnTo>
                  <a:lnTo>
                    <a:pt x="39" y="454"/>
                  </a:lnTo>
                  <a:lnTo>
                    <a:pt x="52" y="454"/>
                  </a:lnTo>
                  <a:lnTo>
                    <a:pt x="39" y="443"/>
                  </a:lnTo>
                  <a:lnTo>
                    <a:pt x="39" y="434"/>
                  </a:lnTo>
                  <a:lnTo>
                    <a:pt x="25" y="434"/>
                  </a:lnTo>
                  <a:lnTo>
                    <a:pt x="25" y="423"/>
                  </a:lnTo>
                  <a:lnTo>
                    <a:pt x="13" y="423"/>
                  </a:lnTo>
                  <a:lnTo>
                    <a:pt x="13" y="434"/>
                  </a:lnTo>
                  <a:lnTo>
                    <a:pt x="13" y="423"/>
                  </a:lnTo>
                  <a:lnTo>
                    <a:pt x="0" y="423"/>
                  </a:lnTo>
                  <a:lnTo>
                    <a:pt x="0" y="414"/>
                  </a:lnTo>
                  <a:lnTo>
                    <a:pt x="0" y="403"/>
                  </a:lnTo>
                  <a:lnTo>
                    <a:pt x="0" y="394"/>
                  </a:lnTo>
                  <a:lnTo>
                    <a:pt x="0" y="383"/>
                  </a:lnTo>
                  <a:lnTo>
                    <a:pt x="13" y="383"/>
                  </a:lnTo>
                  <a:lnTo>
                    <a:pt x="13" y="374"/>
                  </a:lnTo>
                  <a:lnTo>
                    <a:pt x="13" y="363"/>
                  </a:lnTo>
                  <a:lnTo>
                    <a:pt x="13" y="353"/>
                  </a:lnTo>
                  <a:lnTo>
                    <a:pt x="13" y="343"/>
                  </a:lnTo>
                  <a:lnTo>
                    <a:pt x="13" y="332"/>
                  </a:lnTo>
                  <a:lnTo>
                    <a:pt x="13" y="323"/>
                  </a:lnTo>
                  <a:lnTo>
                    <a:pt x="13" y="312"/>
                  </a:lnTo>
                  <a:lnTo>
                    <a:pt x="0" y="312"/>
                  </a:lnTo>
                  <a:lnTo>
                    <a:pt x="0" y="303"/>
                  </a:lnTo>
                  <a:lnTo>
                    <a:pt x="0" y="292"/>
                  </a:lnTo>
                  <a:lnTo>
                    <a:pt x="13" y="292"/>
                  </a:lnTo>
                  <a:lnTo>
                    <a:pt x="0" y="292"/>
                  </a:lnTo>
                  <a:lnTo>
                    <a:pt x="13" y="292"/>
                  </a:lnTo>
                  <a:lnTo>
                    <a:pt x="13" y="282"/>
                  </a:lnTo>
                  <a:lnTo>
                    <a:pt x="13" y="272"/>
                  </a:lnTo>
                  <a:lnTo>
                    <a:pt x="25" y="272"/>
                  </a:lnTo>
                  <a:lnTo>
                    <a:pt x="25" y="263"/>
                  </a:lnTo>
                  <a:lnTo>
                    <a:pt x="13" y="263"/>
                  </a:lnTo>
                  <a:lnTo>
                    <a:pt x="13" y="252"/>
                  </a:lnTo>
                  <a:lnTo>
                    <a:pt x="13" y="242"/>
                  </a:lnTo>
                  <a:lnTo>
                    <a:pt x="13" y="232"/>
                  </a:lnTo>
                  <a:lnTo>
                    <a:pt x="25" y="232"/>
                  </a:lnTo>
                  <a:lnTo>
                    <a:pt x="25" y="223"/>
                  </a:lnTo>
                  <a:lnTo>
                    <a:pt x="25" y="211"/>
                  </a:lnTo>
                  <a:lnTo>
                    <a:pt x="25" y="202"/>
                  </a:lnTo>
                  <a:lnTo>
                    <a:pt x="39" y="202"/>
                  </a:lnTo>
                  <a:lnTo>
                    <a:pt x="25" y="202"/>
                  </a:lnTo>
                  <a:lnTo>
                    <a:pt x="25" y="192"/>
                  </a:lnTo>
                  <a:lnTo>
                    <a:pt x="25" y="182"/>
                  </a:lnTo>
                  <a:lnTo>
                    <a:pt x="39" y="182"/>
                  </a:lnTo>
                  <a:lnTo>
                    <a:pt x="39" y="171"/>
                  </a:lnTo>
                  <a:lnTo>
                    <a:pt x="52" y="171"/>
                  </a:lnTo>
                  <a:lnTo>
                    <a:pt x="52" y="162"/>
                  </a:lnTo>
                  <a:lnTo>
                    <a:pt x="52" y="152"/>
                  </a:lnTo>
                  <a:lnTo>
                    <a:pt x="63" y="152"/>
                  </a:lnTo>
                  <a:lnTo>
                    <a:pt x="63" y="142"/>
                  </a:lnTo>
                  <a:lnTo>
                    <a:pt x="63" y="131"/>
                  </a:lnTo>
                  <a:lnTo>
                    <a:pt x="63" y="121"/>
                  </a:lnTo>
                  <a:lnTo>
                    <a:pt x="63" y="111"/>
                  </a:lnTo>
                  <a:lnTo>
                    <a:pt x="63" y="100"/>
                  </a:lnTo>
                  <a:lnTo>
                    <a:pt x="76" y="100"/>
                  </a:lnTo>
                  <a:lnTo>
                    <a:pt x="76" y="91"/>
                  </a:lnTo>
                  <a:lnTo>
                    <a:pt x="76" y="81"/>
                  </a:lnTo>
                  <a:lnTo>
                    <a:pt x="76" y="71"/>
                  </a:lnTo>
                  <a:lnTo>
                    <a:pt x="88" y="71"/>
                  </a:lnTo>
                  <a:lnTo>
                    <a:pt x="88" y="81"/>
                  </a:lnTo>
                  <a:lnTo>
                    <a:pt x="101" y="81"/>
                  </a:lnTo>
                  <a:lnTo>
                    <a:pt x="101" y="91"/>
                  </a:lnTo>
                  <a:lnTo>
                    <a:pt x="101" y="100"/>
                  </a:lnTo>
                  <a:lnTo>
                    <a:pt x="115" y="100"/>
                  </a:lnTo>
                  <a:lnTo>
                    <a:pt x="115" y="91"/>
                  </a:lnTo>
                  <a:lnTo>
                    <a:pt x="126" y="91"/>
                  </a:lnTo>
                  <a:lnTo>
                    <a:pt x="126" y="81"/>
                  </a:lnTo>
                  <a:lnTo>
                    <a:pt x="115" y="81"/>
                  </a:lnTo>
                  <a:lnTo>
                    <a:pt x="115" y="71"/>
                  </a:lnTo>
                  <a:lnTo>
                    <a:pt x="126" y="71"/>
                  </a:lnTo>
                  <a:lnTo>
                    <a:pt x="126" y="60"/>
                  </a:lnTo>
                  <a:lnTo>
                    <a:pt x="140" y="60"/>
                  </a:lnTo>
                  <a:lnTo>
                    <a:pt x="140" y="51"/>
                  </a:lnTo>
                  <a:lnTo>
                    <a:pt x="140" y="41"/>
                  </a:lnTo>
                  <a:lnTo>
                    <a:pt x="153" y="41"/>
                  </a:lnTo>
                  <a:lnTo>
                    <a:pt x="153" y="31"/>
                  </a:lnTo>
                  <a:lnTo>
                    <a:pt x="164" y="31"/>
                  </a:lnTo>
                  <a:lnTo>
                    <a:pt x="164" y="20"/>
                  </a:lnTo>
                  <a:lnTo>
                    <a:pt x="164" y="11"/>
                  </a:lnTo>
                  <a:lnTo>
                    <a:pt x="177" y="11"/>
                  </a:lnTo>
                  <a:lnTo>
                    <a:pt x="189" y="11"/>
                  </a:lnTo>
                  <a:lnTo>
                    <a:pt x="189" y="0"/>
                  </a:lnTo>
                  <a:lnTo>
                    <a:pt x="202" y="0"/>
                  </a:lnTo>
                  <a:lnTo>
                    <a:pt x="202" y="11"/>
                  </a:lnTo>
                  <a:lnTo>
                    <a:pt x="202" y="20"/>
                  </a:lnTo>
                  <a:lnTo>
                    <a:pt x="216" y="20"/>
                  </a:lnTo>
                  <a:lnTo>
                    <a:pt x="202" y="20"/>
                  </a:lnTo>
                  <a:lnTo>
                    <a:pt x="216" y="20"/>
                  </a:lnTo>
                  <a:lnTo>
                    <a:pt x="216" y="31"/>
                  </a:lnTo>
                  <a:lnTo>
                    <a:pt x="216" y="41"/>
                  </a:lnTo>
                  <a:lnTo>
                    <a:pt x="216" y="51"/>
                  </a:lnTo>
                  <a:lnTo>
                    <a:pt x="216" y="60"/>
                  </a:lnTo>
                  <a:lnTo>
                    <a:pt x="216" y="71"/>
                  </a:lnTo>
                  <a:lnTo>
                    <a:pt x="216" y="81"/>
                  </a:lnTo>
                  <a:lnTo>
                    <a:pt x="216" y="91"/>
                  </a:lnTo>
                  <a:lnTo>
                    <a:pt x="227" y="91"/>
                  </a:lnTo>
                  <a:lnTo>
                    <a:pt x="227" y="100"/>
                  </a:lnTo>
                  <a:lnTo>
                    <a:pt x="241" y="100"/>
                  </a:lnTo>
                  <a:lnTo>
                    <a:pt x="241" y="111"/>
                  </a:lnTo>
                  <a:lnTo>
                    <a:pt x="241" y="121"/>
                  </a:lnTo>
                  <a:lnTo>
                    <a:pt x="252" y="121"/>
                  </a:lnTo>
                  <a:lnTo>
                    <a:pt x="252" y="131"/>
                  </a:lnTo>
                  <a:lnTo>
                    <a:pt x="252" y="142"/>
                  </a:lnTo>
                  <a:lnTo>
                    <a:pt x="241" y="142"/>
                  </a:lnTo>
                  <a:lnTo>
                    <a:pt x="241" y="152"/>
                  </a:lnTo>
                  <a:lnTo>
                    <a:pt x="252" y="152"/>
                  </a:lnTo>
                  <a:lnTo>
                    <a:pt x="252" y="162"/>
                  </a:lnTo>
                  <a:lnTo>
                    <a:pt x="265" y="162"/>
                  </a:lnTo>
                  <a:lnTo>
                    <a:pt x="265" y="171"/>
                  </a:lnTo>
                  <a:lnTo>
                    <a:pt x="265" y="182"/>
                  </a:lnTo>
                  <a:lnTo>
                    <a:pt x="265" y="192"/>
                  </a:lnTo>
                  <a:lnTo>
                    <a:pt x="265" y="202"/>
                  </a:lnTo>
                  <a:lnTo>
                    <a:pt x="265" y="211"/>
                  </a:lnTo>
                  <a:lnTo>
                    <a:pt x="265" y="223"/>
                  </a:lnTo>
                  <a:lnTo>
                    <a:pt x="252" y="223"/>
                  </a:lnTo>
                  <a:lnTo>
                    <a:pt x="252" y="232"/>
                  </a:lnTo>
                  <a:lnTo>
                    <a:pt x="252" y="242"/>
                  </a:lnTo>
                  <a:lnTo>
                    <a:pt x="265" y="242"/>
                  </a:lnTo>
                  <a:lnTo>
                    <a:pt x="265" y="252"/>
                  </a:lnTo>
                  <a:lnTo>
                    <a:pt x="265" y="263"/>
                  </a:lnTo>
                  <a:lnTo>
                    <a:pt x="265" y="272"/>
                  </a:lnTo>
                  <a:lnTo>
                    <a:pt x="252" y="272"/>
                  </a:lnTo>
                  <a:lnTo>
                    <a:pt x="252" y="282"/>
                  </a:lnTo>
                  <a:lnTo>
                    <a:pt x="241" y="282"/>
                  </a:lnTo>
                  <a:lnTo>
                    <a:pt x="241" y="292"/>
                  </a:lnTo>
                  <a:lnTo>
                    <a:pt x="241" y="303"/>
                  </a:lnTo>
                  <a:lnTo>
                    <a:pt x="241" y="312"/>
                  </a:lnTo>
                  <a:lnTo>
                    <a:pt x="227" y="312"/>
                  </a:lnTo>
                  <a:lnTo>
                    <a:pt x="216" y="312"/>
                  </a:lnTo>
                  <a:lnTo>
                    <a:pt x="216" y="323"/>
                  </a:lnTo>
                  <a:lnTo>
                    <a:pt x="216" y="332"/>
                  </a:lnTo>
                  <a:lnTo>
                    <a:pt x="202" y="332"/>
                  </a:lnTo>
                  <a:lnTo>
                    <a:pt x="202" y="343"/>
                  </a:lnTo>
                  <a:lnTo>
                    <a:pt x="202" y="353"/>
                  </a:lnTo>
                  <a:lnTo>
                    <a:pt x="216" y="353"/>
                  </a:lnTo>
                  <a:lnTo>
                    <a:pt x="216" y="363"/>
                  </a:lnTo>
                  <a:lnTo>
                    <a:pt x="227" y="363"/>
                  </a:lnTo>
                  <a:lnTo>
                    <a:pt x="227" y="374"/>
                  </a:lnTo>
                  <a:lnTo>
                    <a:pt x="227" y="383"/>
                  </a:lnTo>
                  <a:lnTo>
                    <a:pt x="227" y="394"/>
                  </a:lnTo>
                  <a:lnTo>
                    <a:pt x="227" y="403"/>
                  </a:lnTo>
                  <a:lnTo>
                    <a:pt x="227" y="414"/>
                  </a:lnTo>
                  <a:lnTo>
                    <a:pt x="241" y="423"/>
                  </a:lnTo>
                  <a:lnTo>
                    <a:pt x="241" y="434"/>
                  </a:lnTo>
                  <a:lnTo>
                    <a:pt x="227" y="443"/>
                  </a:lnTo>
                  <a:lnTo>
                    <a:pt x="227" y="454"/>
                  </a:lnTo>
                  <a:lnTo>
                    <a:pt x="227" y="443"/>
                  </a:lnTo>
                  <a:lnTo>
                    <a:pt x="216" y="443"/>
                  </a:lnTo>
                  <a:lnTo>
                    <a:pt x="216" y="454"/>
                  </a:lnTo>
                  <a:lnTo>
                    <a:pt x="227" y="454"/>
                  </a:lnTo>
                  <a:lnTo>
                    <a:pt x="216" y="454"/>
                  </a:lnTo>
                  <a:lnTo>
                    <a:pt x="216" y="464"/>
                  </a:lnTo>
                  <a:lnTo>
                    <a:pt x="216" y="474"/>
                  </a:lnTo>
                  <a:lnTo>
                    <a:pt x="227" y="474"/>
                  </a:lnTo>
                  <a:lnTo>
                    <a:pt x="227" y="483"/>
                  </a:lnTo>
                  <a:lnTo>
                    <a:pt x="216" y="494"/>
                  </a:lnTo>
                  <a:lnTo>
                    <a:pt x="216" y="504"/>
                  </a:lnTo>
                  <a:lnTo>
                    <a:pt x="216" y="514"/>
                  </a:lnTo>
                  <a:lnTo>
                    <a:pt x="216" y="523"/>
                  </a:lnTo>
                  <a:lnTo>
                    <a:pt x="227" y="523"/>
                  </a:lnTo>
                  <a:lnTo>
                    <a:pt x="241" y="523"/>
                  </a:lnTo>
                  <a:lnTo>
                    <a:pt x="241" y="535"/>
                  </a:lnTo>
                  <a:lnTo>
                    <a:pt x="241" y="544"/>
                  </a:lnTo>
                  <a:lnTo>
                    <a:pt x="241" y="554"/>
                  </a:lnTo>
                  <a:lnTo>
                    <a:pt x="252" y="554"/>
                  </a:lnTo>
                  <a:lnTo>
                    <a:pt x="252" y="565"/>
                  </a:lnTo>
                  <a:lnTo>
                    <a:pt x="252" y="554"/>
                  </a:lnTo>
                  <a:lnTo>
                    <a:pt x="265" y="554"/>
                  </a:lnTo>
                  <a:lnTo>
                    <a:pt x="265" y="565"/>
                  </a:lnTo>
                  <a:lnTo>
                    <a:pt x="278" y="565"/>
                  </a:lnTo>
                  <a:lnTo>
                    <a:pt x="265" y="565"/>
                  </a:lnTo>
                  <a:lnTo>
                    <a:pt x="265" y="575"/>
                  </a:lnTo>
                  <a:lnTo>
                    <a:pt x="278" y="575"/>
                  </a:lnTo>
                  <a:lnTo>
                    <a:pt x="278" y="565"/>
                  </a:lnTo>
                  <a:lnTo>
                    <a:pt x="278" y="554"/>
                  </a:lnTo>
                  <a:lnTo>
                    <a:pt x="290" y="554"/>
                  </a:lnTo>
                  <a:lnTo>
                    <a:pt x="290" y="565"/>
                  </a:lnTo>
                  <a:lnTo>
                    <a:pt x="290" y="575"/>
                  </a:lnTo>
                  <a:lnTo>
                    <a:pt x="290" y="565"/>
                  </a:lnTo>
                  <a:lnTo>
                    <a:pt x="303" y="565"/>
                  </a:lnTo>
                  <a:lnTo>
                    <a:pt x="303" y="575"/>
                  </a:lnTo>
                  <a:lnTo>
                    <a:pt x="315" y="575"/>
                  </a:lnTo>
                  <a:lnTo>
                    <a:pt x="315" y="585"/>
                  </a:lnTo>
                  <a:lnTo>
                    <a:pt x="328" y="585"/>
                  </a:lnTo>
                  <a:lnTo>
                    <a:pt x="342" y="585"/>
                  </a:lnTo>
                  <a:lnTo>
                    <a:pt x="342" y="594"/>
                  </a:lnTo>
                  <a:lnTo>
                    <a:pt x="354" y="594"/>
                  </a:lnTo>
                  <a:lnTo>
                    <a:pt x="342" y="594"/>
                  </a:lnTo>
                  <a:lnTo>
                    <a:pt x="354" y="594"/>
                  </a:lnTo>
                  <a:lnTo>
                    <a:pt x="354" y="606"/>
                  </a:lnTo>
                  <a:lnTo>
                    <a:pt x="354" y="615"/>
                  </a:lnTo>
                  <a:lnTo>
                    <a:pt x="366" y="615"/>
                  </a:lnTo>
                  <a:lnTo>
                    <a:pt x="366" y="625"/>
                  </a:lnTo>
                  <a:lnTo>
                    <a:pt x="354" y="625"/>
                  </a:lnTo>
                  <a:lnTo>
                    <a:pt x="354" y="635"/>
                  </a:lnTo>
                  <a:lnTo>
                    <a:pt x="342" y="635"/>
                  </a:lnTo>
                  <a:lnTo>
                    <a:pt x="342" y="625"/>
                  </a:lnTo>
                  <a:lnTo>
                    <a:pt x="328" y="625"/>
                  </a:lnTo>
                  <a:lnTo>
                    <a:pt x="328" y="635"/>
                  </a:lnTo>
                  <a:lnTo>
                    <a:pt x="328" y="646"/>
                  </a:lnTo>
                  <a:lnTo>
                    <a:pt x="315" y="646"/>
                  </a:lnTo>
                  <a:lnTo>
                    <a:pt x="315" y="655"/>
                  </a:lnTo>
                  <a:lnTo>
                    <a:pt x="315" y="665"/>
                  </a:lnTo>
                  <a:lnTo>
                    <a:pt x="303" y="665"/>
                  </a:lnTo>
                  <a:lnTo>
                    <a:pt x="290" y="665"/>
                  </a:lnTo>
                  <a:lnTo>
                    <a:pt x="290" y="675"/>
                  </a:lnTo>
                  <a:lnTo>
                    <a:pt x="303" y="675"/>
                  </a:lnTo>
                  <a:lnTo>
                    <a:pt x="290" y="675"/>
                  </a:lnTo>
                  <a:lnTo>
                    <a:pt x="303" y="675"/>
                  </a:lnTo>
                  <a:lnTo>
                    <a:pt x="303" y="686"/>
                  </a:lnTo>
                  <a:lnTo>
                    <a:pt x="303" y="695"/>
                  </a:lnTo>
                  <a:lnTo>
                    <a:pt x="303" y="686"/>
                  </a:lnTo>
                  <a:lnTo>
                    <a:pt x="290" y="695"/>
                  </a:lnTo>
                  <a:lnTo>
                    <a:pt x="290" y="686"/>
                  </a:lnTo>
                  <a:lnTo>
                    <a:pt x="278" y="686"/>
                  </a:lnTo>
                  <a:lnTo>
                    <a:pt x="278" y="695"/>
                  </a:lnTo>
                  <a:lnTo>
                    <a:pt x="278" y="686"/>
                  </a:lnTo>
                  <a:lnTo>
                    <a:pt x="265" y="686"/>
                  </a:lnTo>
                  <a:lnTo>
                    <a:pt x="265" y="675"/>
                  </a:lnTo>
                  <a:lnTo>
                    <a:pt x="252" y="675"/>
                  </a:lnTo>
                  <a:lnTo>
                    <a:pt x="241" y="675"/>
                  </a:lnTo>
                  <a:lnTo>
                    <a:pt x="227" y="675"/>
                  </a:lnTo>
                  <a:lnTo>
                    <a:pt x="227" y="686"/>
                  </a:lnTo>
                  <a:lnTo>
                    <a:pt x="227" y="695"/>
                  </a:lnTo>
                  <a:lnTo>
                    <a:pt x="227" y="706"/>
                  </a:lnTo>
                  <a:lnTo>
                    <a:pt x="216" y="706"/>
                  </a:lnTo>
                  <a:lnTo>
                    <a:pt x="227" y="706"/>
                  </a:lnTo>
                  <a:lnTo>
                    <a:pt x="227" y="715"/>
                  </a:lnTo>
                  <a:lnTo>
                    <a:pt x="227" y="726"/>
                  </a:lnTo>
                  <a:lnTo>
                    <a:pt x="227" y="735"/>
                  </a:lnTo>
                  <a:lnTo>
                    <a:pt x="216" y="735"/>
                  </a:lnTo>
                  <a:lnTo>
                    <a:pt x="216" y="726"/>
                  </a:lnTo>
                  <a:lnTo>
                    <a:pt x="216" y="735"/>
                  </a:lnTo>
                  <a:lnTo>
                    <a:pt x="202" y="735"/>
                  </a:lnTo>
                  <a:lnTo>
                    <a:pt x="189" y="735"/>
                  </a:lnTo>
                  <a:lnTo>
                    <a:pt x="177" y="746"/>
                  </a:lnTo>
                  <a:lnTo>
                    <a:pt x="177" y="735"/>
                  </a:lnTo>
                  <a:lnTo>
                    <a:pt x="164" y="735"/>
                  </a:lnTo>
                  <a:lnTo>
                    <a:pt x="164" y="726"/>
                  </a:lnTo>
                  <a:lnTo>
                    <a:pt x="164" y="715"/>
                  </a:lnTo>
                  <a:lnTo>
                    <a:pt x="153" y="715"/>
                  </a:lnTo>
                  <a:lnTo>
                    <a:pt x="164" y="715"/>
                  </a:lnTo>
                  <a:lnTo>
                    <a:pt x="164" y="706"/>
                  </a:lnTo>
                  <a:lnTo>
                    <a:pt x="153" y="706"/>
                  </a:lnTo>
                  <a:lnTo>
                    <a:pt x="164" y="706"/>
                  </a:lnTo>
                  <a:lnTo>
                    <a:pt x="153" y="706"/>
                  </a:lnTo>
                  <a:lnTo>
                    <a:pt x="164" y="706"/>
                  </a:lnTo>
                  <a:lnTo>
                    <a:pt x="153" y="706"/>
                  </a:lnTo>
                  <a:lnTo>
                    <a:pt x="153" y="695"/>
                  </a:lnTo>
                  <a:lnTo>
                    <a:pt x="153" y="686"/>
                  </a:lnTo>
                  <a:lnTo>
                    <a:pt x="140" y="686"/>
                  </a:lnTo>
                  <a:lnTo>
                    <a:pt x="153" y="686"/>
                  </a:lnTo>
                  <a:lnTo>
                    <a:pt x="140" y="686"/>
                  </a:lnTo>
                  <a:lnTo>
                    <a:pt x="140" y="675"/>
                  </a:lnTo>
                  <a:lnTo>
                    <a:pt x="140" y="665"/>
                  </a:lnTo>
                  <a:lnTo>
                    <a:pt x="126" y="665"/>
                  </a:lnTo>
                  <a:lnTo>
                    <a:pt x="126" y="655"/>
                  </a:lnTo>
                  <a:lnTo>
                    <a:pt x="126" y="646"/>
                  </a:lnTo>
                  <a:lnTo>
                    <a:pt x="115" y="646"/>
                  </a:lnTo>
                  <a:lnTo>
                    <a:pt x="115" y="635"/>
                  </a:lnTo>
                  <a:lnTo>
                    <a:pt x="101" y="635"/>
                  </a:lnTo>
                  <a:lnTo>
                    <a:pt x="101" y="625"/>
                  </a:lnTo>
                  <a:lnTo>
                    <a:pt x="88" y="625"/>
                  </a:lnTo>
                  <a:lnTo>
                    <a:pt x="88" y="615"/>
                  </a:lnTo>
                  <a:lnTo>
                    <a:pt x="76" y="615"/>
                  </a:lnTo>
                  <a:lnTo>
                    <a:pt x="76" y="606"/>
                  </a:lnTo>
                  <a:lnTo>
                    <a:pt x="63" y="606"/>
                  </a:lnTo>
                  <a:lnTo>
                    <a:pt x="63" y="594"/>
                  </a:lnTo>
                  <a:lnTo>
                    <a:pt x="63" y="585"/>
                  </a:lnTo>
                  <a:lnTo>
                    <a:pt x="52" y="585"/>
                  </a:lnTo>
                  <a:lnTo>
                    <a:pt x="52" y="575"/>
                  </a:lnTo>
                  <a:lnTo>
                    <a:pt x="39" y="57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2"/>
            <p:cNvSpPr/>
            <p:nvPr/>
          </p:nvSpPr>
          <p:spPr>
            <a:xfrm>
              <a:off x="3480560" y="3023372"/>
              <a:ext cx="523621" cy="726601"/>
            </a:xfrm>
            <a:custGeom>
              <a:avLst/>
              <a:gdLst/>
              <a:ahLst/>
              <a:cxnLst/>
              <a:rect l="l" t="t" r="r" b="b"/>
              <a:pathLst>
                <a:path w="450" h="500" extrusionOk="0">
                  <a:moveTo>
                    <a:pt x="236" y="0"/>
                  </a:moveTo>
                  <a:lnTo>
                    <a:pt x="236" y="9"/>
                  </a:lnTo>
                  <a:lnTo>
                    <a:pt x="236" y="19"/>
                  </a:lnTo>
                  <a:lnTo>
                    <a:pt x="250" y="19"/>
                  </a:lnTo>
                  <a:lnTo>
                    <a:pt x="250" y="29"/>
                  </a:lnTo>
                  <a:lnTo>
                    <a:pt x="250" y="40"/>
                  </a:lnTo>
                  <a:lnTo>
                    <a:pt x="250" y="29"/>
                  </a:lnTo>
                  <a:lnTo>
                    <a:pt x="250" y="40"/>
                  </a:lnTo>
                  <a:lnTo>
                    <a:pt x="263" y="40"/>
                  </a:lnTo>
                  <a:lnTo>
                    <a:pt x="275" y="49"/>
                  </a:lnTo>
                  <a:lnTo>
                    <a:pt x="263" y="49"/>
                  </a:lnTo>
                  <a:lnTo>
                    <a:pt x="275" y="49"/>
                  </a:lnTo>
                  <a:lnTo>
                    <a:pt x="275" y="59"/>
                  </a:lnTo>
                  <a:lnTo>
                    <a:pt x="275" y="70"/>
                  </a:lnTo>
                  <a:lnTo>
                    <a:pt x="288" y="70"/>
                  </a:lnTo>
                  <a:lnTo>
                    <a:pt x="288" y="79"/>
                  </a:lnTo>
                  <a:lnTo>
                    <a:pt x="299" y="79"/>
                  </a:lnTo>
                  <a:lnTo>
                    <a:pt x="299" y="90"/>
                  </a:lnTo>
                  <a:lnTo>
                    <a:pt x="313" y="90"/>
                  </a:lnTo>
                  <a:lnTo>
                    <a:pt x="313" y="100"/>
                  </a:lnTo>
                  <a:lnTo>
                    <a:pt x="313" y="110"/>
                  </a:lnTo>
                  <a:lnTo>
                    <a:pt x="326" y="110"/>
                  </a:lnTo>
                  <a:lnTo>
                    <a:pt x="326" y="119"/>
                  </a:lnTo>
                  <a:lnTo>
                    <a:pt x="326" y="129"/>
                  </a:lnTo>
                  <a:lnTo>
                    <a:pt x="337" y="129"/>
                  </a:lnTo>
                  <a:lnTo>
                    <a:pt x="337" y="139"/>
                  </a:lnTo>
                  <a:lnTo>
                    <a:pt x="337" y="150"/>
                  </a:lnTo>
                  <a:lnTo>
                    <a:pt x="337" y="159"/>
                  </a:lnTo>
                  <a:lnTo>
                    <a:pt x="350" y="159"/>
                  </a:lnTo>
                  <a:lnTo>
                    <a:pt x="350" y="170"/>
                  </a:lnTo>
                  <a:lnTo>
                    <a:pt x="350" y="159"/>
                  </a:lnTo>
                  <a:lnTo>
                    <a:pt x="350" y="170"/>
                  </a:lnTo>
                  <a:lnTo>
                    <a:pt x="361" y="170"/>
                  </a:lnTo>
                  <a:lnTo>
                    <a:pt x="350" y="170"/>
                  </a:lnTo>
                  <a:lnTo>
                    <a:pt x="361" y="170"/>
                  </a:lnTo>
                  <a:lnTo>
                    <a:pt x="375" y="170"/>
                  </a:lnTo>
                  <a:lnTo>
                    <a:pt x="375" y="179"/>
                  </a:lnTo>
                  <a:lnTo>
                    <a:pt x="388" y="179"/>
                  </a:lnTo>
                  <a:lnTo>
                    <a:pt x="388" y="189"/>
                  </a:lnTo>
                  <a:lnTo>
                    <a:pt x="399" y="189"/>
                  </a:lnTo>
                  <a:lnTo>
                    <a:pt x="413" y="189"/>
                  </a:lnTo>
                  <a:lnTo>
                    <a:pt x="413" y="199"/>
                  </a:lnTo>
                  <a:lnTo>
                    <a:pt x="426" y="199"/>
                  </a:lnTo>
                  <a:lnTo>
                    <a:pt x="438" y="199"/>
                  </a:lnTo>
                  <a:lnTo>
                    <a:pt x="438" y="210"/>
                  </a:lnTo>
                  <a:lnTo>
                    <a:pt x="438" y="219"/>
                  </a:lnTo>
                  <a:lnTo>
                    <a:pt x="450" y="219"/>
                  </a:lnTo>
                  <a:lnTo>
                    <a:pt x="438" y="219"/>
                  </a:lnTo>
                  <a:lnTo>
                    <a:pt x="438" y="229"/>
                  </a:lnTo>
                  <a:lnTo>
                    <a:pt x="438" y="239"/>
                  </a:lnTo>
                  <a:lnTo>
                    <a:pt x="426" y="239"/>
                  </a:lnTo>
                  <a:lnTo>
                    <a:pt x="426" y="229"/>
                  </a:lnTo>
                  <a:lnTo>
                    <a:pt x="426" y="219"/>
                  </a:lnTo>
                  <a:lnTo>
                    <a:pt x="413" y="219"/>
                  </a:lnTo>
                  <a:lnTo>
                    <a:pt x="413" y="229"/>
                  </a:lnTo>
                  <a:lnTo>
                    <a:pt x="413" y="239"/>
                  </a:lnTo>
                  <a:lnTo>
                    <a:pt x="399" y="239"/>
                  </a:lnTo>
                  <a:lnTo>
                    <a:pt x="399" y="249"/>
                  </a:lnTo>
                  <a:lnTo>
                    <a:pt x="399" y="259"/>
                  </a:lnTo>
                  <a:lnTo>
                    <a:pt x="388" y="259"/>
                  </a:lnTo>
                  <a:lnTo>
                    <a:pt x="399" y="259"/>
                  </a:lnTo>
                  <a:lnTo>
                    <a:pt x="399" y="270"/>
                  </a:lnTo>
                  <a:lnTo>
                    <a:pt x="388" y="270"/>
                  </a:lnTo>
                  <a:lnTo>
                    <a:pt x="388" y="280"/>
                  </a:lnTo>
                  <a:lnTo>
                    <a:pt x="388" y="289"/>
                  </a:lnTo>
                  <a:lnTo>
                    <a:pt x="375" y="289"/>
                  </a:lnTo>
                  <a:lnTo>
                    <a:pt x="375" y="300"/>
                  </a:lnTo>
                  <a:lnTo>
                    <a:pt x="375" y="310"/>
                  </a:lnTo>
                  <a:lnTo>
                    <a:pt x="388" y="310"/>
                  </a:lnTo>
                  <a:lnTo>
                    <a:pt x="388" y="300"/>
                  </a:lnTo>
                  <a:lnTo>
                    <a:pt x="399" y="300"/>
                  </a:lnTo>
                  <a:lnTo>
                    <a:pt x="399" y="310"/>
                  </a:lnTo>
                  <a:lnTo>
                    <a:pt x="399" y="320"/>
                  </a:lnTo>
                  <a:lnTo>
                    <a:pt x="399" y="310"/>
                  </a:lnTo>
                  <a:lnTo>
                    <a:pt x="399" y="320"/>
                  </a:lnTo>
                  <a:lnTo>
                    <a:pt x="413" y="330"/>
                  </a:lnTo>
                  <a:lnTo>
                    <a:pt x="413" y="340"/>
                  </a:lnTo>
                  <a:lnTo>
                    <a:pt x="413" y="349"/>
                  </a:lnTo>
                  <a:lnTo>
                    <a:pt x="426" y="349"/>
                  </a:lnTo>
                  <a:lnTo>
                    <a:pt x="426" y="360"/>
                  </a:lnTo>
                  <a:lnTo>
                    <a:pt x="413" y="360"/>
                  </a:lnTo>
                  <a:lnTo>
                    <a:pt x="413" y="370"/>
                  </a:lnTo>
                  <a:lnTo>
                    <a:pt x="413" y="380"/>
                  </a:lnTo>
                  <a:lnTo>
                    <a:pt x="399" y="380"/>
                  </a:lnTo>
                  <a:lnTo>
                    <a:pt x="399" y="389"/>
                  </a:lnTo>
                  <a:lnTo>
                    <a:pt x="399" y="400"/>
                  </a:lnTo>
                  <a:lnTo>
                    <a:pt x="399" y="409"/>
                  </a:lnTo>
                  <a:lnTo>
                    <a:pt x="388" y="409"/>
                  </a:lnTo>
                  <a:lnTo>
                    <a:pt x="375" y="409"/>
                  </a:lnTo>
                  <a:lnTo>
                    <a:pt x="375" y="420"/>
                  </a:lnTo>
                  <a:lnTo>
                    <a:pt x="361" y="420"/>
                  </a:lnTo>
                  <a:lnTo>
                    <a:pt x="361" y="430"/>
                  </a:lnTo>
                  <a:lnTo>
                    <a:pt x="361" y="420"/>
                  </a:lnTo>
                  <a:lnTo>
                    <a:pt x="361" y="430"/>
                  </a:lnTo>
                  <a:lnTo>
                    <a:pt x="350" y="430"/>
                  </a:lnTo>
                  <a:lnTo>
                    <a:pt x="350" y="440"/>
                  </a:lnTo>
                  <a:lnTo>
                    <a:pt x="337" y="440"/>
                  </a:lnTo>
                  <a:lnTo>
                    <a:pt x="337" y="449"/>
                  </a:lnTo>
                  <a:lnTo>
                    <a:pt x="350" y="449"/>
                  </a:lnTo>
                  <a:lnTo>
                    <a:pt x="337" y="449"/>
                  </a:lnTo>
                  <a:lnTo>
                    <a:pt x="337" y="459"/>
                  </a:lnTo>
                  <a:lnTo>
                    <a:pt x="326" y="459"/>
                  </a:lnTo>
                  <a:lnTo>
                    <a:pt x="313" y="459"/>
                  </a:lnTo>
                  <a:lnTo>
                    <a:pt x="313" y="469"/>
                  </a:lnTo>
                  <a:lnTo>
                    <a:pt x="299" y="469"/>
                  </a:lnTo>
                  <a:lnTo>
                    <a:pt x="299" y="480"/>
                  </a:lnTo>
                  <a:lnTo>
                    <a:pt x="288" y="480"/>
                  </a:lnTo>
                  <a:lnTo>
                    <a:pt x="288" y="490"/>
                  </a:lnTo>
                  <a:lnTo>
                    <a:pt x="299" y="490"/>
                  </a:lnTo>
                  <a:lnTo>
                    <a:pt x="288" y="490"/>
                  </a:lnTo>
                  <a:lnTo>
                    <a:pt x="275" y="490"/>
                  </a:lnTo>
                  <a:lnTo>
                    <a:pt x="275" y="500"/>
                  </a:lnTo>
                  <a:lnTo>
                    <a:pt x="275" y="490"/>
                  </a:lnTo>
                  <a:lnTo>
                    <a:pt x="263" y="490"/>
                  </a:lnTo>
                  <a:lnTo>
                    <a:pt x="263" y="500"/>
                  </a:lnTo>
                  <a:lnTo>
                    <a:pt x="250" y="500"/>
                  </a:lnTo>
                  <a:lnTo>
                    <a:pt x="250" y="490"/>
                  </a:lnTo>
                  <a:lnTo>
                    <a:pt x="250" y="480"/>
                  </a:lnTo>
                  <a:lnTo>
                    <a:pt x="250" y="469"/>
                  </a:lnTo>
                  <a:lnTo>
                    <a:pt x="236" y="469"/>
                  </a:lnTo>
                  <a:lnTo>
                    <a:pt x="236" y="459"/>
                  </a:lnTo>
                  <a:lnTo>
                    <a:pt x="225" y="459"/>
                  </a:lnTo>
                  <a:lnTo>
                    <a:pt x="213" y="459"/>
                  </a:lnTo>
                  <a:lnTo>
                    <a:pt x="213" y="449"/>
                  </a:lnTo>
                  <a:lnTo>
                    <a:pt x="225" y="449"/>
                  </a:lnTo>
                  <a:lnTo>
                    <a:pt x="225" y="440"/>
                  </a:lnTo>
                  <a:lnTo>
                    <a:pt x="236" y="440"/>
                  </a:lnTo>
                  <a:lnTo>
                    <a:pt x="236" y="430"/>
                  </a:lnTo>
                  <a:lnTo>
                    <a:pt x="236" y="440"/>
                  </a:lnTo>
                  <a:lnTo>
                    <a:pt x="236" y="430"/>
                  </a:lnTo>
                  <a:lnTo>
                    <a:pt x="250" y="430"/>
                  </a:lnTo>
                  <a:lnTo>
                    <a:pt x="250" y="420"/>
                  </a:lnTo>
                  <a:lnTo>
                    <a:pt x="236" y="420"/>
                  </a:lnTo>
                  <a:lnTo>
                    <a:pt x="225" y="420"/>
                  </a:lnTo>
                  <a:lnTo>
                    <a:pt x="213" y="420"/>
                  </a:lnTo>
                  <a:lnTo>
                    <a:pt x="213" y="430"/>
                  </a:lnTo>
                  <a:lnTo>
                    <a:pt x="213" y="440"/>
                  </a:lnTo>
                  <a:lnTo>
                    <a:pt x="201" y="440"/>
                  </a:lnTo>
                  <a:lnTo>
                    <a:pt x="201" y="449"/>
                  </a:lnTo>
                  <a:lnTo>
                    <a:pt x="213" y="449"/>
                  </a:lnTo>
                  <a:lnTo>
                    <a:pt x="213" y="459"/>
                  </a:lnTo>
                  <a:lnTo>
                    <a:pt x="213" y="469"/>
                  </a:lnTo>
                  <a:lnTo>
                    <a:pt x="201" y="469"/>
                  </a:lnTo>
                  <a:lnTo>
                    <a:pt x="201" y="459"/>
                  </a:lnTo>
                  <a:lnTo>
                    <a:pt x="201" y="469"/>
                  </a:lnTo>
                  <a:lnTo>
                    <a:pt x="201" y="459"/>
                  </a:lnTo>
                  <a:lnTo>
                    <a:pt x="188" y="459"/>
                  </a:lnTo>
                  <a:lnTo>
                    <a:pt x="188" y="469"/>
                  </a:lnTo>
                  <a:lnTo>
                    <a:pt x="174" y="469"/>
                  </a:lnTo>
                  <a:lnTo>
                    <a:pt x="174" y="459"/>
                  </a:lnTo>
                  <a:lnTo>
                    <a:pt x="174" y="449"/>
                  </a:lnTo>
                  <a:lnTo>
                    <a:pt x="163" y="449"/>
                  </a:lnTo>
                  <a:lnTo>
                    <a:pt x="163" y="440"/>
                  </a:lnTo>
                  <a:lnTo>
                    <a:pt x="150" y="440"/>
                  </a:lnTo>
                  <a:lnTo>
                    <a:pt x="150" y="430"/>
                  </a:lnTo>
                  <a:lnTo>
                    <a:pt x="150" y="420"/>
                  </a:lnTo>
                  <a:lnTo>
                    <a:pt x="138" y="420"/>
                  </a:lnTo>
                  <a:lnTo>
                    <a:pt x="138" y="409"/>
                  </a:lnTo>
                  <a:lnTo>
                    <a:pt x="138" y="400"/>
                  </a:lnTo>
                  <a:lnTo>
                    <a:pt x="125" y="400"/>
                  </a:lnTo>
                  <a:lnTo>
                    <a:pt x="125" y="389"/>
                  </a:lnTo>
                  <a:lnTo>
                    <a:pt x="112" y="389"/>
                  </a:lnTo>
                  <a:lnTo>
                    <a:pt x="112" y="380"/>
                  </a:lnTo>
                  <a:lnTo>
                    <a:pt x="112" y="370"/>
                  </a:lnTo>
                  <a:lnTo>
                    <a:pt x="112" y="360"/>
                  </a:lnTo>
                  <a:lnTo>
                    <a:pt x="112" y="349"/>
                  </a:lnTo>
                  <a:lnTo>
                    <a:pt x="100" y="349"/>
                  </a:lnTo>
                  <a:lnTo>
                    <a:pt x="100" y="340"/>
                  </a:lnTo>
                  <a:lnTo>
                    <a:pt x="100" y="330"/>
                  </a:lnTo>
                  <a:lnTo>
                    <a:pt x="100" y="320"/>
                  </a:lnTo>
                  <a:lnTo>
                    <a:pt x="88" y="320"/>
                  </a:lnTo>
                  <a:lnTo>
                    <a:pt x="88" y="310"/>
                  </a:lnTo>
                  <a:lnTo>
                    <a:pt x="88" y="300"/>
                  </a:lnTo>
                  <a:lnTo>
                    <a:pt x="74" y="300"/>
                  </a:lnTo>
                  <a:lnTo>
                    <a:pt x="88" y="300"/>
                  </a:lnTo>
                  <a:lnTo>
                    <a:pt x="74" y="300"/>
                  </a:lnTo>
                  <a:lnTo>
                    <a:pt x="74" y="289"/>
                  </a:lnTo>
                  <a:lnTo>
                    <a:pt x="74" y="280"/>
                  </a:lnTo>
                  <a:lnTo>
                    <a:pt x="63" y="280"/>
                  </a:lnTo>
                  <a:lnTo>
                    <a:pt x="74" y="280"/>
                  </a:lnTo>
                  <a:lnTo>
                    <a:pt x="63" y="280"/>
                  </a:lnTo>
                  <a:lnTo>
                    <a:pt x="63" y="270"/>
                  </a:lnTo>
                  <a:lnTo>
                    <a:pt x="63" y="259"/>
                  </a:lnTo>
                  <a:lnTo>
                    <a:pt x="63" y="249"/>
                  </a:lnTo>
                  <a:lnTo>
                    <a:pt x="63" y="259"/>
                  </a:lnTo>
                  <a:lnTo>
                    <a:pt x="63" y="249"/>
                  </a:lnTo>
                  <a:lnTo>
                    <a:pt x="63" y="259"/>
                  </a:lnTo>
                  <a:lnTo>
                    <a:pt x="63" y="249"/>
                  </a:lnTo>
                  <a:lnTo>
                    <a:pt x="50" y="249"/>
                  </a:lnTo>
                  <a:lnTo>
                    <a:pt x="63" y="249"/>
                  </a:lnTo>
                  <a:lnTo>
                    <a:pt x="50" y="249"/>
                  </a:lnTo>
                  <a:lnTo>
                    <a:pt x="63" y="249"/>
                  </a:lnTo>
                  <a:lnTo>
                    <a:pt x="50" y="249"/>
                  </a:lnTo>
                  <a:lnTo>
                    <a:pt x="63" y="239"/>
                  </a:lnTo>
                  <a:lnTo>
                    <a:pt x="50" y="239"/>
                  </a:lnTo>
                  <a:lnTo>
                    <a:pt x="63" y="239"/>
                  </a:lnTo>
                  <a:lnTo>
                    <a:pt x="50" y="239"/>
                  </a:lnTo>
                  <a:lnTo>
                    <a:pt x="50" y="229"/>
                  </a:lnTo>
                  <a:lnTo>
                    <a:pt x="50" y="239"/>
                  </a:lnTo>
                  <a:lnTo>
                    <a:pt x="38" y="239"/>
                  </a:lnTo>
                  <a:lnTo>
                    <a:pt x="50" y="239"/>
                  </a:lnTo>
                  <a:lnTo>
                    <a:pt x="38" y="239"/>
                  </a:lnTo>
                  <a:lnTo>
                    <a:pt x="50" y="239"/>
                  </a:lnTo>
                  <a:lnTo>
                    <a:pt x="38" y="239"/>
                  </a:lnTo>
                  <a:lnTo>
                    <a:pt x="50" y="239"/>
                  </a:lnTo>
                  <a:lnTo>
                    <a:pt x="38" y="239"/>
                  </a:lnTo>
                  <a:lnTo>
                    <a:pt x="38" y="229"/>
                  </a:lnTo>
                  <a:lnTo>
                    <a:pt x="38" y="219"/>
                  </a:lnTo>
                  <a:lnTo>
                    <a:pt x="38" y="210"/>
                  </a:lnTo>
                  <a:lnTo>
                    <a:pt x="25" y="210"/>
                  </a:lnTo>
                  <a:lnTo>
                    <a:pt x="25" y="219"/>
                  </a:lnTo>
                  <a:lnTo>
                    <a:pt x="25" y="210"/>
                  </a:lnTo>
                  <a:lnTo>
                    <a:pt x="25" y="219"/>
                  </a:lnTo>
                  <a:lnTo>
                    <a:pt x="25" y="210"/>
                  </a:lnTo>
                  <a:lnTo>
                    <a:pt x="11" y="210"/>
                  </a:lnTo>
                  <a:lnTo>
                    <a:pt x="25" y="210"/>
                  </a:lnTo>
                  <a:lnTo>
                    <a:pt x="25" y="199"/>
                  </a:lnTo>
                  <a:lnTo>
                    <a:pt x="25" y="189"/>
                  </a:lnTo>
                  <a:lnTo>
                    <a:pt x="11" y="189"/>
                  </a:lnTo>
                  <a:lnTo>
                    <a:pt x="11" y="179"/>
                  </a:lnTo>
                  <a:lnTo>
                    <a:pt x="0" y="179"/>
                  </a:lnTo>
                  <a:lnTo>
                    <a:pt x="0" y="170"/>
                  </a:lnTo>
                  <a:lnTo>
                    <a:pt x="0" y="179"/>
                  </a:lnTo>
                  <a:lnTo>
                    <a:pt x="0" y="170"/>
                  </a:lnTo>
                  <a:lnTo>
                    <a:pt x="11" y="170"/>
                  </a:lnTo>
                  <a:lnTo>
                    <a:pt x="11" y="159"/>
                  </a:lnTo>
                  <a:lnTo>
                    <a:pt x="25" y="159"/>
                  </a:lnTo>
                  <a:lnTo>
                    <a:pt x="25" y="150"/>
                  </a:lnTo>
                  <a:lnTo>
                    <a:pt x="11" y="150"/>
                  </a:lnTo>
                  <a:lnTo>
                    <a:pt x="25" y="150"/>
                  </a:lnTo>
                  <a:lnTo>
                    <a:pt x="25" y="139"/>
                  </a:lnTo>
                  <a:lnTo>
                    <a:pt x="25" y="129"/>
                  </a:lnTo>
                  <a:lnTo>
                    <a:pt x="38" y="129"/>
                  </a:lnTo>
                  <a:lnTo>
                    <a:pt x="50" y="129"/>
                  </a:lnTo>
                  <a:lnTo>
                    <a:pt x="50" y="119"/>
                  </a:lnTo>
                  <a:lnTo>
                    <a:pt x="63" y="119"/>
                  </a:lnTo>
                  <a:lnTo>
                    <a:pt x="74" y="119"/>
                  </a:lnTo>
                  <a:lnTo>
                    <a:pt x="74" y="110"/>
                  </a:lnTo>
                  <a:lnTo>
                    <a:pt x="74" y="119"/>
                  </a:lnTo>
                  <a:lnTo>
                    <a:pt x="74" y="110"/>
                  </a:lnTo>
                  <a:lnTo>
                    <a:pt x="74" y="119"/>
                  </a:lnTo>
                  <a:lnTo>
                    <a:pt x="88" y="119"/>
                  </a:lnTo>
                  <a:lnTo>
                    <a:pt x="88" y="110"/>
                  </a:lnTo>
                  <a:lnTo>
                    <a:pt x="100" y="110"/>
                  </a:lnTo>
                  <a:lnTo>
                    <a:pt x="112" y="100"/>
                  </a:lnTo>
                  <a:lnTo>
                    <a:pt x="100" y="100"/>
                  </a:lnTo>
                  <a:lnTo>
                    <a:pt x="100" y="90"/>
                  </a:lnTo>
                  <a:lnTo>
                    <a:pt x="112" y="90"/>
                  </a:lnTo>
                  <a:lnTo>
                    <a:pt x="112" y="79"/>
                  </a:lnTo>
                  <a:lnTo>
                    <a:pt x="112" y="70"/>
                  </a:lnTo>
                  <a:lnTo>
                    <a:pt x="125" y="70"/>
                  </a:lnTo>
                  <a:lnTo>
                    <a:pt x="125" y="59"/>
                  </a:lnTo>
                  <a:lnTo>
                    <a:pt x="125" y="49"/>
                  </a:lnTo>
                  <a:lnTo>
                    <a:pt x="138" y="40"/>
                  </a:lnTo>
                  <a:lnTo>
                    <a:pt x="150" y="40"/>
                  </a:lnTo>
                  <a:lnTo>
                    <a:pt x="150" y="29"/>
                  </a:lnTo>
                  <a:lnTo>
                    <a:pt x="163" y="29"/>
                  </a:lnTo>
                  <a:lnTo>
                    <a:pt x="163" y="19"/>
                  </a:lnTo>
                  <a:lnTo>
                    <a:pt x="174" y="19"/>
                  </a:lnTo>
                  <a:lnTo>
                    <a:pt x="174" y="9"/>
                  </a:lnTo>
                  <a:lnTo>
                    <a:pt x="174" y="0"/>
                  </a:lnTo>
                  <a:lnTo>
                    <a:pt x="188" y="0"/>
                  </a:lnTo>
                  <a:lnTo>
                    <a:pt x="188" y="9"/>
                  </a:lnTo>
                  <a:lnTo>
                    <a:pt x="188" y="0"/>
                  </a:lnTo>
                  <a:lnTo>
                    <a:pt x="201" y="0"/>
                  </a:lnTo>
                  <a:lnTo>
                    <a:pt x="201" y="9"/>
                  </a:lnTo>
                  <a:lnTo>
                    <a:pt x="213" y="9"/>
                  </a:lnTo>
                  <a:lnTo>
                    <a:pt x="213" y="0"/>
                  </a:lnTo>
                  <a:lnTo>
                    <a:pt x="213" y="9"/>
                  </a:lnTo>
                  <a:lnTo>
                    <a:pt x="213" y="0"/>
                  </a:lnTo>
                  <a:lnTo>
                    <a:pt x="213" y="9"/>
                  </a:lnTo>
                  <a:lnTo>
                    <a:pt x="213" y="0"/>
                  </a:lnTo>
                  <a:lnTo>
                    <a:pt x="225" y="0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2"/>
            <p:cNvSpPr/>
            <p:nvPr/>
          </p:nvSpPr>
          <p:spPr>
            <a:xfrm>
              <a:off x="4760166" y="4396629"/>
              <a:ext cx="469508" cy="454791"/>
            </a:xfrm>
            <a:custGeom>
              <a:avLst/>
              <a:gdLst/>
              <a:ahLst/>
              <a:cxnLst/>
              <a:rect l="l" t="t" r="r" b="b"/>
              <a:pathLst>
                <a:path w="404" h="314" extrusionOk="0">
                  <a:moveTo>
                    <a:pt x="76" y="40"/>
                  </a:moveTo>
                  <a:lnTo>
                    <a:pt x="76" y="51"/>
                  </a:lnTo>
                  <a:lnTo>
                    <a:pt x="89" y="51"/>
                  </a:lnTo>
                  <a:lnTo>
                    <a:pt x="101" y="51"/>
                  </a:lnTo>
                  <a:lnTo>
                    <a:pt x="114" y="51"/>
                  </a:lnTo>
                  <a:lnTo>
                    <a:pt x="127" y="51"/>
                  </a:lnTo>
                  <a:lnTo>
                    <a:pt x="127" y="61"/>
                  </a:lnTo>
                  <a:lnTo>
                    <a:pt x="139" y="61"/>
                  </a:lnTo>
                  <a:lnTo>
                    <a:pt x="139" y="51"/>
                  </a:lnTo>
                  <a:lnTo>
                    <a:pt x="152" y="51"/>
                  </a:lnTo>
                  <a:lnTo>
                    <a:pt x="164" y="51"/>
                  </a:lnTo>
                  <a:lnTo>
                    <a:pt x="177" y="51"/>
                  </a:lnTo>
                  <a:lnTo>
                    <a:pt x="190" y="51"/>
                  </a:lnTo>
                  <a:lnTo>
                    <a:pt x="190" y="40"/>
                  </a:lnTo>
                  <a:lnTo>
                    <a:pt x="202" y="40"/>
                  </a:lnTo>
                  <a:lnTo>
                    <a:pt x="215" y="40"/>
                  </a:lnTo>
                  <a:lnTo>
                    <a:pt x="215" y="51"/>
                  </a:lnTo>
                  <a:lnTo>
                    <a:pt x="227" y="51"/>
                  </a:lnTo>
                  <a:lnTo>
                    <a:pt x="240" y="51"/>
                  </a:lnTo>
                  <a:lnTo>
                    <a:pt x="240" y="61"/>
                  </a:lnTo>
                  <a:lnTo>
                    <a:pt x="240" y="51"/>
                  </a:lnTo>
                  <a:lnTo>
                    <a:pt x="240" y="61"/>
                  </a:lnTo>
                  <a:lnTo>
                    <a:pt x="254" y="61"/>
                  </a:lnTo>
                  <a:lnTo>
                    <a:pt x="265" y="61"/>
                  </a:lnTo>
                  <a:lnTo>
                    <a:pt x="265" y="72"/>
                  </a:lnTo>
                  <a:lnTo>
                    <a:pt x="279" y="72"/>
                  </a:lnTo>
                  <a:lnTo>
                    <a:pt x="290" y="72"/>
                  </a:lnTo>
                  <a:lnTo>
                    <a:pt x="303" y="81"/>
                  </a:lnTo>
                  <a:lnTo>
                    <a:pt x="316" y="81"/>
                  </a:lnTo>
                  <a:lnTo>
                    <a:pt x="328" y="81"/>
                  </a:lnTo>
                  <a:lnTo>
                    <a:pt x="328" y="91"/>
                  </a:lnTo>
                  <a:lnTo>
                    <a:pt x="328" y="101"/>
                  </a:lnTo>
                  <a:lnTo>
                    <a:pt x="341" y="101"/>
                  </a:lnTo>
                  <a:lnTo>
                    <a:pt x="355" y="101"/>
                  </a:lnTo>
                  <a:lnTo>
                    <a:pt x="366" y="101"/>
                  </a:lnTo>
                  <a:lnTo>
                    <a:pt x="366" y="112"/>
                  </a:lnTo>
                  <a:lnTo>
                    <a:pt x="380" y="112"/>
                  </a:lnTo>
                  <a:lnTo>
                    <a:pt x="380" y="121"/>
                  </a:lnTo>
                  <a:lnTo>
                    <a:pt x="391" y="121"/>
                  </a:lnTo>
                  <a:lnTo>
                    <a:pt x="391" y="132"/>
                  </a:lnTo>
                  <a:lnTo>
                    <a:pt x="391" y="142"/>
                  </a:lnTo>
                  <a:lnTo>
                    <a:pt x="404" y="142"/>
                  </a:lnTo>
                  <a:lnTo>
                    <a:pt x="404" y="152"/>
                  </a:lnTo>
                  <a:lnTo>
                    <a:pt x="404" y="162"/>
                  </a:lnTo>
                  <a:lnTo>
                    <a:pt x="404" y="173"/>
                  </a:lnTo>
                  <a:lnTo>
                    <a:pt x="404" y="182"/>
                  </a:lnTo>
                  <a:lnTo>
                    <a:pt x="391" y="193"/>
                  </a:lnTo>
                  <a:lnTo>
                    <a:pt x="391" y="203"/>
                  </a:lnTo>
                  <a:lnTo>
                    <a:pt x="380" y="203"/>
                  </a:lnTo>
                  <a:lnTo>
                    <a:pt x="380" y="214"/>
                  </a:lnTo>
                  <a:lnTo>
                    <a:pt x="366" y="214"/>
                  </a:lnTo>
                  <a:lnTo>
                    <a:pt x="380" y="214"/>
                  </a:lnTo>
                  <a:lnTo>
                    <a:pt x="366" y="214"/>
                  </a:lnTo>
                  <a:lnTo>
                    <a:pt x="366" y="224"/>
                  </a:lnTo>
                  <a:lnTo>
                    <a:pt x="355" y="224"/>
                  </a:lnTo>
                  <a:lnTo>
                    <a:pt x="355" y="233"/>
                  </a:lnTo>
                  <a:lnTo>
                    <a:pt x="341" y="233"/>
                  </a:lnTo>
                  <a:lnTo>
                    <a:pt x="341" y="244"/>
                  </a:lnTo>
                  <a:lnTo>
                    <a:pt x="341" y="233"/>
                  </a:lnTo>
                  <a:lnTo>
                    <a:pt x="328" y="244"/>
                  </a:lnTo>
                  <a:lnTo>
                    <a:pt x="316" y="244"/>
                  </a:lnTo>
                  <a:lnTo>
                    <a:pt x="316" y="254"/>
                  </a:lnTo>
                  <a:lnTo>
                    <a:pt x="303" y="254"/>
                  </a:lnTo>
                  <a:lnTo>
                    <a:pt x="303" y="265"/>
                  </a:lnTo>
                  <a:lnTo>
                    <a:pt x="303" y="274"/>
                  </a:lnTo>
                  <a:lnTo>
                    <a:pt x="316" y="274"/>
                  </a:lnTo>
                  <a:lnTo>
                    <a:pt x="303" y="274"/>
                  </a:lnTo>
                  <a:lnTo>
                    <a:pt x="303" y="285"/>
                  </a:lnTo>
                  <a:lnTo>
                    <a:pt x="290" y="285"/>
                  </a:lnTo>
                  <a:lnTo>
                    <a:pt x="279" y="285"/>
                  </a:lnTo>
                  <a:lnTo>
                    <a:pt x="279" y="294"/>
                  </a:lnTo>
                  <a:lnTo>
                    <a:pt x="279" y="285"/>
                  </a:lnTo>
                  <a:lnTo>
                    <a:pt x="265" y="285"/>
                  </a:lnTo>
                  <a:lnTo>
                    <a:pt x="254" y="285"/>
                  </a:lnTo>
                  <a:lnTo>
                    <a:pt x="254" y="274"/>
                  </a:lnTo>
                  <a:lnTo>
                    <a:pt x="240" y="274"/>
                  </a:lnTo>
                  <a:lnTo>
                    <a:pt x="240" y="285"/>
                  </a:lnTo>
                  <a:lnTo>
                    <a:pt x="240" y="274"/>
                  </a:lnTo>
                  <a:lnTo>
                    <a:pt x="240" y="285"/>
                  </a:lnTo>
                  <a:lnTo>
                    <a:pt x="227" y="285"/>
                  </a:lnTo>
                  <a:lnTo>
                    <a:pt x="227" y="294"/>
                  </a:lnTo>
                  <a:lnTo>
                    <a:pt x="215" y="294"/>
                  </a:lnTo>
                  <a:lnTo>
                    <a:pt x="215" y="285"/>
                  </a:lnTo>
                  <a:lnTo>
                    <a:pt x="202" y="285"/>
                  </a:lnTo>
                  <a:lnTo>
                    <a:pt x="190" y="285"/>
                  </a:lnTo>
                  <a:lnTo>
                    <a:pt x="190" y="274"/>
                  </a:lnTo>
                  <a:lnTo>
                    <a:pt x="177" y="274"/>
                  </a:lnTo>
                  <a:lnTo>
                    <a:pt x="177" y="285"/>
                  </a:lnTo>
                  <a:lnTo>
                    <a:pt x="164" y="285"/>
                  </a:lnTo>
                  <a:lnTo>
                    <a:pt x="164" y="274"/>
                  </a:lnTo>
                  <a:lnTo>
                    <a:pt x="164" y="285"/>
                  </a:lnTo>
                  <a:lnTo>
                    <a:pt x="152" y="285"/>
                  </a:lnTo>
                  <a:lnTo>
                    <a:pt x="139" y="285"/>
                  </a:lnTo>
                  <a:lnTo>
                    <a:pt x="127" y="294"/>
                  </a:lnTo>
                  <a:lnTo>
                    <a:pt x="127" y="285"/>
                  </a:lnTo>
                  <a:lnTo>
                    <a:pt x="127" y="294"/>
                  </a:lnTo>
                  <a:lnTo>
                    <a:pt x="114" y="294"/>
                  </a:lnTo>
                  <a:lnTo>
                    <a:pt x="114" y="285"/>
                  </a:lnTo>
                  <a:lnTo>
                    <a:pt x="101" y="285"/>
                  </a:lnTo>
                  <a:lnTo>
                    <a:pt x="101" y="294"/>
                  </a:lnTo>
                  <a:lnTo>
                    <a:pt x="101" y="305"/>
                  </a:lnTo>
                  <a:lnTo>
                    <a:pt x="89" y="305"/>
                  </a:lnTo>
                  <a:lnTo>
                    <a:pt x="89" y="314"/>
                  </a:lnTo>
                  <a:lnTo>
                    <a:pt x="76" y="314"/>
                  </a:lnTo>
                  <a:lnTo>
                    <a:pt x="76" y="305"/>
                  </a:lnTo>
                  <a:lnTo>
                    <a:pt x="65" y="305"/>
                  </a:lnTo>
                  <a:lnTo>
                    <a:pt x="65" y="294"/>
                  </a:lnTo>
                  <a:lnTo>
                    <a:pt x="65" y="285"/>
                  </a:lnTo>
                  <a:lnTo>
                    <a:pt x="76" y="285"/>
                  </a:lnTo>
                  <a:lnTo>
                    <a:pt x="76" y="274"/>
                  </a:lnTo>
                  <a:lnTo>
                    <a:pt x="65" y="265"/>
                  </a:lnTo>
                  <a:lnTo>
                    <a:pt x="76" y="265"/>
                  </a:lnTo>
                  <a:lnTo>
                    <a:pt x="76" y="254"/>
                  </a:lnTo>
                  <a:lnTo>
                    <a:pt x="65" y="254"/>
                  </a:lnTo>
                  <a:lnTo>
                    <a:pt x="65" y="244"/>
                  </a:lnTo>
                  <a:lnTo>
                    <a:pt x="65" y="233"/>
                  </a:lnTo>
                  <a:lnTo>
                    <a:pt x="51" y="233"/>
                  </a:lnTo>
                  <a:lnTo>
                    <a:pt x="65" y="233"/>
                  </a:lnTo>
                  <a:lnTo>
                    <a:pt x="65" y="224"/>
                  </a:lnTo>
                  <a:lnTo>
                    <a:pt x="65" y="214"/>
                  </a:lnTo>
                  <a:lnTo>
                    <a:pt x="76" y="214"/>
                  </a:lnTo>
                  <a:lnTo>
                    <a:pt x="76" y="203"/>
                  </a:lnTo>
                  <a:lnTo>
                    <a:pt x="65" y="203"/>
                  </a:lnTo>
                  <a:lnTo>
                    <a:pt x="65" y="193"/>
                  </a:lnTo>
                  <a:lnTo>
                    <a:pt x="65" y="182"/>
                  </a:lnTo>
                  <a:lnTo>
                    <a:pt x="51" y="182"/>
                  </a:lnTo>
                  <a:lnTo>
                    <a:pt x="51" y="173"/>
                  </a:lnTo>
                  <a:lnTo>
                    <a:pt x="51" y="162"/>
                  </a:lnTo>
                  <a:lnTo>
                    <a:pt x="51" y="152"/>
                  </a:lnTo>
                  <a:lnTo>
                    <a:pt x="38" y="152"/>
                  </a:lnTo>
                  <a:lnTo>
                    <a:pt x="38" y="142"/>
                  </a:lnTo>
                  <a:lnTo>
                    <a:pt x="38" y="132"/>
                  </a:lnTo>
                  <a:lnTo>
                    <a:pt x="26" y="132"/>
                  </a:lnTo>
                  <a:lnTo>
                    <a:pt x="38" y="132"/>
                  </a:lnTo>
                  <a:lnTo>
                    <a:pt x="26" y="132"/>
                  </a:lnTo>
                  <a:lnTo>
                    <a:pt x="26" y="121"/>
                  </a:lnTo>
                  <a:lnTo>
                    <a:pt x="26" y="112"/>
                  </a:lnTo>
                  <a:lnTo>
                    <a:pt x="38" y="112"/>
                  </a:lnTo>
                  <a:lnTo>
                    <a:pt x="38" y="101"/>
                  </a:lnTo>
                  <a:lnTo>
                    <a:pt x="26" y="101"/>
                  </a:lnTo>
                  <a:lnTo>
                    <a:pt x="26" y="91"/>
                  </a:lnTo>
                  <a:lnTo>
                    <a:pt x="26" y="101"/>
                  </a:lnTo>
                  <a:lnTo>
                    <a:pt x="26" y="91"/>
                  </a:lnTo>
                  <a:lnTo>
                    <a:pt x="13" y="91"/>
                  </a:lnTo>
                  <a:lnTo>
                    <a:pt x="13" y="81"/>
                  </a:lnTo>
                  <a:lnTo>
                    <a:pt x="0" y="81"/>
                  </a:lnTo>
                  <a:lnTo>
                    <a:pt x="13" y="81"/>
                  </a:lnTo>
                  <a:lnTo>
                    <a:pt x="13" y="72"/>
                  </a:lnTo>
                  <a:lnTo>
                    <a:pt x="0" y="72"/>
                  </a:lnTo>
                  <a:lnTo>
                    <a:pt x="13" y="72"/>
                  </a:lnTo>
                  <a:lnTo>
                    <a:pt x="0" y="72"/>
                  </a:lnTo>
                  <a:lnTo>
                    <a:pt x="0" y="61"/>
                  </a:lnTo>
                  <a:lnTo>
                    <a:pt x="0" y="51"/>
                  </a:lnTo>
                  <a:lnTo>
                    <a:pt x="0" y="40"/>
                  </a:lnTo>
                  <a:lnTo>
                    <a:pt x="0" y="31"/>
                  </a:lnTo>
                  <a:lnTo>
                    <a:pt x="13" y="31"/>
                  </a:lnTo>
                  <a:lnTo>
                    <a:pt x="0" y="31"/>
                  </a:lnTo>
                  <a:lnTo>
                    <a:pt x="13" y="31"/>
                  </a:lnTo>
                  <a:lnTo>
                    <a:pt x="0" y="31"/>
                  </a:lnTo>
                  <a:lnTo>
                    <a:pt x="0" y="20"/>
                  </a:lnTo>
                  <a:lnTo>
                    <a:pt x="0" y="11"/>
                  </a:lnTo>
                  <a:lnTo>
                    <a:pt x="13" y="11"/>
                  </a:lnTo>
                  <a:lnTo>
                    <a:pt x="0" y="11"/>
                  </a:lnTo>
                  <a:lnTo>
                    <a:pt x="13" y="1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26" y="11"/>
                  </a:lnTo>
                  <a:lnTo>
                    <a:pt x="26" y="20"/>
                  </a:lnTo>
                  <a:lnTo>
                    <a:pt x="38" y="20"/>
                  </a:lnTo>
                  <a:lnTo>
                    <a:pt x="51" y="20"/>
                  </a:lnTo>
                  <a:lnTo>
                    <a:pt x="51" y="31"/>
                  </a:lnTo>
                  <a:lnTo>
                    <a:pt x="65" y="31"/>
                  </a:lnTo>
                  <a:lnTo>
                    <a:pt x="65" y="40"/>
                  </a:lnTo>
                  <a:lnTo>
                    <a:pt x="76" y="40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2"/>
            <p:cNvSpPr/>
            <p:nvPr/>
          </p:nvSpPr>
          <p:spPr>
            <a:xfrm>
              <a:off x="4440266" y="4794572"/>
              <a:ext cx="1106127" cy="721271"/>
            </a:xfrm>
            <a:custGeom>
              <a:avLst/>
              <a:gdLst/>
              <a:ahLst/>
              <a:cxnLst/>
              <a:rect l="l" t="t" r="r" b="b"/>
              <a:pathLst>
                <a:path w="956" h="495" extrusionOk="0">
                  <a:moveTo>
                    <a:pt x="617" y="40"/>
                  </a:moveTo>
                  <a:lnTo>
                    <a:pt x="630" y="40"/>
                  </a:lnTo>
                  <a:lnTo>
                    <a:pt x="630" y="31"/>
                  </a:lnTo>
                  <a:lnTo>
                    <a:pt x="630" y="40"/>
                  </a:lnTo>
                  <a:lnTo>
                    <a:pt x="642" y="31"/>
                  </a:lnTo>
                  <a:lnTo>
                    <a:pt x="655" y="31"/>
                  </a:lnTo>
                  <a:lnTo>
                    <a:pt x="667" y="31"/>
                  </a:lnTo>
                  <a:lnTo>
                    <a:pt x="655" y="31"/>
                  </a:lnTo>
                  <a:lnTo>
                    <a:pt x="655" y="40"/>
                  </a:lnTo>
                  <a:lnTo>
                    <a:pt x="667" y="40"/>
                  </a:lnTo>
                  <a:lnTo>
                    <a:pt x="667" y="51"/>
                  </a:lnTo>
                  <a:lnTo>
                    <a:pt x="679" y="51"/>
                  </a:lnTo>
                  <a:lnTo>
                    <a:pt x="679" y="40"/>
                  </a:lnTo>
                  <a:lnTo>
                    <a:pt x="679" y="31"/>
                  </a:lnTo>
                  <a:lnTo>
                    <a:pt x="679" y="21"/>
                  </a:lnTo>
                  <a:lnTo>
                    <a:pt x="679" y="11"/>
                  </a:lnTo>
                  <a:lnTo>
                    <a:pt x="693" y="11"/>
                  </a:lnTo>
                  <a:lnTo>
                    <a:pt x="693" y="0"/>
                  </a:lnTo>
                  <a:lnTo>
                    <a:pt x="693" y="11"/>
                  </a:lnTo>
                  <a:lnTo>
                    <a:pt x="704" y="11"/>
                  </a:lnTo>
                  <a:lnTo>
                    <a:pt x="704" y="21"/>
                  </a:lnTo>
                  <a:lnTo>
                    <a:pt x="693" y="21"/>
                  </a:lnTo>
                  <a:lnTo>
                    <a:pt x="704" y="21"/>
                  </a:lnTo>
                  <a:lnTo>
                    <a:pt x="693" y="21"/>
                  </a:lnTo>
                  <a:lnTo>
                    <a:pt x="704" y="21"/>
                  </a:lnTo>
                  <a:lnTo>
                    <a:pt x="704" y="31"/>
                  </a:lnTo>
                  <a:lnTo>
                    <a:pt x="718" y="31"/>
                  </a:lnTo>
                  <a:lnTo>
                    <a:pt x="718" y="40"/>
                  </a:lnTo>
                  <a:lnTo>
                    <a:pt x="718" y="51"/>
                  </a:lnTo>
                  <a:lnTo>
                    <a:pt x="729" y="51"/>
                  </a:lnTo>
                  <a:lnTo>
                    <a:pt x="743" y="51"/>
                  </a:lnTo>
                  <a:lnTo>
                    <a:pt x="743" y="61"/>
                  </a:lnTo>
                  <a:lnTo>
                    <a:pt x="743" y="71"/>
                  </a:lnTo>
                  <a:lnTo>
                    <a:pt x="729" y="71"/>
                  </a:lnTo>
                  <a:lnTo>
                    <a:pt x="729" y="81"/>
                  </a:lnTo>
                  <a:lnTo>
                    <a:pt x="718" y="81"/>
                  </a:lnTo>
                  <a:lnTo>
                    <a:pt x="729" y="81"/>
                  </a:lnTo>
                  <a:lnTo>
                    <a:pt x="729" y="92"/>
                  </a:lnTo>
                  <a:lnTo>
                    <a:pt x="729" y="81"/>
                  </a:lnTo>
                  <a:lnTo>
                    <a:pt x="743" y="81"/>
                  </a:lnTo>
                  <a:lnTo>
                    <a:pt x="743" y="92"/>
                  </a:lnTo>
                  <a:lnTo>
                    <a:pt x="756" y="92"/>
                  </a:lnTo>
                  <a:lnTo>
                    <a:pt x="768" y="92"/>
                  </a:lnTo>
                  <a:lnTo>
                    <a:pt x="768" y="101"/>
                  </a:lnTo>
                  <a:lnTo>
                    <a:pt x="780" y="101"/>
                  </a:lnTo>
                  <a:lnTo>
                    <a:pt x="780" y="92"/>
                  </a:lnTo>
                  <a:lnTo>
                    <a:pt x="780" y="81"/>
                  </a:lnTo>
                  <a:lnTo>
                    <a:pt x="792" y="81"/>
                  </a:lnTo>
                  <a:lnTo>
                    <a:pt x="792" y="92"/>
                  </a:lnTo>
                  <a:lnTo>
                    <a:pt x="792" y="81"/>
                  </a:lnTo>
                  <a:lnTo>
                    <a:pt x="805" y="81"/>
                  </a:lnTo>
                  <a:lnTo>
                    <a:pt x="805" y="71"/>
                  </a:lnTo>
                  <a:lnTo>
                    <a:pt x="792" y="71"/>
                  </a:lnTo>
                  <a:lnTo>
                    <a:pt x="805" y="71"/>
                  </a:lnTo>
                  <a:lnTo>
                    <a:pt x="819" y="71"/>
                  </a:lnTo>
                  <a:lnTo>
                    <a:pt x="819" y="81"/>
                  </a:lnTo>
                  <a:lnTo>
                    <a:pt x="830" y="81"/>
                  </a:lnTo>
                  <a:lnTo>
                    <a:pt x="830" y="92"/>
                  </a:lnTo>
                  <a:lnTo>
                    <a:pt x="844" y="92"/>
                  </a:lnTo>
                  <a:lnTo>
                    <a:pt x="857" y="92"/>
                  </a:lnTo>
                  <a:lnTo>
                    <a:pt x="857" y="81"/>
                  </a:lnTo>
                  <a:lnTo>
                    <a:pt x="857" y="92"/>
                  </a:lnTo>
                  <a:lnTo>
                    <a:pt x="869" y="92"/>
                  </a:lnTo>
                  <a:lnTo>
                    <a:pt x="869" y="81"/>
                  </a:lnTo>
                  <a:lnTo>
                    <a:pt x="869" y="92"/>
                  </a:lnTo>
                  <a:lnTo>
                    <a:pt x="881" y="92"/>
                  </a:lnTo>
                  <a:lnTo>
                    <a:pt x="881" y="101"/>
                  </a:lnTo>
                  <a:lnTo>
                    <a:pt x="869" y="101"/>
                  </a:lnTo>
                  <a:lnTo>
                    <a:pt x="869" y="111"/>
                  </a:lnTo>
                  <a:lnTo>
                    <a:pt x="881" y="111"/>
                  </a:lnTo>
                  <a:lnTo>
                    <a:pt x="869" y="111"/>
                  </a:lnTo>
                  <a:lnTo>
                    <a:pt x="869" y="121"/>
                  </a:lnTo>
                  <a:lnTo>
                    <a:pt x="881" y="132"/>
                  </a:lnTo>
                  <a:lnTo>
                    <a:pt x="881" y="142"/>
                  </a:lnTo>
                  <a:lnTo>
                    <a:pt x="869" y="142"/>
                  </a:lnTo>
                  <a:lnTo>
                    <a:pt x="869" y="151"/>
                  </a:lnTo>
                  <a:lnTo>
                    <a:pt x="881" y="151"/>
                  </a:lnTo>
                  <a:lnTo>
                    <a:pt x="881" y="163"/>
                  </a:lnTo>
                  <a:lnTo>
                    <a:pt x="893" y="163"/>
                  </a:lnTo>
                  <a:lnTo>
                    <a:pt x="893" y="151"/>
                  </a:lnTo>
                  <a:lnTo>
                    <a:pt x="906" y="151"/>
                  </a:lnTo>
                  <a:lnTo>
                    <a:pt x="906" y="163"/>
                  </a:lnTo>
                  <a:lnTo>
                    <a:pt x="919" y="163"/>
                  </a:lnTo>
                  <a:lnTo>
                    <a:pt x="906" y="163"/>
                  </a:lnTo>
                  <a:lnTo>
                    <a:pt x="906" y="172"/>
                  </a:lnTo>
                  <a:lnTo>
                    <a:pt x="906" y="182"/>
                  </a:lnTo>
                  <a:lnTo>
                    <a:pt x="919" y="182"/>
                  </a:lnTo>
                  <a:lnTo>
                    <a:pt x="919" y="192"/>
                  </a:lnTo>
                  <a:lnTo>
                    <a:pt x="919" y="182"/>
                  </a:lnTo>
                  <a:lnTo>
                    <a:pt x="919" y="192"/>
                  </a:lnTo>
                  <a:lnTo>
                    <a:pt x="931" y="192"/>
                  </a:lnTo>
                  <a:lnTo>
                    <a:pt x="931" y="203"/>
                  </a:lnTo>
                  <a:lnTo>
                    <a:pt x="931" y="212"/>
                  </a:lnTo>
                  <a:lnTo>
                    <a:pt x="931" y="222"/>
                  </a:lnTo>
                  <a:lnTo>
                    <a:pt x="919" y="222"/>
                  </a:lnTo>
                  <a:lnTo>
                    <a:pt x="931" y="222"/>
                  </a:lnTo>
                  <a:lnTo>
                    <a:pt x="931" y="232"/>
                  </a:lnTo>
                  <a:lnTo>
                    <a:pt x="931" y="243"/>
                  </a:lnTo>
                  <a:lnTo>
                    <a:pt x="944" y="243"/>
                  </a:lnTo>
                  <a:lnTo>
                    <a:pt x="944" y="252"/>
                  </a:lnTo>
                  <a:lnTo>
                    <a:pt x="944" y="263"/>
                  </a:lnTo>
                  <a:lnTo>
                    <a:pt x="956" y="263"/>
                  </a:lnTo>
                  <a:lnTo>
                    <a:pt x="944" y="263"/>
                  </a:lnTo>
                  <a:lnTo>
                    <a:pt x="956" y="263"/>
                  </a:lnTo>
                  <a:lnTo>
                    <a:pt x="956" y="273"/>
                  </a:lnTo>
                  <a:lnTo>
                    <a:pt x="944" y="273"/>
                  </a:lnTo>
                  <a:lnTo>
                    <a:pt x="931" y="273"/>
                  </a:lnTo>
                  <a:lnTo>
                    <a:pt x="931" y="283"/>
                  </a:lnTo>
                  <a:lnTo>
                    <a:pt x="944" y="283"/>
                  </a:lnTo>
                  <a:lnTo>
                    <a:pt x="931" y="283"/>
                  </a:lnTo>
                  <a:lnTo>
                    <a:pt x="944" y="283"/>
                  </a:lnTo>
                  <a:lnTo>
                    <a:pt x="944" y="292"/>
                  </a:lnTo>
                  <a:lnTo>
                    <a:pt x="931" y="292"/>
                  </a:lnTo>
                  <a:lnTo>
                    <a:pt x="944" y="292"/>
                  </a:lnTo>
                  <a:lnTo>
                    <a:pt x="944" y="304"/>
                  </a:lnTo>
                  <a:lnTo>
                    <a:pt x="944" y="313"/>
                  </a:lnTo>
                  <a:lnTo>
                    <a:pt x="931" y="313"/>
                  </a:lnTo>
                  <a:lnTo>
                    <a:pt x="919" y="313"/>
                  </a:lnTo>
                  <a:lnTo>
                    <a:pt x="919" y="323"/>
                  </a:lnTo>
                  <a:lnTo>
                    <a:pt x="919" y="313"/>
                  </a:lnTo>
                  <a:lnTo>
                    <a:pt x="906" y="313"/>
                  </a:lnTo>
                  <a:lnTo>
                    <a:pt x="906" y="323"/>
                  </a:lnTo>
                  <a:lnTo>
                    <a:pt x="919" y="323"/>
                  </a:lnTo>
                  <a:lnTo>
                    <a:pt x="919" y="333"/>
                  </a:lnTo>
                  <a:lnTo>
                    <a:pt x="919" y="344"/>
                  </a:lnTo>
                  <a:lnTo>
                    <a:pt x="919" y="354"/>
                  </a:lnTo>
                  <a:lnTo>
                    <a:pt x="906" y="354"/>
                  </a:lnTo>
                  <a:lnTo>
                    <a:pt x="893" y="354"/>
                  </a:lnTo>
                  <a:lnTo>
                    <a:pt x="893" y="344"/>
                  </a:lnTo>
                  <a:lnTo>
                    <a:pt x="881" y="344"/>
                  </a:lnTo>
                  <a:lnTo>
                    <a:pt x="869" y="344"/>
                  </a:lnTo>
                  <a:lnTo>
                    <a:pt x="857" y="344"/>
                  </a:lnTo>
                  <a:lnTo>
                    <a:pt x="857" y="354"/>
                  </a:lnTo>
                  <a:lnTo>
                    <a:pt x="857" y="363"/>
                  </a:lnTo>
                  <a:lnTo>
                    <a:pt x="844" y="363"/>
                  </a:lnTo>
                  <a:lnTo>
                    <a:pt x="844" y="375"/>
                  </a:lnTo>
                  <a:lnTo>
                    <a:pt x="844" y="384"/>
                  </a:lnTo>
                  <a:lnTo>
                    <a:pt x="844" y="394"/>
                  </a:lnTo>
                  <a:lnTo>
                    <a:pt x="830" y="394"/>
                  </a:lnTo>
                  <a:lnTo>
                    <a:pt x="819" y="394"/>
                  </a:lnTo>
                  <a:lnTo>
                    <a:pt x="805" y="394"/>
                  </a:lnTo>
                  <a:lnTo>
                    <a:pt x="805" y="404"/>
                  </a:lnTo>
                  <a:lnTo>
                    <a:pt x="805" y="415"/>
                  </a:lnTo>
                  <a:lnTo>
                    <a:pt x="805" y="424"/>
                  </a:lnTo>
                  <a:lnTo>
                    <a:pt x="805" y="434"/>
                  </a:lnTo>
                  <a:lnTo>
                    <a:pt x="819" y="434"/>
                  </a:lnTo>
                  <a:lnTo>
                    <a:pt x="819" y="444"/>
                  </a:lnTo>
                  <a:lnTo>
                    <a:pt x="830" y="444"/>
                  </a:lnTo>
                  <a:lnTo>
                    <a:pt x="830" y="455"/>
                  </a:lnTo>
                  <a:lnTo>
                    <a:pt x="830" y="444"/>
                  </a:lnTo>
                  <a:lnTo>
                    <a:pt x="830" y="455"/>
                  </a:lnTo>
                  <a:lnTo>
                    <a:pt x="830" y="464"/>
                  </a:lnTo>
                  <a:lnTo>
                    <a:pt x="830" y="475"/>
                  </a:lnTo>
                  <a:lnTo>
                    <a:pt x="819" y="475"/>
                  </a:lnTo>
                  <a:lnTo>
                    <a:pt x="819" y="484"/>
                  </a:lnTo>
                  <a:lnTo>
                    <a:pt x="805" y="484"/>
                  </a:lnTo>
                  <a:lnTo>
                    <a:pt x="805" y="495"/>
                  </a:lnTo>
                  <a:lnTo>
                    <a:pt x="792" y="495"/>
                  </a:lnTo>
                  <a:lnTo>
                    <a:pt x="780" y="495"/>
                  </a:lnTo>
                  <a:lnTo>
                    <a:pt x="768" y="495"/>
                  </a:lnTo>
                  <a:lnTo>
                    <a:pt x="768" y="484"/>
                  </a:lnTo>
                  <a:lnTo>
                    <a:pt x="756" y="484"/>
                  </a:lnTo>
                  <a:lnTo>
                    <a:pt x="743" y="484"/>
                  </a:lnTo>
                  <a:lnTo>
                    <a:pt x="729" y="484"/>
                  </a:lnTo>
                  <a:lnTo>
                    <a:pt x="729" y="475"/>
                  </a:lnTo>
                  <a:lnTo>
                    <a:pt x="718" y="475"/>
                  </a:lnTo>
                  <a:lnTo>
                    <a:pt x="704" y="475"/>
                  </a:lnTo>
                  <a:lnTo>
                    <a:pt x="704" y="464"/>
                  </a:lnTo>
                  <a:lnTo>
                    <a:pt x="693" y="455"/>
                  </a:lnTo>
                  <a:lnTo>
                    <a:pt x="679" y="455"/>
                  </a:lnTo>
                  <a:lnTo>
                    <a:pt x="679" y="444"/>
                  </a:lnTo>
                  <a:lnTo>
                    <a:pt x="667" y="444"/>
                  </a:lnTo>
                  <a:lnTo>
                    <a:pt x="655" y="444"/>
                  </a:lnTo>
                  <a:lnTo>
                    <a:pt x="655" y="434"/>
                  </a:lnTo>
                  <a:lnTo>
                    <a:pt x="642" y="434"/>
                  </a:lnTo>
                  <a:lnTo>
                    <a:pt x="642" y="424"/>
                  </a:lnTo>
                  <a:lnTo>
                    <a:pt x="642" y="434"/>
                  </a:lnTo>
                  <a:lnTo>
                    <a:pt x="642" y="424"/>
                  </a:lnTo>
                  <a:lnTo>
                    <a:pt x="630" y="424"/>
                  </a:lnTo>
                  <a:lnTo>
                    <a:pt x="617" y="424"/>
                  </a:lnTo>
                  <a:lnTo>
                    <a:pt x="617" y="415"/>
                  </a:lnTo>
                  <a:lnTo>
                    <a:pt x="617" y="404"/>
                  </a:lnTo>
                  <a:lnTo>
                    <a:pt x="603" y="404"/>
                  </a:lnTo>
                  <a:lnTo>
                    <a:pt x="603" y="394"/>
                  </a:lnTo>
                  <a:lnTo>
                    <a:pt x="592" y="394"/>
                  </a:lnTo>
                  <a:lnTo>
                    <a:pt x="592" y="384"/>
                  </a:lnTo>
                  <a:lnTo>
                    <a:pt x="592" y="394"/>
                  </a:lnTo>
                  <a:lnTo>
                    <a:pt x="579" y="394"/>
                  </a:lnTo>
                  <a:lnTo>
                    <a:pt x="579" y="384"/>
                  </a:lnTo>
                  <a:lnTo>
                    <a:pt x="566" y="384"/>
                  </a:lnTo>
                  <a:lnTo>
                    <a:pt x="554" y="384"/>
                  </a:lnTo>
                  <a:lnTo>
                    <a:pt x="541" y="384"/>
                  </a:lnTo>
                  <a:lnTo>
                    <a:pt x="541" y="375"/>
                  </a:lnTo>
                  <a:lnTo>
                    <a:pt x="529" y="375"/>
                  </a:lnTo>
                  <a:lnTo>
                    <a:pt x="516" y="375"/>
                  </a:lnTo>
                  <a:lnTo>
                    <a:pt x="502" y="375"/>
                  </a:lnTo>
                  <a:lnTo>
                    <a:pt x="502" y="363"/>
                  </a:lnTo>
                  <a:lnTo>
                    <a:pt x="491" y="363"/>
                  </a:lnTo>
                  <a:lnTo>
                    <a:pt x="491" y="354"/>
                  </a:lnTo>
                  <a:lnTo>
                    <a:pt x="478" y="354"/>
                  </a:lnTo>
                  <a:lnTo>
                    <a:pt x="466" y="354"/>
                  </a:lnTo>
                  <a:lnTo>
                    <a:pt x="454" y="354"/>
                  </a:lnTo>
                  <a:lnTo>
                    <a:pt x="454" y="344"/>
                  </a:lnTo>
                  <a:lnTo>
                    <a:pt x="440" y="344"/>
                  </a:lnTo>
                  <a:lnTo>
                    <a:pt x="429" y="344"/>
                  </a:lnTo>
                  <a:lnTo>
                    <a:pt x="429" y="333"/>
                  </a:lnTo>
                  <a:lnTo>
                    <a:pt x="415" y="333"/>
                  </a:lnTo>
                  <a:lnTo>
                    <a:pt x="404" y="333"/>
                  </a:lnTo>
                  <a:lnTo>
                    <a:pt x="404" y="323"/>
                  </a:lnTo>
                  <a:lnTo>
                    <a:pt x="404" y="333"/>
                  </a:lnTo>
                  <a:lnTo>
                    <a:pt x="390" y="333"/>
                  </a:lnTo>
                  <a:lnTo>
                    <a:pt x="390" y="323"/>
                  </a:lnTo>
                  <a:lnTo>
                    <a:pt x="390" y="313"/>
                  </a:lnTo>
                  <a:lnTo>
                    <a:pt x="377" y="313"/>
                  </a:lnTo>
                  <a:lnTo>
                    <a:pt x="365" y="313"/>
                  </a:lnTo>
                  <a:lnTo>
                    <a:pt x="365" y="304"/>
                  </a:lnTo>
                  <a:lnTo>
                    <a:pt x="353" y="304"/>
                  </a:lnTo>
                  <a:lnTo>
                    <a:pt x="341" y="304"/>
                  </a:lnTo>
                  <a:lnTo>
                    <a:pt x="328" y="304"/>
                  </a:lnTo>
                  <a:lnTo>
                    <a:pt x="328" y="292"/>
                  </a:lnTo>
                  <a:lnTo>
                    <a:pt x="314" y="292"/>
                  </a:lnTo>
                  <a:lnTo>
                    <a:pt x="303" y="292"/>
                  </a:lnTo>
                  <a:lnTo>
                    <a:pt x="303" y="304"/>
                  </a:lnTo>
                  <a:lnTo>
                    <a:pt x="303" y="292"/>
                  </a:lnTo>
                  <a:lnTo>
                    <a:pt x="289" y="292"/>
                  </a:lnTo>
                  <a:lnTo>
                    <a:pt x="289" y="283"/>
                  </a:lnTo>
                  <a:lnTo>
                    <a:pt x="276" y="283"/>
                  </a:lnTo>
                  <a:lnTo>
                    <a:pt x="264" y="283"/>
                  </a:lnTo>
                  <a:lnTo>
                    <a:pt x="264" y="273"/>
                  </a:lnTo>
                  <a:lnTo>
                    <a:pt x="252" y="273"/>
                  </a:lnTo>
                  <a:lnTo>
                    <a:pt x="252" y="263"/>
                  </a:lnTo>
                  <a:lnTo>
                    <a:pt x="240" y="263"/>
                  </a:lnTo>
                  <a:lnTo>
                    <a:pt x="227" y="263"/>
                  </a:lnTo>
                  <a:lnTo>
                    <a:pt x="240" y="263"/>
                  </a:lnTo>
                  <a:lnTo>
                    <a:pt x="227" y="263"/>
                  </a:lnTo>
                  <a:lnTo>
                    <a:pt x="227" y="252"/>
                  </a:lnTo>
                  <a:lnTo>
                    <a:pt x="227" y="263"/>
                  </a:lnTo>
                  <a:lnTo>
                    <a:pt x="227" y="252"/>
                  </a:lnTo>
                  <a:lnTo>
                    <a:pt x="227" y="243"/>
                  </a:lnTo>
                  <a:lnTo>
                    <a:pt x="213" y="243"/>
                  </a:lnTo>
                  <a:lnTo>
                    <a:pt x="202" y="243"/>
                  </a:lnTo>
                  <a:lnTo>
                    <a:pt x="202" y="232"/>
                  </a:lnTo>
                  <a:lnTo>
                    <a:pt x="188" y="232"/>
                  </a:lnTo>
                  <a:lnTo>
                    <a:pt x="177" y="232"/>
                  </a:lnTo>
                  <a:lnTo>
                    <a:pt x="188" y="232"/>
                  </a:lnTo>
                  <a:lnTo>
                    <a:pt x="177" y="232"/>
                  </a:lnTo>
                  <a:lnTo>
                    <a:pt x="177" y="222"/>
                  </a:lnTo>
                  <a:lnTo>
                    <a:pt x="163" y="222"/>
                  </a:lnTo>
                  <a:lnTo>
                    <a:pt x="177" y="222"/>
                  </a:lnTo>
                  <a:lnTo>
                    <a:pt x="163" y="222"/>
                  </a:lnTo>
                  <a:lnTo>
                    <a:pt x="151" y="222"/>
                  </a:lnTo>
                  <a:lnTo>
                    <a:pt x="139" y="222"/>
                  </a:lnTo>
                  <a:lnTo>
                    <a:pt x="139" y="212"/>
                  </a:lnTo>
                  <a:lnTo>
                    <a:pt x="139" y="203"/>
                  </a:lnTo>
                  <a:lnTo>
                    <a:pt x="126" y="203"/>
                  </a:lnTo>
                  <a:lnTo>
                    <a:pt x="114" y="203"/>
                  </a:lnTo>
                  <a:lnTo>
                    <a:pt x="114" y="192"/>
                  </a:lnTo>
                  <a:lnTo>
                    <a:pt x="101" y="192"/>
                  </a:lnTo>
                  <a:lnTo>
                    <a:pt x="87" y="192"/>
                  </a:lnTo>
                  <a:lnTo>
                    <a:pt x="87" y="182"/>
                  </a:lnTo>
                  <a:lnTo>
                    <a:pt x="76" y="182"/>
                  </a:lnTo>
                  <a:lnTo>
                    <a:pt x="62" y="182"/>
                  </a:lnTo>
                  <a:lnTo>
                    <a:pt x="62" y="172"/>
                  </a:lnTo>
                  <a:lnTo>
                    <a:pt x="50" y="172"/>
                  </a:lnTo>
                  <a:lnTo>
                    <a:pt x="38" y="172"/>
                  </a:lnTo>
                  <a:lnTo>
                    <a:pt x="38" y="163"/>
                  </a:lnTo>
                  <a:lnTo>
                    <a:pt x="25" y="163"/>
                  </a:lnTo>
                  <a:lnTo>
                    <a:pt x="13" y="163"/>
                  </a:lnTo>
                  <a:lnTo>
                    <a:pt x="13" y="151"/>
                  </a:lnTo>
                  <a:lnTo>
                    <a:pt x="0" y="151"/>
                  </a:lnTo>
                  <a:lnTo>
                    <a:pt x="0" y="142"/>
                  </a:lnTo>
                  <a:lnTo>
                    <a:pt x="13" y="142"/>
                  </a:lnTo>
                  <a:lnTo>
                    <a:pt x="13" y="132"/>
                  </a:lnTo>
                  <a:lnTo>
                    <a:pt x="13" y="121"/>
                  </a:lnTo>
                  <a:lnTo>
                    <a:pt x="25" y="121"/>
                  </a:lnTo>
                  <a:lnTo>
                    <a:pt x="25" y="111"/>
                  </a:lnTo>
                  <a:lnTo>
                    <a:pt x="25" y="101"/>
                  </a:lnTo>
                  <a:lnTo>
                    <a:pt x="38" y="101"/>
                  </a:lnTo>
                  <a:lnTo>
                    <a:pt x="38" y="92"/>
                  </a:lnTo>
                  <a:lnTo>
                    <a:pt x="50" y="92"/>
                  </a:lnTo>
                  <a:lnTo>
                    <a:pt x="62" y="92"/>
                  </a:lnTo>
                  <a:lnTo>
                    <a:pt x="62" y="81"/>
                  </a:lnTo>
                  <a:lnTo>
                    <a:pt x="62" y="92"/>
                  </a:lnTo>
                  <a:lnTo>
                    <a:pt x="76" y="92"/>
                  </a:lnTo>
                  <a:lnTo>
                    <a:pt x="87" y="92"/>
                  </a:lnTo>
                  <a:lnTo>
                    <a:pt x="101" y="92"/>
                  </a:lnTo>
                  <a:lnTo>
                    <a:pt x="114" y="92"/>
                  </a:lnTo>
                  <a:lnTo>
                    <a:pt x="126" y="92"/>
                  </a:lnTo>
                  <a:lnTo>
                    <a:pt x="126" y="101"/>
                  </a:lnTo>
                  <a:lnTo>
                    <a:pt x="139" y="101"/>
                  </a:lnTo>
                  <a:lnTo>
                    <a:pt x="151" y="101"/>
                  </a:lnTo>
                  <a:lnTo>
                    <a:pt x="151" y="111"/>
                  </a:lnTo>
                  <a:lnTo>
                    <a:pt x="151" y="121"/>
                  </a:lnTo>
                  <a:lnTo>
                    <a:pt x="139" y="121"/>
                  </a:lnTo>
                  <a:lnTo>
                    <a:pt x="151" y="121"/>
                  </a:lnTo>
                  <a:lnTo>
                    <a:pt x="151" y="132"/>
                  </a:lnTo>
                  <a:lnTo>
                    <a:pt x="163" y="132"/>
                  </a:lnTo>
                  <a:lnTo>
                    <a:pt x="163" y="142"/>
                  </a:lnTo>
                  <a:lnTo>
                    <a:pt x="163" y="151"/>
                  </a:lnTo>
                  <a:lnTo>
                    <a:pt x="177" y="151"/>
                  </a:lnTo>
                  <a:lnTo>
                    <a:pt x="177" y="163"/>
                  </a:lnTo>
                  <a:lnTo>
                    <a:pt x="188" y="163"/>
                  </a:lnTo>
                  <a:lnTo>
                    <a:pt x="202" y="163"/>
                  </a:lnTo>
                  <a:lnTo>
                    <a:pt x="202" y="151"/>
                  </a:lnTo>
                  <a:lnTo>
                    <a:pt x="202" y="142"/>
                  </a:lnTo>
                  <a:lnTo>
                    <a:pt x="213" y="142"/>
                  </a:lnTo>
                  <a:lnTo>
                    <a:pt x="227" y="142"/>
                  </a:lnTo>
                  <a:lnTo>
                    <a:pt x="227" y="151"/>
                  </a:lnTo>
                  <a:lnTo>
                    <a:pt x="227" y="163"/>
                  </a:lnTo>
                  <a:lnTo>
                    <a:pt x="213" y="163"/>
                  </a:lnTo>
                  <a:lnTo>
                    <a:pt x="227" y="163"/>
                  </a:lnTo>
                  <a:lnTo>
                    <a:pt x="227" y="172"/>
                  </a:lnTo>
                  <a:lnTo>
                    <a:pt x="213" y="172"/>
                  </a:lnTo>
                  <a:lnTo>
                    <a:pt x="213" y="182"/>
                  </a:lnTo>
                  <a:lnTo>
                    <a:pt x="227" y="182"/>
                  </a:lnTo>
                  <a:lnTo>
                    <a:pt x="240" y="182"/>
                  </a:lnTo>
                  <a:lnTo>
                    <a:pt x="240" y="172"/>
                  </a:lnTo>
                  <a:lnTo>
                    <a:pt x="240" y="163"/>
                  </a:lnTo>
                  <a:lnTo>
                    <a:pt x="252" y="163"/>
                  </a:lnTo>
                  <a:lnTo>
                    <a:pt x="252" y="151"/>
                  </a:lnTo>
                  <a:lnTo>
                    <a:pt x="264" y="151"/>
                  </a:lnTo>
                  <a:lnTo>
                    <a:pt x="264" y="142"/>
                  </a:lnTo>
                  <a:lnTo>
                    <a:pt x="264" y="132"/>
                  </a:lnTo>
                  <a:lnTo>
                    <a:pt x="276" y="132"/>
                  </a:lnTo>
                  <a:lnTo>
                    <a:pt x="289" y="132"/>
                  </a:lnTo>
                  <a:lnTo>
                    <a:pt x="289" y="142"/>
                  </a:lnTo>
                  <a:lnTo>
                    <a:pt x="303" y="142"/>
                  </a:lnTo>
                  <a:lnTo>
                    <a:pt x="303" y="151"/>
                  </a:lnTo>
                  <a:lnTo>
                    <a:pt x="314" y="151"/>
                  </a:lnTo>
                  <a:lnTo>
                    <a:pt x="314" y="142"/>
                  </a:lnTo>
                  <a:lnTo>
                    <a:pt x="328" y="142"/>
                  </a:lnTo>
                  <a:lnTo>
                    <a:pt x="341" y="142"/>
                  </a:lnTo>
                  <a:lnTo>
                    <a:pt x="353" y="142"/>
                  </a:lnTo>
                  <a:lnTo>
                    <a:pt x="365" y="132"/>
                  </a:lnTo>
                  <a:lnTo>
                    <a:pt x="365" y="142"/>
                  </a:lnTo>
                  <a:lnTo>
                    <a:pt x="377" y="142"/>
                  </a:lnTo>
                  <a:lnTo>
                    <a:pt x="390" y="142"/>
                  </a:lnTo>
                  <a:lnTo>
                    <a:pt x="404" y="142"/>
                  </a:lnTo>
                  <a:lnTo>
                    <a:pt x="404" y="132"/>
                  </a:lnTo>
                  <a:lnTo>
                    <a:pt x="390" y="132"/>
                  </a:lnTo>
                  <a:lnTo>
                    <a:pt x="404" y="132"/>
                  </a:lnTo>
                  <a:lnTo>
                    <a:pt x="404" y="121"/>
                  </a:lnTo>
                  <a:lnTo>
                    <a:pt x="415" y="121"/>
                  </a:lnTo>
                  <a:lnTo>
                    <a:pt x="429" y="121"/>
                  </a:lnTo>
                  <a:lnTo>
                    <a:pt x="429" y="111"/>
                  </a:lnTo>
                  <a:lnTo>
                    <a:pt x="440" y="111"/>
                  </a:lnTo>
                  <a:lnTo>
                    <a:pt x="440" y="101"/>
                  </a:lnTo>
                  <a:lnTo>
                    <a:pt x="454" y="101"/>
                  </a:lnTo>
                  <a:lnTo>
                    <a:pt x="454" y="92"/>
                  </a:lnTo>
                  <a:lnTo>
                    <a:pt x="454" y="81"/>
                  </a:lnTo>
                  <a:lnTo>
                    <a:pt x="466" y="81"/>
                  </a:lnTo>
                  <a:lnTo>
                    <a:pt x="466" y="71"/>
                  </a:lnTo>
                  <a:lnTo>
                    <a:pt x="466" y="61"/>
                  </a:lnTo>
                  <a:lnTo>
                    <a:pt x="466" y="51"/>
                  </a:lnTo>
                  <a:lnTo>
                    <a:pt x="454" y="51"/>
                  </a:lnTo>
                  <a:lnTo>
                    <a:pt x="454" y="40"/>
                  </a:lnTo>
                  <a:lnTo>
                    <a:pt x="466" y="40"/>
                  </a:lnTo>
                  <a:lnTo>
                    <a:pt x="454" y="40"/>
                  </a:lnTo>
                  <a:lnTo>
                    <a:pt x="466" y="40"/>
                  </a:lnTo>
                  <a:lnTo>
                    <a:pt x="466" y="31"/>
                  </a:lnTo>
                  <a:lnTo>
                    <a:pt x="478" y="31"/>
                  </a:lnTo>
                  <a:lnTo>
                    <a:pt x="478" y="21"/>
                  </a:lnTo>
                  <a:lnTo>
                    <a:pt x="478" y="31"/>
                  </a:lnTo>
                  <a:lnTo>
                    <a:pt x="491" y="31"/>
                  </a:lnTo>
                  <a:lnTo>
                    <a:pt x="491" y="21"/>
                  </a:lnTo>
                  <a:lnTo>
                    <a:pt x="491" y="31"/>
                  </a:lnTo>
                  <a:lnTo>
                    <a:pt x="491" y="21"/>
                  </a:lnTo>
                  <a:lnTo>
                    <a:pt x="502" y="21"/>
                  </a:lnTo>
                  <a:lnTo>
                    <a:pt x="502" y="11"/>
                  </a:lnTo>
                  <a:lnTo>
                    <a:pt x="516" y="11"/>
                  </a:lnTo>
                  <a:lnTo>
                    <a:pt x="516" y="0"/>
                  </a:lnTo>
                  <a:lnTo>
                    <a:pt x="516" y="11"/>
                  </a:lnTo>
                  <a:lnTo>
                    <a:pt x="516" y="0"/>
                  </a:lnTo>
                  <a:lnTo>
                    <a:pt x="529" y="0"/>
                  </a:lnTo>
                  <a:lnTo>
                    <a:pt x="529" y="11"/>
                  </a:lnTo>
                  <a:lnTo>
                    <a:pt x="541" y="11"/>
                  </a:lnTo>
                  <a:lnTo>
                    <a:pt x="554" y="11"/>
                  </a:lnTo>
                  <a:lnTo>
                    <a:pt x="554" y="21"/>
                  </a:lnTo>
                  <a:lnTo>
                    <a:pt x="554" y="11"/>
                  </a:lnTo>
                  <a:lnTo>
                    <a:pt x="566" y="11"/>
                  </a:lnTo>
                  <a:lnTo>
                    <a:pt x="579" y="11"/>
                  </a:lnTo>
                  <a:lnTo>
                    <a:pt x="592" y="11"/>
                  </a:lnTo>
                  <a:lnTo>
                    <a:pt x="579" y="11"/>
                  </a:lnTo>
                  <a:lnTo>
                    <a:pt x="579" y="21"/>
                  </a:lnTo>
                  <a:lnTo>
                    <a:pt x="579" y="31"/>
                  </a:lnTo>
                  <a:lnTo>
                    <a:pt x="592" y="31"/>
                  </a:lnTo>
                  <a:lnTo>
                    <a:pt x="592" y="40"/>
                  </a:lnTo>
                  <a:lnTo>
                    <a:pt x="603" y="40"/>
                  </a:lnTo>
                  <a:lnTo>
                    <a:pt x="617" y="40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2"/>
            <p:cNvSpPr/>
            <p:nvPr/>
          </p:nvSpPr>
          <p:spPr>
            <a:xfrm>
              <a:off x="4429124" y="4135479"/>
              <a:ext cx="596832" cy="922019"/>
            </a:xfrm>
            <a:custGeom>
              <a:avLst/>
              <a:gdLst/>
              <a:ahLst/>
              <a:cxnLst/>
              <a:rect l="l" t="t" r="r" b="b"/>
              <a:pathLst>
                <a:path w="517" h="635" extrusionOk="0">
                  <a:moveTo>
                    <a:pt x="328" y="100"/>
                  </a:moveTo>
                  <a:lnTo>
                    <a:pt x="341" y="100"/>
                  </a:lnTo>
                  <a:lnTo>
                    <a:pt x="341" y="110"/>
                  </a:lnTo>
                  <a:lnTo>
                    <a:pt x="341" y="120"/>
                  </a:lnTo>
                  <a:lnTo>
                    <a:pt x="354" y="120"/>
                  </a:lnTo>
                  <a:lnTo>
                    <a:pt x="354" y="129"/>
                  </a:lnTo>
                  <a:lnTo>
                    <a:pt x="366" y="129"/>
                  </a:lnTo>
                  <a:lnTo>
                    <a:pt x="354" y="129"/>
                  </a:lnTo>
                  <a:lnTo>
                    <a:pt x="354" y="141"/>
                  </a:lnTo>
                  <a:lnTo>
                    <a:pt x="366" y="141"/>
                  </a:lnTo>
                  <a:lnTo>
                    <a:pt x="366" y="150"/>
                  </a:lnTo>
                  <a:lnTo>
                    <a:pt x="366" y="160"/>
                  </a:lnTo>
                  <a:lnTo>
                    <a:pt x="379" y="160"/>
                  </a:lnTo>
                  <a:lnTo>
                    <a:pt x="379" y="171"/>
                  </a:lnTo>
                  <a:lnTo>
                    <a:pt x="379" y="181"/>
                  </a:lnTo>
                  <a:lnTo>
                    <a:pt x="379" y="171"/>
                  </a:lnTo>
                  <a:lnTo>
                    <a:pt x="379" y="181"/>
                  </a:lnTo>
                  <a:lnTo>
                    <a:pt x="391" y="181"/>
                  </a:lnTo>
                  <a:lnTo>
                    <a:pt x="391" y="191"/>
                  </a:lnTo>
                  <a:lnTo>
                    <a:pt x="391" y="200"/>
                  </a:lnTo>
                  <a:lnTo>
                    <a:pt x="404" y="200"/>
                  </a:lnTo>
                  <a:lnTo>
                    <a:pt x="404" y="212"/>
                  </a:lnTo>
                  <a:lnTo>
                    <a:pt x="417" y="212"/>
                  </a:lnTo>
                  <a:lnTo>
                    <a:pt x="404" y="212"/>
                  </a:lnTo>
                  <a:lnTo>
                    <a:pt x="417" y="212"/>
                  </a:lnTo>
                  <a:lnTo>
                    <a:pt x="417" y="221"/>
                  </a:lnTo>
                  <a:lnTo>
                    <a:pt x="429" y="221"/>
                  </a:lnTo>
                  <a:lnTo>
                    <a:pt x="429" y="231"/>
                  </a:lnTo>
                  <a:lnTo>
                    <a:pt x="429" y="241"/>
                  </a:lnTo>
                  <a:lnTo>
                    <a:pt x="417" y="241"/>
                  </a:lnTo>
                  <a:lnTo>
                    <a:pt x="417" y="231"/>
                  </a:lnTo>
                  <a:lnTo>
                    <a:pt x="404" y="231"/>
                  </a:lnTo>
                  <a:lnTo>
                    <a:pt x="391" y="231"/>
                  </a:lnTo>
                  <a:lnTo>
                    <a:pt x="379" y="231"/>
                  </a:lnTo>
                  <a:lnTo>
                    <a:pt x="366" y="231"/>
                  </a:lnTo>
                  <a:lnTo>
                    <a:pt x="366" y="221"/>
                  </a:lnTo>
                  <a:lnTo>
                    <a:pt x="354" y="221"/>
                  </a:lnTo>
                  <a:lnTo>
                    <a:pt x="354" y="212"/>
                  </a:lnTo>
                  <a:lnTo>
                    <a:pt x="341" y="212"/>
                  </a:lnTo>
                  <a:lnTo>
                    <a:pt x="341" y="200"/>
                  </a:lnTo>
                  <a:lnTo>
                    <a:pt x="328" y="200"/>
                  </a:lnTo>
                  <a:lnTo>
                    <a:pt x="316" y="200"/>
                  </a:lnTo>
                  <a:lnTo>
                    <a:pt x="316" y="191"/>
                  </a:lnTo>
                  <a:lnTo>
                    <a:pt x="316" y="181"/>
                  </a:lnTo>
                  <a:lnTo>
                    <a:pt x="303" y="181"/>
                  </a:lnTo>
                  <a:lnTo>
                    <a:pt x="303" y="191"/>
                  </a:lnTo>
                  <a:lnTo>
                    <a:pt x="290" y="191"/>
                  </a:lnTo>
                  <a:lnTo>
                    <a:pt x="303" y="191"/>
                  </a:lnTo>
                  <a:lnTo>
                    <a:pt x="290" y="191"/>
                  </a:lnTo>
                  <a:lnTo>
                    <a:pt x="290" y="200"/>
                  </a:lnTo>
                  <a:lnTo>
                    <a:pt x="290" y="212"/>
                  </a:lnTo>
                  <a:lnTo>
                    <a:pt x="303" y="212"/>
                  </a:lnTo>
                  <a:lnTo>
                    <a:pt x="290" y="212"/>
                  </a:lnTo>
                  <a:lnTo>
                    <a:pt x="303" y="212"/>
                  </a:lnTo>
                  <a:lnTo>
                    <a:pt x="290" y="212"/>
                  </a:lnTo>
                  <a:lnTo>
                    <a:pt x="290" y="221"/>
                  </a:lnTo>
                  <a:lnTo>
                    <a:pt x="290" y="231"/>
                  </a:lnTo>
                  <a:lnTo>
                    <a:pt x="290" y="241"/>
                  </a:lnTo>
                  <a:lnTo>
                    <a:pt x="290" y="252"/>
                  </a:lnTo>
                  <a:lnTo>
                    <a:pt x="303" y="252"/>
                  </a:lnTo>
                  <a:lnTo>
                    <a:pt x="290" y="252"/>
                  </a:lnTo>
                  <a:lnTo>
                    <a:pt x="303" y="252"/>
                  </a:lnTo>
                  <a:lnTo>
                    <a:pt x="303" y="261"/>
                  </a:lnTo>
                  <a:lnTo>
                    <a:pt x="290" y="261"/>
                  </a:lnTo>
                  <a:lnTo>
                    <a:pt x="303" y="261"/>
                  </a:lnTo>
                  <a:lnTo>
                    <a:pt x="303" y="271"/>
                  </a:lnTo>
                  <a:lnTo>
                    <a:pt x="316" y="271"/>
                  </a:lnTo>
                  <a:lnTo>
                    <a:pt x="316" y="281"/>
                  </a:lnTo>
                  <a:lnTo>
                    <a:pt x="316" y="271"/>
                  </a:lnTo>
                  <a:lnTo>
                    <a:pt x="316" y="281"/>
                  </a:lnTo>
                  <a:lnTo>
                    <a:pt x="328" y="281"/>
                  </a:lnTo>
                  <a:lnTo>
                    <a:pt x="328" y="292"/>
                  </a:lnTo>
                  <a:lnTo>
                    <a:pt x="316" y="292"/>
                  </a:lnTo>
                  <a:lnTo>
                    <a:pt x="316" y="301"/>
                  </a:lnTo>
                  <a:lnTo>
                    <a:pt x="316" y="312"/>
                  </a:lnTo>
                  <a:lnTo>
                    <a:pt x="328" y="312"/>
                  </a:lnTo>
                  <a:lnTo>
                    <a:pt x="316" y="312"/>
                  </a:lnTo>
                  <a:lnTo>
                    <a:pt x="328" y="312"/>
                  </a:lnTo>
                  <a:lnTo>
                    <a:pt x="328" y="321"/>
                  </a:lnTo>
                  <a:lnTo>
                    <a:pt x="328" y="332"/>
                  </a:lnTo>
                  <a:lnTo>
                    <a:pt x="341" y="332"/>
                  </a:lnTo>
                  <a:lnTo>
                    <a:pt x="341" y="341"/>
                  </a:lnTo>
                  <a:lnTo>
                    <a:pt x="341" y="352"/>
                  </a:lnTo>
                  <a:lnTo>
                    <a:pt x="341" y="361"/>
                  </a:lnTo>
                  <a:lnTo>
                    <a:pt x="354" y="361"/>
                  </a:lnTo>
                  <a:lnTo>
                    <a:pt x="354" y="372"/>
                  </a:lnTo>
                  <a:lnTo>
                    <a:pt x="354" y="383"/>
                  </a:lnTo>
                  <a:lnTo>
                    <a:pt x="366" y="383"/>
                  </a:lnTo>
                  <a:lnTo>
                    <a:pt x="366" y="392"/>
                  </a:lnTo>
                  <a:lnTo>
                    <a:pt x="354" y="392"/>
                  </a:lnTo>
                  <a:lnTo>
                    <a:pt x="354" y="403"/>
                  </a:lnTo>
                  <a:lnTo>
                    <a:pt x="354" y="412"/>
                  </a:lnTo>
                  <a:lnTo>
                    <a:pt x="341" y="412"/>
                  </a:lnTo>
                  <a:lnTo>
                    <a:pt x="354" y="412"/>
                  </a:lnTo>
                  <a:lnTo>
                    <a:pt x="354" y="423"/>
                  </a:lnTo>
                  <a:lnTo>
                    <a:pt x="354" y="432"/>
                  </a:lnTo>
                  <a:lnTo>
                    <a:pt x="366" y="432"/>
                  </a:lnTo>
                  <a:lnTo>
                    <a:pt x="366" y="443"/>
                  </a:lnTo>
                  <a:lnTo>
                    <a:pt x="354" y="443"/>
                  </a:lnTo>
                  <a:lnTo>
                    <a:pt x="366" y="453"/>
                  </a:lnTo>
                  <a:lnTo>
                    <a:pt x="366" y="463"/>
                  </a:lnTo>
                  <a:lnTo>
                    <a:pt x="354" y="463"/>
                  </a:lnTo>
                  <a:lnTo>
                    <a:pt x="354" y="472"/>
                  </a:lnTo>
                  <a:lnTo>
                    <a:pt x="354" y="483"/>
                  </a:lnTo>
                  <a:lnTo>
                    <a:pt x="366" y="483"/>
                  </a:lnTo>
                  <a:lnTo>
                    <a:pt x="366" y="493"/>
                  </a:lnTo>
                  <a:lnTo>
                    <a:pt x="379" y="493"/>
                  </a:lnTo>
                  <a:lnTo>
                    <a:pt x="379" y="483"/>
                  </a:lnTo>
                  <a:lnTo>
                    <a:pt x="391" y="483"/>
                  </a:lnTo>
                  <a:lnTo>
                    <a:pt x="391" y="472"/>
                  </a:lnTo>
                  <a:lnTo>
                    <a:pt x="391" y="463"/>
                  </a:lnTo>
                  <a:lnTo>
                    <a:pt x="404" y="463"/>
                  </a:lnTo>
                  <a:lnTo>
                    <a:pt x="404" y="472"/>
                  </a:lnTo>
                  <a:lnTo>
                    <a:pt x="417" y="472"/>
                  </a:lnTo>
                  <a:lnTo>
                    <a:pt x="417" y="463"/>
                  </a:lnTo>
                  <a:lnTo>
                    <a:pt x="417" y="472"/>
                  </a:lnTo>
                  <a:lnTo>
                    <a:pt x="429" y="463"/>
                  </a:lnTo>
                  <a:lnTo>
                    <a:pt x="442" y="463"/>
                  </a:lnTo>
                  <a:lnTo>
                    <a:pt x="453" y="463"/>
                  </a:lnTo>
                  <a:lnTo>
                    <a:pt x="453" y="453"/>
                  </a:lnTo>
                  <a:lnTo>
                    <a:pt x="453" y="463"/>
                  </a:lnTo>
                  <a:lnTo>
                    <a:pt x="467" y="463"/>
                  </a:lnTo>
                  <a:lnTo>
                    <a:pt x="467" y="453"/>
                  </a:lnTo>
                  <a:lnTo>
                    <a:pt x="480" y="453"/>
                  </a:lnTo>
                  <a:lnTo>
                    <a:pt x="480" y="463"/>
                  </a:lnTo>
                  <a:lnTo>
                    <a:pt x="492" y="463"/>
                  </a:lnTo>
                  <a:lnTo>
                    <a:pt x="505" y="463"/>
                  </a:lnTo>
                  <a:lnTo>
                    <a:pt x="505" y="472"/>
                  </a:lnTo>
                  <a:lnTo>
                    <a:pt x="517" y="472"/>
                  </a:lnTo>
                  <a:lnTo>
                    <a:pt x="505" y="472"/>
                  </a:lnTo>
                  <a:lnTo>
                    <a:pt x="505" y="483"/>
                  </a:lnTo>
                  <a:lnTo>
                    <a:pt x="505" y="472"/>
                  </a:lnTo>
                  <a:lnTo>
                    <a:pt x="505" y="483"/>
                  </a:lnTo>
                  <a:lnTo>
                    <a:pt x="492" y="483"/>
                  </a:lnTo>
                  <a:lnTo>
                    <a:pt x="492" y="472"/>
                  </a:lnTo>
                  <a:lnTo>
                    <a:pt x="492" y="483"/>
                  </a:lnTo>
                  <a:lnTo>
                    <a:pt x="480" y="483"/>
                  </a:lnTo>
                  <a:lnTo>
                    <a:pt x="480" y="493"/>
                  </a:lnTo>
                  <a:lnTo>
                    <a:pt x="467" y="493"/>
                  </a:lnTo>
                  <a:lnTo>
                    <a:pt x="480" y="493"/>
                  </a:lnTo>
                  <a:lnTo>
                    <a:pt x="467" y="493"/>
                  </a:lnTo>
                  <a:lnTo>
                    <a:pt x="467" y="503"/>
                  </a:lnTo>
                  <a:lnTo>
                    <a:pt x="480" y="503"/>
                  </a:lnTo>
                  <a:lnTo>
                    <a:pt x="480" y="512"/>
                  </a:lnTo>
                  <a:lnTo>
                    <a:pt x="480" y="524"/>
                  </a:lnTo>
                  <a:lnTo>
                    <a:pt x="480" y="533"/>
                  </a:lnTo>
                  <a:lnTo>
                    <a:pt x="467" y="533"/>
                  </a:lnTo>
                  <a:lnTo>
                    <a:pt x="467" y="543"/>
                  </a:lnTo>
                  <a:lnTo>
                    <a:pt x="467" y="553"/>
                  </a:lnTo>
                  <a:lnTo>
                    <a:pt x="453" y="553"/>
                  </a:lnTo>
                  <a:lnTo>
                    <a:pt x="453" y="564"/>
                  </a:lnTo>
                  <a:lnTo>
                    <a:pt x="442" y="564"/>
                  </a:lnTo>
                  <a:lnTo>
                    <a:pt x="442" y="573"/>
                  </a:lnTo>
                  <a:lnTo>
                    <a:pt x="429" y="573"/>
                  </a:lnTo>
                  <a:lnTo>
                    <a:pt x="417" y="573"/>
                  </a:lnTo>
                  <a:lnTo>
                    <a:pt x="417" y="583"/>
                  </a:lnTo>
                  <a:lnTo>
                    <a:pt x="404" y="583"/>
                  </a:lnTo>
                  <a:lnTo>
                    <a:pt x="417" y="583"/>
                  </a:lnTo>
                  <a:lnTo>
                    <a:pt x="417" y="594"/>
                  </a:lnTo>
                  <a:lnTo>
                    <a:pt x="404" y="594"/>
                  </a:lnTo>
                  <a:lnTo>
                    <a:pt x="391" y="594"/>
                  </a:lnTo>
                  <a:lnTo>
                    <a:pt x="379" y="594"/>
                  </a:lnTo>
                  <a:lnTo>
                    <a:pt x="379" y="583"/>
                  </a:lnTo>
                  <a:lnTo>
                    <a:pt x="366" y="594"/>
                  </a:lnTo>
                  <a:lnTo>
                    <a:pt x="354" y="594"/>
                  </a:lnTo>
                  <a:lnTo>
                    <a:pt x="341" y="594"/>
                  </a:lnTo>
                  <a:lnTo>
                    <a:pt x="328" y="594"/>
                  </a:lnTo>
                  <a:lnTo>
                    <a:pt x="328" y="604"/>
                  </a:lnTo>
                  <a:lnTo>
                    <a:pt x="316" y="604"/>
                  </a:lnTo>
                  <a:lnTo>
                    <a:pt x="316" y="594"/>
                  </a:lnTo>
                  <a:lnTo>
                    <a:pt x="303" y="594"/>
                  </a:lnTo>
                  <a:lnTo>
                    <a:pt x="303" y="583"/>
                  </a:lnTo>
                  <a:lnTo>
                    <a:pt x="290" y="583"/>
                  </a:lnTo>
                  <a:lnTo>
                    <a:pt x="278" y="583"/>
                  </a:lnTo>
                  <a:lnTo>
                    <a:pt x="278" y="594"/>
                  </a:lnTo>
                  <a:lnTo>
                    <a:pt x="278" y="604"/>
                  </a:lnTo>
                  <a:lnTo>
                    <a:pt x="265" y="604"/>
                  </a:lnTo>
                  <a:lnTo>
                    <a:pt x="265" y="614"/>
                  </a:lnTo>
                  <a:lnTo>
                    <a:pt x="253" y="614"/>
                  </a:lnTo>
                  <a:lnTo>
                    <a:pt x="253" y="624"/>
                  </a:lnTo>
                  <a:lnTo>
                    <a:pt x="253" y="635"/>
                  </a:lnTo>
                  <a:lnTo>
                    <a:pt x="240" y="635"/>
                  </a:lnTo>
                  <a:lnTo>
                    <a:pt x="227" y="635"/>
                  </a:lnTo>
                  <a:lnTo>
                    <a:pt x="227" y="624"/>
                  </a:lnTo>
                  <a:lnTo>
                    <a:pt x="240" y="624"/>
                  </a:lnTo>
                  <a:lnTo>
                    <a:pt x="240" y="614"/>
                  </a:lnTo>
                  <a:lnTo>
                    <a:pt x="227" y="614"/>
                  </a:lnTo>
                  <a:lnTo>
                    <a:pt x="240" y="614"/>
                  </a:lnTo>
                  <a:lnTo>
                    <a:pt x="240" y="604"/>
                  </a:lnTo>
                  <a:lnTo>
                    <a:pt x="240" y="594"/>
                  </a:lnTo>
                  <a:lnTo>
                    <a:pt x="227" y="594"/>
                  </a:lnTo>
                  <a:lnTo>
                    <a:pt x="215" y="594"/>
                  </a:lnTo>
                  <a:lnTo>
                    <a:pt x="215" y="604"/>
                  </a:lnTo>
                  <a:lnTo>
                    <a:pt x="215" y="614"/>
                  </a:lnTo>
                  <a:lnTo>
                    <a:pt x="202" y="614"/>
                  </a:lnTo>
                  <a:lnTo>
                    <a:pt x="191" y="614"/>
                  </a:lnTo>
                  <a:lnTo>
                    <a:pt x="191" y="604"/>
                  </a:lnTo>
                  <a:lnTo>
                    <a:pt x="177" y="604"/>
                  </a:lnTo>
                  <a:lnTo>
                    <a:pt x="177" y="594"/>
                  </a:lnTo>
                  <a:lnTo>
                    <a:pt x="177" y="583"/>
                  </a:lnTo>
                  <a:lnTo>
                    <a:pt x="164" y="583"/>
                  </a:lnTo>
                  <a:lnTo>
                    <a:pt x="164" y="573"/>
                  </a:lnTo>
                  <a:lnTo>
                    <a:pt x="152" y="573"/>
                  </a:lnTo>
                  <a:lnTo>
                    <a:pt x="164" y="573"/>
                  </a:lnTo>
                  <a:lnTo>
                    <a:pt x="164" y="564"/>
                  </a:lnTo>
                  <a:lnTo>
                    <a:pt x="164" y="553"/>
                  </a:lnTo>
                  <a:lnTo>
                    <a:pt x="152" y="553"/>
                  </a:lnTo>
                  <a:lnTo>
                    <a:pt x="139" y="553"/>
                  </a:lnTo>
                  <a:lnTo>
                    <a:pt x="139" y="543"/>
                  </a:lnTo>
                  <a:lnTo>
                    <a:pt x="127" y="543"/>
                  </a:lnTo>
                  <a:lnTo>
                    <a:pt x="114" y="543"/>
                  </a:lnTo>
                  <a:lnTo>
                    <a:pt x="101" y="543"/>
                  </a:lnTo>
                  <a:lnTo>
                    <a:pt x="90" y="543"/>
                  </a:lnTo>
                  <a:lnTo>
                    <a:pt x="76" y="543"/>
                  </a:lnTo>
                  <a:lnTo>
                    <a:pt x="76" y="533"/>
                  </a:lnTo>
                  <a:lnTo>
                    <a:pt x="90" y="533"/>
                  </a:lnTo>
                  <a:lnTo>
                    <a:pt x="101" y="533"/>
                  </a:lnTo>
                  <a:lnTo>
                    <a:pt x="101" y="524"/>
                  </a:lnTo>
                  <a:lnTo>
                    <a:pt x="101" y="512"/>
                  </a:lnTo>
                  <a:lnTo>
                    <a:pt x="101" y="503"/>
                  </a:lnTo>
                  <a:lnTo>
                    <a:pt x="101" y="493"/>
                  </a:lnTo>
                  <a:lnTo>
                    <a:pt x="90" y="493"/>
                  </a:lnTo>
                  <a:lnTo>
                    <a:pt x="76" y="493"/>
                  </a:lnTo>
                  <a:lnTo>
                    <a:pt x="90" y="483"/>
                  </a:lnTo>
                  <a:lnTo>
                    <a:pt x="76" y="483"/>
                  </a:lnTo>
                  <a:lnTo>
                    <a:pt x="76" y="472"/>
                  </a:lnTo>
                  <a:lnTo>
                    <a:pt x="90" y="472"/>
                  </a:lnTo>
                  <a:lnTo>
                    <a:pt x="90" y="463"/>
                  </a:lnTo>
                  <a:lnTo>
                    <a:pt x="90" y="472"/>
                  </a:lnTo>
                  <a:lnTo>
                    <a:pt x="76" y="472"/>
                  </a:lnTo>
                  <a:lnTo>
                    <a:pt x="63" y="472"/>
                  </a:lnTo>
                  <a:lnTo>
                    <a:pt x="63" y="463"/>
                  </a:lnTo>
                  <a:lnTo>
                    <a:pt x="63" y="453"/>
                  </a:lnTo>
                  <a:lnTo>
                    <a:pt x="76" y="453"/>
                  </a:lnTo>
                  <a:lnTo>
                    <a:pt x="63" y="453"/>
                  </a:lnTo>
                  <a:lnTo>
                    <a:pt x="63" y="443"/>
                  </a:lnTo>
                  <a:lnTo>
                    <a:pt x="51" y="443"/>
                  </a:lnTo>
                  <a:lnTo>
                    <a:pt x="51" y="432"/>
                  </a:lnTo>
                  <a:lnTo>
                    <a:pt x="51" y="443"/>
                  </a:lnTo>
                  <a:lnTo>
                    <a:pt x="38" y="443"/>
                  </a:lnTo>
                  <a:lnTo>
                    <a:pt x="26" y="443"/>
                  </a:lnTo>
                  <a:lnTo>
                    <a:pt x="26" y="453"/>
                  </a:lnTo>
                  <a:lnTo>
                    <a:pt x="26" y="443"/>
                  </a:lnTo>
                  <a:lnTo>
                    <a:pt x="13" y="443"/>
                  </a:lnTo>
                  <a:lnTo>
                    <a:pt x="13" y="453"/>
                  </a:lnTo>
                  <a:lnTo>
                    <a:pt x="13" y="443"/>
                  </a:lnTo>
                  <a:lnTo>
                    <a:pt x="13" y="432"/>
                  </a:lnTo>
                  <a:lnTo>
                    <a:pt x="0" y="432"/>
                  </a:lnTo>
                  <a:lnTo>
                    <a:pt x="0" y="423"/>
                  </a:lnTo>
                  <a:lnTo>
                    <a:pt x="13" y="423"/>
                  </a:lnTo>
                  <a:lnTo>
                    <a:pt x="13" y="412"/>
                  </a:lnTo>
                  <a:lnTo>
                    <a:pt x="0" y="412"/>
                  </a:lnTo>
                  <a:lnTo>
                    <a:pt x="0" y="403"/>
                  </a:lnTo>
                  <a:lnTo>
                    <a:pt x="0" y="392"/>
                  </a:lnTo>
                  <a:lnTo>
                    <a:pt x="13" y="392"/>
                  </a:lnTo>
                  <a:lnTo>
                    <a:pt x="13" y="383"/>
                  </a:lnTo>
                  <a:lnTo>
                    <a:pt x="0" y="383"/>
                  </a:lnTo>
                  <a:lnTo>
                    <a:pt x="0" y="372"/>
                  </a:lnTo>
                  <a:lnTo>
                    <a:pt x="13" y="372"/>
                  </a:lnTo>
                  <a:lnTo>
                    <a:pt x="13" y="361"/>
                  </a:lnTo>
                  <a:lnTo>
                    <a:pt x="13" y="352"/>
                  </a:lnTo>
                  <a:lnTo>
                    <a:pt x="26" y="352"/>
                  </a:lnTo>
                  <a:lnTo>
                    <a:pt x="38" y="352"/>
                  </a:lnTo>
                  <a:lnTo>
                    <a:pt x="51" y="352"/>
                  </a:lnTo>
                  <a:lnTo>
                    <a:pt x="63" y="352"/>
                  </a:lnTo>
                  <a:lnTo>
                    <a:pt x="76" y="352"/>
                  </a:lnTo>
                  <a:lnTo>
                    <a:pt x="76" y="341"/>
                  </a:lnTo>
                  <a:lnTo>
                    <a:pt x="76" y="332"/>
                  </a:lnTo>
                  <a:lnTo>
                    <a:pt x="76" y="321"/>
                  </a:lnTo>
                  <a:lnTo>
                    <a:pt x="76" y="312"/>
                  </a:lnTo>
                  <a:lnTo>
                    <a:pt x="76" y="301"/>
                  </a:lnTo>
                  <a:lnTo>
                    <a:pt x="76" y="292"/>
                  </a:lnTo>
                  <a:lnTo>
                    <a:pt x="76" y="281"/>
                  </a:lnTo>
                  <a:lnTo>
                    <a:pt x="76" y="271"/>
                  </a:lnTo>
                  <a:lnTo>
                    <a:pt x="76" y="261"/>
                  </a:lnTo>
                  <a:lnTo>
                    <a:pt x="76" y="252"/>
                  </a:lnTo>
                  <a:lnTo>
                    <a:pt x="63" y="252"/>
                  </a:lnTo>
                  <a:lnTo>
                    <a:pt x="63" y="241"/>
                  </a:lnTo>
                  <a:lnTo>
                    <a:pt x="51" y="241"/>
                  </a:lnTo>
                  <a:lnTo>
                    <a:pt x="51" y="231"/>
                  </a:lnTo>
                  <a:lnTo>
                    <a:pt x="51" y="221"/>
                  </a:lnTo>
                  <a:lnTo>
                    <a:pt x="63" y="212"/>
                  </a:lnTo>
                  <a:lnTo>
                    <a:pt x="76" y="212"/>
                  </a:lnTo>
                  <a:lnTo>
                    <a:pt x="90" y="212"/>
                  </a:lnTo>
                  <a:lnTo>
                    <a:pt x="90" y="221"/>
                  </a:lnTo>
                  <a:lnTo>
                    <a:pt x="101" y="221"/>
                  </a:lnTo>
                  <a:lnTo>
                    <a:pt x="101" y="212"/>
                  </a:lnTo>
                  <a:lnTo>
                    <a:pt x="114" y="212"/>
                  </a:lnTo>
                  <a:lnTo>
                    <a:pt x="101" y="212"/>
                  </a:lnTo>
                  <a:lnTo>
                    <a:pt x="101" y="200"/>
                  </a:lnTo>
                  <a:lnTo>
                    <a:pt x="114" y="200"/>
                  </a:lnTo>
                  <a:lnTo>
                    <a:pt x="114" y="191"/>
                  </a:lnTo>
                  <a:lnTo>
                    <a:pt x="127" y="191"/>
                  </a:lnTo>
                  <a:lnTo>
                    <a:pt x="127" y="181"/>
                  </a:lnTo>
                  <a:lnTo>
                    <a:pt x="127" y="191"/>
                  </a:lnTo>
                  <a:lnTo>
                    <a:pt x="127" y="181"/>
                  </a:lnTo>
                  <a:lnTo>
                    <a:pt x="139" y="181"/>
                  </a:lnTo>
                  <a:lnTo>
                    <a:pt x="139" y="191"/>
                  </a:lnTo>
                  <a:lnTo>
                    <a:pt x="139" y="181"/>
                  </a:lnTo>
                  <a:lnTo>
                    <a:pt x="152" y="181"/>
                  </a:lnTo>
                  <a:lnTo>
                    <a:pt x="164" y="181"/>
                  </a:lnTo>
                  <a:lnTo>
                    <a:pt x="164" y="171"/>
                  </a:lnTo>
                  <a:lnTo>
                    <a:pt x="164" y="160"/>
                  </a:lnTo>
                  <a:lnTo>
                    <a:pt x="164" y="150"/>
                  </a:lnTo>
                  <a:lnTo>
                    <a:pt x="177" y="150"/>
                  </a:lnTo>
                  <a:lnTo>
                    <a:pt x="177" y="160"/>
                  </a:lnTo>
                  <a:lnTo>
                    <a:pt x="191" y="160"/>
                  </a:lnTo>
                  <a:lnTo>
                    <a:pt x="191" y="150"/>
                  </a:lnTo>
                  <a:lnTo>
                    <a:pt x="191" y="141"/>
                  </a:lnTo>
                  <a:lnTo>
                    <a:pt x="177" y="141"/>
                  </a:lnTo>
                  <a:lnTo>
                    <a:pt x="177" y="129"/>
                  </a:lnTo>
                  <a:lnTo>
                    <a:pt x="177" y="120"/>
                  </a:lnTo>
                  <a:lnTo>
                    <a:pt x="191" y="120"/>
                  </a:lnTo>
                  <a:lnTo>
                    <a:pt x="191" y="110"/>
                  </a:lnTo>
                  <a:lnTo>
                    <a:pt x="191" y="100"/>
                  </a:lnTo>
                  <a:lnTo>
                    <a:pt x="177" y="100"/>
                  </a:lnTo>
                  <a:lnTo>
                    <a:pt x="177" y="89"/>
                  </a:lnTo>
                  <a:lnTo>
                    <a:pt x="177" y="80"/>
                  </a:lnTo>
                  <a:lnTo>
                    <a:pt x="177" y="70"/>
                  </a:lnTo>
                  <a:lnTo>
                    <a:pt x="164" y="70"/>
                  </a:lnTo>
                  <a:lnTo>
                    <a:pt x="164" y="60"/>
                  </a:lnTo>
                  <a:lnTo>
                    <a:pt x="164" y="49"/>
                  </a:lnTo>
                  <a:lnTo>
                    <a:pt x="152" y="49"/>
                  </a:lnTo>
                  <a:lnTo>
                    <a:pt x="139" y="49"/>
                  </a:lnTo>
                  <a:lnTo>
                    <a:pt x="139" y="40"/>
                  </a:lnTo>
                  <a:lnTo>
                    <a:pt x="127" y="40"/>
                  </a:lnTo>
                  <a:lnTo>
                    <a:pt x="127" y="29"/>
                  </a:lnTo>
                  <a:lnTo>
                    <a:pt x="127" y="20"/>
                  </a:lnTo>
                  <a:lnTo>
                    <a:pt x="139" y="20"/>
                  </a:lnTo>
                  <a:lnTo>
                    <a:pt x="152" y="20"/>
                  </a:lnTo>
                  <a:lnTo>
                    <a:pt x="152" y="9"/>
                  </a:lnTo>
                  <a:lnTo>
                    <a:pt x="152" y="20"/>
                  </a:lnTo>
                  <a:lnTo>
                    <a:pt x="164" y="20"/>
                  </a:lnTo>
                  <a:lnTo>
                    <a:pt x="164" y="9"/>
                  </a:lnTo>
                  <a:lnTo>
                    <a:pt x="164" y="0"/>
                  </a:lnTo>
                  <a:lnTo>
                    <a:pt x="177" y="0"/>
                  </a:lnTo>
                  <a:lnTo>
                    <a:pt x="177" y="9"/>
                  </a:lnTo>
                  <a:lnTo>
                    <a:pt x="191" y="9"/>
                  </a:lnTo>
                  <a:lnTo>
                    <a:pt x="202" y="9"/>
                  </a:lnTo>
                  <a:lnTo>
                    <a:pt x="202" y="20"/>
                  </a:lnTo>
                  <a:lnTo>
                    <a:pt x="202" y="9"/>
                  </a:lnTo>
                  <a:lnTo>
                    <a:pt x="202" y="20"/>
                  </a:lnTo>
                  <a:lnTo>
                    <a:pt x="215" y="20"/>
                  </a:lnTo>
                  <a:lnTo>
                    <a:pt x="215" y="29"/>
                  </a:lnTo>
                  <a:lnTo>
                    <a:pt x="227" y="20"/>
                  </a:lnTo>
                  <a:lnTo>
                    <a:pt x="215" y="20"/>
                  </a:lnTo>
                  <a:lnTo>
                    <a:pt x="227" y="20"/>
                  </a:lnTo>
                  <a:lnTo>
                    <a:pt x="227" y="29"/>
                  </a:lnTo>
                  <a:lnTo>
                    <a:pt x="227" y="20"/>
                  </a:lnTo>
                  <a:lnTo>
                    <a:pt x="240" y="20"/>
                  </a:lnTo>
                  <a:lnTo>
                    <a:pt x="240" y="9"/>
                  </a:lnTo>
                  <a:lnTo>
                    <a:pt x="253" y="9"/>
                  </a:lnTo>
                  <a:lnTo>
                    <a:pt x="253" y="20"/>
                  </a:lnTo>
                  <a:lnTo>
                    <a:pt x="253" y="9"/>
                  </a:lnTo>
                  <a:lnTo>
                    <a:pt x="265" y="9"/>
                  </a:lnTo>
                  <a:lnTo>
                    <a:pt x="265" y="20"/>
                  </a:lnTo>
                  <a:lnTo>
                    <a:pt x="265" y="29"/>
                  </a:lnTo>
                  <a:lnTo>
                    <a:pt x="265" y="40"/>
                  </a:lnTo>
                  <a:lnTo>
                    <a:pt x="278" y="40"/>
                  </a:lnTo>
                  <a:lnTo>
                    <a:pt x="278" y="49"/>
                  </a:lnTo>
                  <a:lnTo>
                    <a:pt x="290" y="49"/>
                  </a:lnTo>
                  <a:lnTo>
                    <a:pt x="290" y="60"/>
                  </a:lnTo>
                  <a:lnTo>
                    <a:pt x="290" y="70"/>
                  </a:lnTo>
                  <a:lnTo>
                    <a:pt x="303" y="70"/>
                  </a:lnTo>
                  <a:lnTo>
                    <a:pt x="303" y="80"/>
                  </a:lnTo>
                  <a:lnTo>
                    <a:pt x="303" y="89"/>
                  </a:lnTo>
                  <a:lnTo>
                    <a:pt x="316" y="89"/>
                  </a:lnTo>
                  <a:lnTo>
                    <a:pt x="316" y="80"/>
                  </a:lnTo>
                  <a:lnTo>
                    <a:pt x="316" y="89"/>
                  </a:lnTo>
                  <a:lnTo>
                    <a:pt x="328" y="89"/>
                  </a:lnTo>
                  <a:lnTo>
                    <a:pt x="316" y="89"/>
                  </a:lnTo>
                  <a:lnTo>
                    <a:pt x="328" y="89"/>
                  </a:lnTo>
                  <a:lnTo>
                    <a:pt x="328" y="100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2"/>
            <p:cNvSpPr/>
            <p:nvPr/>
          </p:nvSpPr>
          <p:spPr>
            <a:xfrm>
              <a:off x="3260927" y="2096024"/>
              <a:ext cx="461549" cy="843852"/>
            </a:xfrm>
            <a:custGeom>
              <a:avLst/>
              <a:gdLst/>
              <a:ahLst/>
              <a:cxnLst/>
              <a:rect l="l" t="t" r="r" b="b"/>
              <a:pathLst>
                <a:path w="399" h="581" extrusionOk="0">
                  <a:moveTo>
                    <a:pt x="237" y="290"/>
                  </a:moveTo>
                  <a:lnTo>
                    <a:pt x="237" y="301"/>
                  </a:lnTo>
                  <a:lnTo>
                    <a:pt x="249" y="301"/>
                  </a:lnTo>
                  <a:lnTo>
                    <a:pt x="249" y="311"/>
                  </a:lnTo>
                  <a:lnTo>
                    <a:pt x="261" y="311"/>
                  </a:lnTo>
                  <a:lnTo>
                    <a:pt x="261" y="321"/>
                  </a:lnTo>
                  <a:lnTo>
                    <a:pt x="274" y="321"/>
                  </a:lnTo>
                  <a:lnTo>
                    <a:pt x="274" y="330"/>
                  </a:lnTo>
                  <a:lnTo>
                    <a:pt x="287" y="330"/>
                  </a:lnTo>
                  <a:lnTo>
                    <a:pt x="287" y="342"/>
                  </a:lnTo>
                  <a:lnTo>
                    <a:pt x="299" y="342"/>
                  </a:lnTo>
                  <a:lnTo>
                    <a:pt x="299" y="351"/>
                  </a:lnTo>
                  <a:lnTo>
                    <a:pt x="299" y="361"/>
                  </a:lnTo>
                  <a:lnTo>
                    <a:pt x="312" y="361"/>
                  </a:lnTo>
                  <a:lnTo>
                    <a:pt x="312" y="371"/>
                  </a:lnTo>
                  <a:lnTo>
                    <a:pt x="312" y="381"/>
                  </a:lnTo>
                  <a:lnTo>
                    <a:pt x="326" y="381"/>
                  </a:lnTo>
                  <a:lnTo>
                    <a:pt x="312" y="381"/>
                  </a:lnTo>
                  <a:lnTo>
                    <a:pt x="326" y="381"/>
                  </a:lnTo>
                  <a:lnTo>
                    <a:pt x="326" y="390"/>
                  </a:lnTo>
                  <a:lnTo>
                    <a:pt x="326" y="401"/>
                  </a:lnTo>
                  <a:lnTo>
                    <a:pt x="337" y="401"/>
                  </a:lnTo>
                  <a:lnTo>
                    <a:pt x="326" y="401"/>
                  </a:lnTo>
                  <a:lnTo>
                    <a:pt x="337" y="401"/>
                  </a:lnTo>
                  <a:lnTo>
                    <a:pt x="326" y="401"/>
                  </a:lnTo>
                  <a:lnTo>
                    <a:pt x="337" y="401"/>
                  </a:lnTo>
                  <a:lnTo>
                    <a:pt x="337" y="411"/>
                  </a:lnTo>
                  <a:lnTo>
                    <a:pt x="326" y="411"/>
                  </a:lnTo>
                  <a:lnTo>
                    <a:pt x="337" y="411"/>
                  </a:lnTo>
                  <a:lnTo>
                    <a:pt x="337" y="421"/>
                  </a:lnTo>
                  <a:lnTo>
                    <a:pt x="337" y="430"/>
                  </a:lnTo>
                  <a:lnTo>
                    <a:pt x="337" y="441"/>
                  </a:lnTo>
                  <a:lnTo>
                    <a:pt x="350" y="441"/>
                  </a:lnTo>
                  <a:lnTo>
                    <a:pt x="350" y="450"/>
                  </a:lnTo>
                  <a:lnTo>
                    <a:pt x="350" y="461"/>
                  </a:lnTo>
                  <a:lnTo>
                    <a:pt x="350" y="471"/>
                  </a:lnTo>
                  <a:lnTo>
                    <a:pt x="362" y="471"/>
                  </a:lnTo>
                  <a:lnTo>
                    <a:pt x="362" y="481"/>
                  </a:lnTo>
                  <a:lnTo>
                    <a:pt x="374" y="481"/>
                  </a:lnTo>
                  <a:lnTo>
                    <a:pt x="374" y="492"/>
                  </a:lnTo>
                  <a:lnTo>
                    <a:pt x="374" y="501"/>
                  </a:lnTo>
                  <a:lnTo>
                    <a:pt x="374" y="512"/>
                  </a:lnTo>
                  <a:lnTo>
                    <a:pt x="388" y="512"/>
                  </a:lnTo>
                  <a:lnTo>
                    <a:pt x="388" y="521"/>
                  </a:lnTo>
                  <a:lnTo>
                    <a:pt x="399" y="521"/>
                  </a:lnTo>
                  <a:lnTo>
                    <a:pt x="399" y="531"/>
                  </a:lnTo>
                  <a:lnTo>
                    <a:pt x="388" y="531"/>
                  </a:lnTo>
                  <a:lnTo>
                    <a:pt x="374" y="531"/>
                  </a:lnTo>
                  <a:lnTo>
                    <a:pt x="374" y="541"/>
                  </a:lnTo>
                  <a:lnTo>
                    <a:pt x="362" y="541"/>
                  </a:lnTo>
                  <a:lnTo>
                    <a:pt x="362" y="552"/>
                  </a:lnTo>
                  <a:lnTo>
                    <a:pt x="350" y="552"/>
                  </a:lnTo>
                  <a:lnTo>
                    <a:pt x="362" y="552"/>
                  </a:lnTo>
                  <a:lnTo>
                    <a:pt x="350" y="552"/>
                  </a:lnTo>
                  <a:lnTo>
                    <a:pt x="350" y="561"/>
                  </a:lnTo>
                  <a:lnTo>
                    <a:pt x="337" y="561"/>
                  </a:lnTo>
                  <a:lnTo>
                    <a:pt x="326" y="561"/>
                  </a:lnTo>
                  <a:lnTo>
                    <a:pt x="326" y="571"/>
                  </a:lnTo>
                  <a:lnTo>
                    <a:pt x="312" y="571"/>
                  </a:lnTo>
                  <a:lnTo>
                    <a:pt x="312" y="561"/>
                  </a:lnTo>
                  <a:lnTo>
                    <a:pt x="299" y="561"/>
                  </a:lnTo>
                  <a:lnTo>
                    <a:pt x="299" y="571"/>
                  </a:lnTo>
                  <a:lnTo>
                    <a:pt x="287" y="571"/>
                  </a:lnTo>
                  <a:lnTo>
                    <a:pt x="287" y="581"/>
                  </a:lnTo>
                  <a:lnTo>
                    <a:pt x="274" y="581"/>
                  </a:lnTo>
                  <a:lnTo>
                    <a:pt x="274" y="571"/>
                  </a:lnTo>
                  <a:lnTo>
                    <a:pt x="261" y="571"/>
                  </a:lnTo>
                  <a:lnTo>
                    <a:pt x="261" y="561"/>
                  </a:lnTo>
                  <a:lnTo>
                    <a:pt x="249" y="561"/>
                  </a:lnTo>
                  <a:lnTo>
                    <a:pt x="249" y="552"/>
                  </a:lnTo>
                  <a:lnTo>
                    <a:pt x="249" y="541"/>
                  </a:lnTo>
                  <a:lnTo>
                    <a:pt x="249" y="531"/>
                  </a:lnTo>
                  <a:lnTo>
                    <a:pt x="261" y="531"/>
                  </a:lnTo>
                  <a:lnTo>
                    <a:pt x="249" y="531"/>
                  </a:lnTo>
                  <a:lnTo>
                    <a:pt x="237" y="531"/>
                  </a:lnTo>
                  <a:lnTo>
                    <a:pt x="237" y="541"/>
                  </a:lnTo>
                  <a:lnTo>
                    <a:pt x="225" y="541"/>
                  </a:lnTo>
                  <a:lnTo>
                    <a:pt x="212" y="541"/>
                  </a:lnTo>
                  <a:lnTo>
                    <a:pt x="199" y="541"/>
                  </a:lnTo>
                  <a:lnTo>
                    <a:pt x="187" y="541"/>
                  </a:lnTo>
                  <a:lnTo>
                    <a:pt x="187" y="531"/>
                  </a:lnTo>
                  <a:lnTo>
                    <a:pt x="187" y="521"/>
                  </a:lnTo>
                  <a:lnTo>
                    <a:pt x="187" y="512"/>
                  </a:lnTo>
                  <a:lnTo>
                    <a:pt x="174" y="512"/>
                  </a:lnTo>
                  <a:lnTo>
                    <a:pt x="174" y="521"/>
                  </a:lnTo>
                  <a:lnTo>
                    <a:pt x="174" y="512"/>
                  </a:lnTo>
                  <a:lnTo>
                    <a:pt x="162" y="512"/>
                  </a:lnTo>
                  <a:lnTo>
                    <a:pt x="162" y="521"/>
                  </a:lnTo>
                  <a:lnTo>
                    <a:pt x="162" y="512"/>
                  </a:lnTo>
                  <a:lnTo>
                    <a:pt x="149" y="512"/>
                  </a:lnTo>
                  <a:lnTo>
                    <a:pt x="149" y="521"/>
                  </a:lnTo>
                  <a:lnTo>
                    <a:pt x="136" y="521"/>
                  </a:lnTo>
                  <a:lnTo>
                    <a:pt x="136" y="531"/>
                  </a:lnTo>
                  <a:lnTo>
                    <a:pt x="136" y="541"/>
                  </a:lnTo>
                  <a:lnTo>
                    <a:pt x="125" y="541"/>
                  </a:lnTo>
                  <a:lnTo>
                    <a:pt x="125" y="552"/>
                  </a:lnTo>
                  <a:lnTo>
                    <a:pt x="125" y="561"/>
                  </a:lnTo>
                  <a:lnTo>
                    <a:pt x="112" y="561"/>
                  </a:lnTo>
                  <a:lnTo>
                    <a:pt x="100" y="561"/>
                  </a:lnTo>
                  <a:lnTo>
                    <a:pt x="100" y="552"/>
                  </a:lnTo>
                  <a:lnTo>
                    <a:pt x="100" y="541"/>
                  </a:lnTo>
                  <a:lnTo>
                    <a:pt x="87" y="541"/>
                  </a:lnTo>
                  <a:lnTo>
                    <a:pt x="87" y="531"/>
                  </a:lnTo>
                  <a:lnTo>
                    <a:pt x="87" y="521"/>
                  </a:lnTo>
                  <a:lnTo>
                    <a:pt x="73" y="521"/>
                  </a:lnTo>
                  <a:lnTo>
                    <a:pt x="62" y="521"/>
                  </a:lnTo>
                  <a:lnTo>
                    <a:pt x="62" y="512"/>
                  </a:lnTo>
                  <a:lnTo>
                    <a:pt x="49" y="512"/>
                  </a:lnTo>
                  <a:lnTo>
                    <a:pt x="35" y="512"/>
                  </a:lnTo>
                  <a:lnTo>
                    <a:pt x="35" y="501"/>
                  </a:lnTo>
                  <a:lnTo>
                    <a:pt x="35" y="512"/>
                  </a:lnTo>
                  <a:lnTo>
                    <a:pt x="24" y="512"/>
                  </a:lnTo>
                  <a:lnTo>
                    <a:pt x="24" y="501"/>
                  </a:lnTo>
                  <a:lnTo>
                    <a:pt x="35" y="501"/>
                  </a:lnTo>
                  <a:lnTo>
                    <a:pt x="35" y="492"/>
                  </a:lnTo>
                  <a:lnTo>
                    <a:pt x="49" y="492"/>
                  </a:lnTo>
                  <a:lnTo>
                    <a:pt x="35" y="492"/>
                  </a:lnTo>
                  <a:lnTo>
                    <a:pt x="35" y="481"/>
                  </a:lnTo>
                  <a:lnTo>
                    <a:pt x="49" y="481"/>
                  </a:lnTo>
                  <a:lnTo>
                    <a:pt x="35" y="481"/>
                  </a:lnTo>
                  <a:lnTo>
                    <a:pt x="49" y="481"/>
                  </a:lnTo>
                  <a:lnTo>
                    <a:pt x="49" y="471"/>
                  </a:lnTo>
                  <a:lnTo>
                    <a:pt x="35" y="471"/>
                  </a:lnTo>
                  <a:lnTo>
                    <a:pt x="35" y="461"/>
                  </a:lnTo>
                  <a:lnTo>
                    <a:pt x="35" y="450"/>
                  </a:lnTo>
                  <a:lnTo>
                    <a:pt x="24" y="450"/>
                  </a:lnTo>
                  <a:lnTo>
                    <a:pt x="35" y="450"/>
                  </a:lnTo>
                  <a:lnTo>
                    <a:pt x="24" y="450"/>
                  </a:lnTo>
                  <a:lnTo>
                    <a:pt x="35" y="450"/>
                  </a:lnTo>
                  <a:lnTo>
                    <a:pt x="35" y="441"/>
                  </a:lnTo>
                  <a:lnTo>
                    <a:pt x="35" y="430"/>
                  </a:lnTo>
                  <a:lnTo>
                    <a:pt x="35" y="421"/>
                  </a:lnTo>
                  <a:lnTo>
                    <a:pt x="49" y="421"/>
                  </a:lnTo>
                  <a:lnTo>
                    <a:pt x="49" y="411"/>
                  </a:lnTo>
                  <a:lnTo>
                    <a:pt x="62" y="411"/>
                  </a:lnTo>
                  <a:lnTo>
                    <a:pt x="62" y="401"/>
                  </a:lnTo>
                  <a:lnTo>
                    <a:pt x="73" y="401"/>
                  </a:lnTo>
                  <a:lnTo>
                    <a:pt x="73" y="390"/>
                  </a:lnTo>
                  <a:lnTo>
                    <a:pt x="73" y="381"/>
                  </a:lnTo>
                  <a:lnTo>
                    <a:pt x="73" y="390"/>
                  </a:lnTo>
                  <a:lnTo>
                    <a:pt x="62" y="381"/>
                  </a:lnTo>
                  <a:lnTo>
                    <a:pt x="62" y="390"/>
                  </a:lnTo>
                  <a:lnTo>
                    <a:pt x="62" y="381"/>
                  </a:lnTo>
                  <a:lnTo>
                    <a:pt x="49" y="381"/>
                  </a:lnTo>
                  <a:lnTo>
                    <a:pt x="35" y="381"/>
                  </a:lnTo>
                  <a:lnTo>
                    <a:pt x="35" y="371"/>
                  </a:lnTo>
                  <a:lnTo>
                    <a:pt x="24" y="371"/>
                  </a:lnTo>
                  <a:lnTo>
                    <a:pt x="24" y="361"/>
                  </a:lnTo>
                  <a:lnTo>
                    <a:pt x="24" y="351"/>
                  </a:lnTo>
                  <a:lnTo>
                    <a:pt x="11" y="351"/>
                  </a:lnTo>
                  <a:lnTo>
                    <a:pt x="11" y="361"/>
                  </a:lnTo>
                  <a:lnTo>
                    <a:pt x="11" y="351"/>
                  </a:lnTo>
                  <a:lnTo>
                    <a:pt x="11" y="342"/>
                  </a:lnTo>
                  <a:lnTo>
                    <a:pt x="0" y="342"/>
                  </a:lnTo>
                  <a:lnTo>
                    <a:pt x="11" y="342"/>
                  </a:lnTo>
                  <a:lnTo>
                    <a:pt x="11" y="330"/>
                  </a:lnTo>
                  <a:lnTo>
                    <a:pt x="0" y="330"/>
                  </a:lnTo>
                  <a:lnTo>
                    <a:pt x="0" y="321"/>
                  </a:lnTo>
                  <a:lnTo>
                    <a:pt x="11" y="321"/>
                  </a:lnTo>
                  <a:lnTo>
                    <a:pt x="11" y="311"/>
                  </a:lnTo>
                  <a:lnTo>
                    <a:pt x="24" y="311"/>
                  </a:lnTo>
                  <a:lnTo>
                    <a:pt x="24" y="301"/>
                  </a:lnTo>
                  <a:lnTo>
                    <a:pt x="35" y="301"/>
                  </a:lnTo>
                  <a:lnTo>
                    <a:pt x="35" y="311"/>
                  </a:lnTo>
                  <a:lnTo>
                    <a:pt x="35" y="301"/>
                  </a:lnTo>
                  <a:lnTo>
                    <a:pt x="49" y="301"/>
                  </a:lnTo>
                  <a:lnTo>
                    <a:pt x="49" y="290"/>
                  </a:lnTo>
                  <a:lnTo>
                    <a:pt x="35" y="290"/>
                  </a:lnTo>
                  <a:lnTo>
                    <a:pt x="35" y="282"/>
                  </a:lnTo>
                  <a:lnTo>
                    <a:pt x="49" y="282"/>
                  </a:lnTo>
                  <a:lnTo>
                    <a:pt x="49" y="271"/>
                  </a:lnTo>
                  <a:lnTo>
                    <a:pt x="62" y="271"/>
                  </a:lnTo>
                  <a:lnTo>
                    <a:pt x="62" y="261"/>
                  </a:lnTo>
                  <a:lnTo>
                    <a:pt x="49" y="261"/>
                  </a:lnTo>
                  <a:lnTo>
                    <a:pt x="49" y="271"/>
                  </a:lnTo>
                  <a:lnTo>
                    <a:pt x="49" y="261"/>
                  </a:lnTo>
                  <a:lnTo>
                    <a:pt x="35" y="261"/>
                  </a:lnTo>
                  <a:lnTo>
                    <a:pt x="49" y="261"/>
                  </a:lnTo>
                  <a:lnTo>
                    <a:pt x="35" y="261"/>
                  </a:lnTo>
                  <a:lnTo>
                    <a:pt x="49" y="261"/>
                  </a:lnTo>
                  <a:lnTo>
                    <a:pt x="35" y="261"/>
                  </a:lnTo>
                  <a:lnTo>
                    <a:pt x="35" y="251"/>
                  </a:lnTo>
                  <a:lnTo>
                    <a:pt x="24" y="251"/>
                  </a:lnTo>
                  <a:lnTo>
                    <a:pt x="24" y="261"/>
                  </a:lnTo>
                  <a:lnTo>
                    <a:pt x="35" y="261"/>
                  </a:lnTo>
                  <a:lnTo>
                    <a:pt x="24" y="261"/>
                  </a:lnTo>
                  <a:lnTo>
                    <a:pt x="24" y="251"/>
                  </a:lnTo>
                  <a:lnTo>
                    <a:pt x="11" y="251"/>
                  </a:lnTo>
                  <a:lnTo>
                    <a:pt x="11" y="261"/>
                  </a:lnTo>
                  <a:lnTo>
                    <a:pt x="11" y="251"/>
                  </a:lnTo>
                  <a:lnTo>
                    <a:pt x="11" y="240"/>
                  </a:lnTo>
                  <a:lnTo>
                    <a:pt x="24" y="240"/>
                  </a:lnTo>
                  <a:lnTo>
                    <a:pt x="24" y="230"/>
                  </a:lnTo>
                  <a:lnTo>
                    <a:pt x="24" y="220"/>
                  </a:lnTo>
                  <a:lnTo>
                    <a:pt x="11" y="220"/>
                  </a:lnTo>
                  <a:lnTo>
                    <a:pt x="11" y="211"/>
                  </a:lnTo>
                  <a:lnTo>
                    <a:pt x="11" y="200"/>
                  </a:lnTo>
                  <a:lnTo>
                    <a:pt x="11" y="191"/>
                  </a:lnTo>
                  <a:lnTo>
                    <a:pt x="11" y="180"/>
                  </a:lnTo>
                  <a:lnTo>
                    <a:pt x="11" y="171"/>
                  </a:lnTo>
                  <a:lnTo>
                    <a:pt x="24" y="171"/>
                  </a:lnTo>
                  <a:lnTo>
                    <a:pt x="35" y="171"/>
                  </a:lnTo>
                  <a:lnTo>
                    <a:pt x="35" y="160"/>
                  </a:lnTo>
                  <a:lnTo>
                    <a:pt x="35" y="151"/>
                  </a:lnTo>
                  <a:lnTo>
                    <a:pt x="35" y="141"/>
                  </a:lnTo>
                  <a:lnTo>
                    <a:pt x="24" y="141"/>
                  </a:lnTo>
                  <a:lnTo>
                    <a:pt x="24" y="131"/>
                  </a:lnTo>
                  <a:lnTo>
                    <a:pt x="24" y="120"/>
                  </a:lnTo>
                  <a:lnTo>
                    <a:pt x="24" y="111"/>
                  </a:lnTo>
                  <a:lnTo>
                    <a:pt x="11" y="111"/>
                  </a:lnTo>
                  <a:lnTo>
                    <a:pt x="11" y="100"/>
                  </a:lnTo>
                  <a:lnTo>
                    <a:pt x="24" y="100"/>
                  </a:lnTo>
                  <a:lnTo>
                    <a:pt x="24" y="91"/>
                  </a:lnTo>
                  <a:lnTo>
                    <a:pt x="35" y="91"/>
                  </a:lnTo>
                  <a:lnTo>
                    <a:pt x="35" y="80"/>
                  </a:lnTo>
                  <a:lnTo>
                    <a:pt x="49" y="80"/>
                  </a:lnTo>
                  <a:lnTo>
                    <a:pt x="49" y="71"/>
                  </a:lnTo>
                  <a:lnTo>
                    <a:pt x="49" y="60"/>
                  </a:lnTo>
                  <a:lnTo>
                    <a:pt x="62" y="60"/>
                  </a:lnTo>
                  <a:lnTo>
                    <a:pt x="73" y="60"/>
                  </a:lnTo>
                  <a:lnTo>
                    <a:pt x="73" y="71"/>
                  </a:lnTo>
                  <a:lnTo>
                    <a:pt x="87" y="71"/>
                  </a:lnTo>
                  <a:lnTo>
                    <a:pt x="100" y="71"/>
                  </a:lnTo>
                  <a:lnTo>
                    <a:pt x="100" y="60"/>
                  </a:lnTo>
                  <a:lnTo>
                    <a:pt x="112" y="60"/>
                  </a:lnTo>
                  <a:lnTo>
                    <a:pt x="112" y="51"/>
                  </a:lnTo>
                  <a:lnTo>
                    <a:pt x="125" y="51"/>
                  </a:lnTo>
                  <a:lnTo>
                    <a:pt x="125" y="41"/>
                  </a:lnTo>
                  <a:lnTo>
                    <a:pt x="125" y="30"/>
                  </a:lnTo>
                  <a:lnTo>
                    <a:pt x="125" y="20"/>
                  </a:lnTo>
                  <a:lnTo>
                    <a:pt x="136" y="20"/>
                  </a:lnTo>
                  <a:lnTo>
                    <a:pt x="136" y="10"/>
                  </a:lnTo>
                  <a:lnTo>
                    <a:pt x="149" y="10"/>
                  </a:lnTo>
                  <a:lnTo>
                    <a:pt x="149" y="0"/>
                  </a:lnTo>
                  <a:lnTo>
                    <a:pt x="162" y="0"/>
                  </a:lnTo>
                  <a:lnTo>
                    <a:pt x="174" y="0"/>
                  </a:lnTo>
                  <a:lnTo>
                    <a:pt x="174" y="10"/>
                  </a:lnTo>
                  <a:lnTo>
                    <a:pt x="187" y="10"/>
                  </a:lnTo>
                  <a:lnTo>
                    <a:pt x="187" y="20"/>
                  </a:lnTo>
                  <a:lnTo>
                    <a:pt x="187" y="30"/>
                  </a:lnTo>
                  <a:lnTo>
                    <a:pt x="187" y="41"/>
                  </a:lnTo>
                  <a:lnTo>
                    <a:pt x="187" y="51"/>
                  </a:lnTo>
                  <a:lnTo>
                    <a:pt x="187" y="60"/>
                  </a:lnTo>
                  <a:lnTo>
                    <a:pt x="187" y="71"/>
                  </a:lnTo>
                  <a:lnTo>
                    <a:pt x="187" y="80"/>
                  </a:lnTo>
                  <a:lnTo>
                    <a:pt x="174" y="80"/>
                  </a:lnTo>
                  <a:lnTo>
                    <a:pt x="174" y="91"/>
                  </a:lnTo>
                  <a:lnTo>
                    <a:pt x="174" y="100"/>
                  </a:lnTo>
                  <a:lnTo>
                    <a:pt x="174" y="111"/>
                  </a:lnTo>
                  <a:lnTo>
                    <a:pt x="174" y="120"/>
                  </a:lnTo>
                  <a:lnTo>
                    <a:pt x="187" y="120"/>
                  </a:lnTo>
                  <a:lnTo>
                    <a:pt x="187" y="131"/>
                  </a:lnTo>
                  <a:lnTo>
                    <a:pt x="187" y="120"/>
                  </a:lnTo>
                  <a:lnTo>
                    <a:pt x="199" y="120"/>
                  </a:lnTo>
                  <a:lnTo>
                    <a:pt x="199" y="131"/>
                  </a:lnTo>
                  <a:lnTo>
                    <a:pt x="212" y="131"/>
                  </a:lnTo>
                  <a:lnTo>
                    <a:pt x="212" y="141"/>
                  </a:lnTo>
                  <a:lnTo>
                    <a:pt x="225" y="151"/>
                  </a:lnTo>
                  <a:lnTo>
                    <a:pt x="212" y="151"/>
                  </a:lnTo>
                  <a:lnTo>
                    <a:pt x="212" y="160"/>
                  </a:lnTo>
                  <a:lnTo>
                    <a:pt x="199" y="160"/>
                  </a:lnTo>
                  <a:lnTo>
                    <a:pt x="212" y="160"/>
                  </a:lnTo>
                  <a:lnTo>
                    <a:pt x="212" y="171"/>
                  </a:lnTo>
                  <a:lnTo>
                    <a:pt x="199" y="171"/>
                  </a:lnTo>
                  <a:lnTo>
                    <a:pt x="199" y="180"/>
                  </a:lnTo>
                  <a:lnTo>
                    <a:pt x="187" y="180"/>
                  </a:lnTo>
                  <a:lnTo>
                    <a:pt x="187" y="191"/>
                  </a:lnTo>
                  <a:lnTo>
                    <a:pt x="187" y="200"/>
                  </a:lnTo>
                  <a:lnTo>
                    <a:pt x="174" y="200"/>
                  </a:lnTo>
                  <a:lnTo>
                    <a:pt x="187" y="200"/>
                  </a:lnTo>
                  <a:lnTo>
                    <a:pt x="187" y="211"/>
                  </a:lnTo>
                  <a:lnTo>
                    <a:pt x="174" y="211"/>
                  </a:lnTo>
                  <a:lnTo>
                    <a:pt x="174" y="220"/>
                  </a:lnTo>
                  <a:lnTo>
                    <a:pt x="174" y="230"/>
                  </a:lnTo>
                  <a:lnTo>
                    <a:pt x="174" y="240"/>
                  </a:lnTo>
                  <a:lnTo>
                    <a:pt x="187" y="240"/>
                  </a:lnTo>
                  <a:lnTo>
                    <a:pt x="187" y="251"/>
                  </a:lnTo>
                  <a:lnTo>
                    <a:pt x="187" y="261"/>
                  </a:lnTo>
                  <a:lnTo>
                    <a:pt x="199" y="261"/>
                  </a:lnTo>
                  <a:lnTo>
                    <a:pt x="199" y="271"/>
                  </a:lnTo>
                  <a:lnTo>
                    <a:pt x="212" y="271"/>
                  </a:lnTo>
                  <a:lnTo>
                    <a:pt x="225" y="271"/>
                  </a:lnTo>
                  <a:lnTo>
                    <a:pt x="225" y="282"/>
                  </a:lnTo>
                  <a:lnTo>
                    <a:pt x="237" y="282"/>
                  </a:lnTo>
                  <a:lnTo>
                    <a:pt x="237" y="29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2"/>
            <p:cNvSpPr/>
            <p:nvPr/>
          </p:nvSpPr>
          <p:spPr>
            <a:xfrm>
              <a:off x="4718785" y="3872552"/>
              <a:ext cx="966072" cy="1156520"/>
            </a:xfrm>
            <a:custGeom>
              <a:avLst/>
              <a:gdLst/>
              <a:ahLst/>
              <a:cxnLst/>
              <a:rect l="l" t="t" r="r" b="b"/>
              <a:pathLst>
                <a:path w="833" h="795" extrusionOk="0">
                  <a:moveTo>
                    <a:pt x="403" y="462"/>
                  </a:moveTo>
                  <a:lnTo>
                    <a:pt x="391" y="462"/>
                  </a:lnTo>
                  <a:lnTo>
                    <a:pt x="379" y="462"/>
                  </a:lnTo>
                  <a:lnTo>
                    <a:pt x="365" y="462"/>
                  </a:lnTo>
                  <a:lnTo>
                    <a:pt x="365" y="453"/>
                  </a:lnTo>
                  <a:lnTo>
                    <a:pt x="365" y="442"/>
                  </a:lnTo>
                  <a:lnTo>
                    <a:pt x="354" y="442"/>
                  </a:lnTo>
                  <a:lnTo>
                    <a:pt x="340" y="442"/>
                  </a:lnTo>
                  <a:lnTo>
                    <a:pt x="327" y="433"/>
                  </a:lnTo>
                  <a:lnTo>
                    <a:pt x="315" y="433"/>
                  </a:lnTo>
                  <a:lnTo>
                    <a:pt x="302" y="433"/>
                  </a:lnTo>
                  <a:lnTo>
                    <a:pt x="302" y="422"/>
                  </a:lnTo>
                  <a:lnTo>
                    <a:pt x="290" y="422"/>
                  </a:lnTo>
                  <a:lnTo>
                    <a:pt x="278" y="422"/>
                  </a:lnTo>
                  <a:lnTo>
                    <a:pt x="278" y="413"/>
                  </a:lnTo>
                  <a:lnTo>
                    <a:pt x="278" y="422"/>
                  </a:lnTo>
                  <a:lnTo>
                    <a:pt x="278" y="413"/>
                  </a:lnTo>
                  <a:lnTo>
                    <a:pt x="264" y="413"/>
                  </a:lnTo>
                  <a:lnTo>
                    <a:pt x="253" y="413"/>
                  </a:lnTo>
                  <a:lnTo>
                    <a:pt x="253" y="402"/>
                  </a:lnTo>
                  <a:lnTo>
                    <a:pt x="239" y="402"/>
                  </a:lnTo>
                  <a:lnTo>
                    <a:pt x="228" y="402"/>
                  </a:lnTo>
                  <a:lnTo>
                    <a:pt x="228" y="413"/>
                  </a:lnTo>
                  <a:lnTo>
                    <a:pt x="214" y="413"/>
                  </a:lnTo>
                  <a:lnTo>
                    <a:pt x="201" y="413"/>
                  </a:lnTo>
                  <a:lnTo>
                    <a:pt x="189" y="413"/>
                  </a:lnTo>
                  <a:lnTo>
                    <a:pt x="176" y="413"/>
                  </a:lnTo>
                  <a:lnTo>
                    <a:pt x="176" y="402"/>
                  </a:lnTo>
                  <a:lnTo>
                    <a:pt x="165" y="402"/>
                  </a:lnTo>
                  <a:lnTo>
                    <a:pt x="165" y="393"/>
                  </a:lnTo>
                  <a:lnTo>
                    <a:pt x="151" y="393"/>
                  </a:lnTo>
                  <a:lnTo>
                    <a:pt x="165" y="393"/>
                  </a:lnTo>
                  <a:lnTo>
                    <a:pt x="151" y="393"/>
                  </a:lnTo>
                  <a:lnTo>
                    <a:pt x="151" y="382"/>
                  </a:lnTo>
                  <a:lnTo>
                    <a:pt x="138" y="382"/>
                  </a:lnTo>
                  <a:lnTo>
                    <a:pt x="138" y="373"/>
                  </a:lnTo>
                  <a:lnTo>
                    <a:pt x="138" y="362"/>
                  </a:lnTo>
                  <a:lnTo>
                    <a:pt x="126" y="362"/>
                  </a:lnTo>
                  <a:lnTo>
                    <a:pt x="126" y="353"/>
                  </a:lnTo>
                  <a:lnTo>
                    <a:pt x="126" y="362"/>
                  </a:lnTo>
                  <a:lnTo>
                    <a:pt x="126" y="353"/>
                  </a:lnTo>
                  <a:lnTo>
                    <a:pt x="126" y="342"/>
                  </a:lnTo>
                  <a:lnTo>
                    <a:pt x="113" y="342"/>
                  </a:lnTo>
                  <a:lnTo>
                    <a:pt x="113" y="332"/>
                  </a:lnTo>
                  <a:lnTo>
                    <a:pt x="113" y="322"/>
                  </a:lnTo>
                  <a:lnTo>
                    <a:pt x="101" y="322"/>
                  </a:lnTo>
                  <a:lnTo>
                    <a:pt x="101" y="311"/>
                  </a:lnTo>
                  <a:lnTo>
                    <a:pt x="113" y="311"/>
                  </a:lnTo>
                  <a:lnTo>
                    <a:pt x="101" y="311"/>
                  </a:lnTo>
                  <a:lnTo>
                    <a:pt x="101" y="302"/>
                  </a:lnTo>
                  <a:lnTo>
                    <a:pt x="88" y="302"/>
                  </a:lnTo>
                  <a:lnTo>
                    <a:pt x="88" y="292"/>
                  </a:lnTo>
                  <a:lnTo>
                    <a:pt x="88" y="282"/>
                  </a:lnTo>
                  <a:lnTo>
                    <a:pt x="75" y="282"/>
                  </a:lnTo>
                  <a:lnTo>
                    <a:pt x="75" y="271"/>
                  </a:lnTo>
                  <a:lnTo>
                    <a:pt x="64" y="271"/>
                  </a:lnTo>
                  <a:lnTo>
                    <a:pt x="75" y="271"/>
                  </a:lnTo>
                  <a:lnTo>
                    <a:pt x="64" y="271"/>
                  </a:lnTo>
                  <a:lnTo>
                    <a:pt x="64" y="262"/>
                  </a:lnTo>
                  <a:lnTo>
                    <a:pt x="64" y="271"/>
                  </a:lnTo>
                  <a:lnTo>
                    <a:pt x="50" y="271"/>
                  </a:lnTo>
                  <a:lnTo>
                    <a:pt x="50" y="262"/>
                  </a:lnTo>
                  <a:lnTo>
                    <a:pt x="50" y="251"/>
                  </a:lnTo>
                  <a:lnTo>
                    <a:pt x="37" y="251"/>
                  </a:lnTo>
                  <a:lnTo>
                    <a:pt x="37" y="242"/>
                  </a:lnTo>
                  <a:lnTo>
                    <a:pt x="37" y="231"/>
                  </a:lnTo>
                  <a:lnTo>
                    <a:pt x="25" y="231"/>
                  </a:lnTo>
                  <a:lnTo>
                    <a:pt x="25" y="221"/>
                  </a:lnTo>
                  <a:lnTo>
                    <a:pt x="12" y="221"/>
                  </a:lnTo>
                  <a:lnTo>
                    <a:pt x="12" y="211"/>
                  </a:lnTo>
                  <a:lnTo>
                    <a:pt x="12" y="202"/>
                  </a:lnTo>
                  <a:lnTo>
                    <a:pt x="12" y="192"/>
                  </a:lnTo>
                  <a:lnTo>
                    <a:pt x="0" y="192"/>
                  </a:lnTo>
                  <a:lnTo>
                    <a:pt x="12" y="192"/>
                  </a:lnTo>
                  <a:lnTo>
                    <a:pt x="12" y="182"/>
                  </a:lnTo>
                  <a:lnTo>
                    <a:pt x="25" y="182"/>
                  </a:lnTo>
                  <a:lnTo>
                    <a:pt x="25" y="171"/>
                  </a:lnTo>
                  <a:lnTo>
                    <a:pt x="37" y="171"/>
                  </a:lnTo>
                  <a:lnTo>
                    <a:pt x="50" y="171"/>
                  </a:lnTo>
                  <a:lnTo>
                    <a:pt x="64" y="171"/>
                  </a:lnTo>
                  <a:lnTo>
                    <a:pt x="64" y="182"/>
                  </a:lnTo>
                  <a:lnTo>
                    <a:pt x="64" y="192"/>
                  </a:lnTo>
                  <a:lnTo>
                    <a:pt x="75" y="202"/>
                  </a:lnTo>
                  <a:lnTo>
                    <a:pt x="75" y="211"/>
                  </a:lnTo>
                  <a:lnTo>
                    <a:pt x="88" y="211"/>
                  </a:lnTo>
                  <a:lnTo>
                    <a:pt x="88" y="221"/>
                  </a:lnTo>
                  <a:lnTo>
                    <a:pt x="101" y="221"/>
                  </a:lnTo>
                  <a:lnTo>
                    <a:pt x="101" y="211"/>
                  </a:lnTo>
                  <a:lnTo>
                    <a:pt x="101" y="202"/>
                  </a:lnTo>
                  <a:lnTo>
                    <a:pt x="101" y="192"/>
                  </a:lnTo>
                  <a:lnTo>
                    <a:pt x="113" y="192"/>
                  </a:lnTo>
                  <a:lnTo>
                    <a:pt x="126" y="192"/>
                  </a:lnTo>
                  <a:lnTo>
                    <a:pt x="126" y="182"/>
                  </a:lnTo>
                  <a:lnTo>
                    <a:pt x="138" y="171"/>
                  </a:lnTo>
                  <a:lnTo>
                    <a:pt x="151" y="171"/>
                  </a:lnTo>
                  <a:lnTo>
                    <a:pt x="138" y="171"/>
                  </a:lnTo>
                  <a:lnTo>
                    <a:pt x="138" y="162"/>
                  </a:lnTo>
                  <a:lnTo>
                    <a:pt x="138" y="171"/>
                  </a:lnTo>
                  <a:lnTo>
                    <a:pt x="138" y="162"/>
                  </a:lnTo>
                  <a:lnTo>
                    <a:pt x="138" y="151"/>
                  </a:lnTo>
                  <a:lnTo>
                    <a:pt x="126" y="151"/>
                  </a:lnTo>
                  <a:lnTo>
                    <a:pt x="126" y="142"/>
                  </a:lnTo>
                  <a:lnTo>
                    <a:pt x="126" y="131"/>
                  </a:lnTo>
                  <a:lnTo>
                    <a:pt x="126" y="121"/>
                  </a:lnTo>
                  <a:lnTo>
                    <a:pt x="113" y="121"/>
                  </a:lnTo>
                  <a:lnTo>
                    <a:pt x="113" y="111"/>
                  </a:lnTo>
                  <a:lnTo>
                    <a:pt x="101" y="111"/>
                  </a:lnTo>
                  <a:lnTo>
                    <a:pt x="101" y="100"/>
                  </a:lnTo>
                  <a:lnTo>
                    <a:pt x="101" y="91"/>
                  </a:lnTo>
                  <a:lnTo>
                    <a:pt x="88" y="91"/>
                  </a:lnTo>
                  <a:lnTo>
                    <a:pt x="88" y="80"/>
                  </a:lnTo>
                  <a:lnTo>
                    <a:pt x="88" y="71"/>
                  </a:lnTo>
                  <a:lnTo>
                    <a:pt x="101" y="71"/>
                  </a:lnTo>
                  <a:lnTo>
                    <a:pt x="101" y="60"/>
                  </a:lnTo>
                  <a:lnTo>
                    <a:pt x="113" y="60"/>
                  </a:lnTo>
                  <a:lnTo>
                    <a:pt x="126" y="60"/>
                  </a:lnTo>
                  <a:lnTo>
                    <a:pt x="126" y="51"/>
                  </a:lnTo>
                  <a:lnTo>
                    <a:pt x="126" y="40"/>
                  </a:lnTo>
                  <a:lnTo>
                    <a:pt x="138" y="40"/>
                  </a:lnTo>
                  <a:lnTo>
                    <a:pt x="138" y="31"/>
                  </a:lnTo>
                  <a:lnTo>
                    <a:pt x="151" y="31"/>
                  </a:lnTo>
                  <a:lnTo>
                    <a:pt x="151" y="20"/>
                  </a:lnTo>
                  <a:lnTo>
                    <a:pt x="165" y="20"/>
                  </a:lnTo>
                  <a:lnTo>
                    <a:pt x="176" y="20"/>
                  </a:lnTo>
                  <a:lnTo>
                    <a:pt x="189" y="20"/>
                  </a:lnTo>
                  <a:lnTo>
                    <a:pt x="189" y="11"/>
                  </a:lnTo>
                  <a:lnTo>
                    <a:pt x="189" y="20"/>
                  </a:lnTo>
                  <a:lnTo>
                    <a:pt x="201" y="20"/>
                  </a:lnTo>
                  <a:lnTo>
                    <a:pt x="201" y="11"/>
                  </a:lnTo>
                  <a:lnTo>
                    <a:pt x="214" y="11"/>
                  </a:lnTo>
                  <a:lnTo>
                    <a:pt x="228" y="11"/>
                  </a:lnTo>
                  <a:lnTo>
                    <a:pt x="228" y="0"/>
                  </a:lnTo>
                  <a:lnTo>
                    <a:pt x="239" y="0"/>
                  </a:lnTo>
                  <a:lnTo>
                    <a:pt x="239" y="11"/>
                  </a:lnTo>
                  <a:lnTo>
                    <a:pt x="239" y="20"/>
                  </a:lnTo>
                  <a:lnTo>
                    <a:pt x="253" y="20"/>
                  </a:lnTo>
                  <a:lnTo>
                    <a:pt x="239" y="20"/>
                  </a:lnTo>
                  <a:lnTo>
                    <a:pt x="239" y="31"/>
                  </a:lnTo>
                  <a:lnTo>
                    <a:pt x="239" y="20"/>
                  </a:lnTo>
                  <a:lnTo>
                    <a:pt x="253" y="20"/>
                  </a:lnTo>
                  <a:lnTo>
                    <a:pt x="253" y="31"/>
                  </a:lnTo>
                  <a:lnTo>
                    <a:pt x="264" y="31"/>
                  </a:lnTo>
                  <a:lnTo>
                    <a:pt x="278" y="31"/>
                  </a:lnTo>
                  <a:lnTo>
                    <a:pt x="290" y="31"/>
                  </a:lnTo>
                  <a:lnTo>
                    <a:pt x="302" y="31"/>
                  </a:lnTo>
                  <a:lnTo>
                    <a:pt x="290" y="31"/>
                  </a:lnTo>
                  <a:lnTo>
                    <a:pt x="302" y="31"/>
                  </a:lnTo>
                  <a:lnTo>
                    <a:pt x="302" y="40"/>
                  </a:lnTo>
                  <a:lnTo>
                    <a:pt x="302" y="31"/>
                  </a:lnTo>
                  <a:lnTo>
                    <a:pt x="302" y="40"/>
                  </a:lnTo>
                  <a:lnTo>
                    <a:pt x="315" y="40"/>
                  </a:lnTo>
                  <a:lnTo>
                    <a:pt x="327" y="40"/>
                  </a:lnTo>
                  <a:lnTo>
                    <a:pt x="315" y="40"/>
                  </a:lnTo>
                  <a:lnTo>
                    <a:pt x="327" y="40"/>
                  </a:lnTo>
                  <a:lnTo>
                    <a:pt x="327" y="51"/>
                  </a:lnTo>
                  <a:lnTo>
                    <a:pt x="340" y="51"/>
                  </a:lnTo>
                  <a:lnTo>
                    <a:pt x="340" y="40"/>
                  </a:lnTo>
                  <a:lnTo>
                    <a:pt x="327" y="40"/>
                  </a:lnTo>
                  <a:lnTo>
                    <a:pt x="340" y="40"/>
                  </a:lnTo>
                  <a:lnTo>
                    <a:pt x="354" y="40"/>
                  </a:lnTo>
                  <a:lnTo>
                    <a:pt x="340" y="40"/>
                  </a:lnTo>
                  <a:lnTo>
                    <a:pt x="354" y="40"/>
                  </a:lnTo>
                  <a:lnTo>
                    <a:pt x="354" y="31"/>
                  </a:lnTo>
                  <a:lnTo>
                    <a:pt x="354" y="40"/>
                  </a:lnTo>
                  <a:lnTo>
                    <a:pt x="354" y="31"/>
                  </a:lnTo>
                  <a:lnTo>
                    <a:pt x="354" y="40"/>
                  </a:lnTo>
                  <a:lnTo>
                    <a:pt x="354" y="31"/>
                  </a:lnTo>
                  <a:lnTo>
                    <a:pt x="354" y="40"/>
                  </a:lnTo>
                  <a:lnTo>
                    <a:pt x="354" y="31"/>
                  </a:lnTo>
                  <a:lnTo>
                    <a:pt x="365" y="31"/>
                  </a:lnTo>
                  <a:lnTo>
                    <a:pt x="379" y="31"/>
                  </a:lnTo>
                  <a:lnTo>
                    <a:pt x="379" y="20"/>
                  </a:lnTo>
                  <a:lnTo>
                    <a:pt x="379" y="31"/>
                  </a:lnTo>
                  <a:lnTo>
                    <a:pt x="379" y="20"/>
                  </a:lnTo>
                  <a:lnTo>
                    <a:pt x="379" y="31"/>
                  </a:lnTo>
                  <a:lnTo>
                    <a:pt x="379" y="20"/>
                  </a:lnTo>
                  <a:lnTo>
                    <a:pt x="379" y="31"/>
                  </a:lnTo>
                  <a:lnTo>
                    <a:pt x="379" y="20"/>
                  </a:lnTo>
                  <a:lnTo>
                    <a:pt x="391" y="20"/>
                  </a:lnTo>
                  <a:lnTo>
                    <a:pt x="403" y="20"/>
                  </a:lnTo>
                  <a:lnTo>
                    <a:pt x="403" y="31"/>
                  </a:lnTo>
                  <a:lnTo>
                    <a:pt x="403" y="40"/>
                  </a:lnTo>
                  <a:lnTo>
                    <a:pt x="391" y="40"/>
                  </a:lnTo>
                  <a:lnTo>
                    <a:pt x="391" y="51"/>
                  </a:lnTo>
                  <a:lnTo>
                    <a:pt x="391" y="60"/>
                  </a:lnTo>
                  <a:lnTo>
                    <a:pt x="391" y="71"/>
                  </a:lnTo>
                  <a:lnTo>
                    <a:pt x="379" y="71"/>
                  </a:lnTo>
                  <a:lnTo>
                    <a:pt x="379" y="80"/>
                  </a:lnTo>
                  <a:lnTo>
                    <a:pt x="379" y="91"/>
                  </a:lnTo>
                  <a:lnTo>
                    <a:pt x="365" y="91"/>
                  </a:lnTo>
                  <a:lnTo>
                    <a:pt x="365" y="100"/>
                  </a:lnTo>
                  <a:lnTo>
                    <a:pt x="365" y="111"/>
                  </a:lnTo>
                  <a:lnTo>
                    <a:pt x="379" y="121"/>
                  </a:lnTo>
                  <a:lnTo>
                    <a:pt x="379" y="131"/>
                  </a:lnTo>
                  <a:lnTo>
                    <a:pt x="379" y="142"/>
                  </a:lnTo>
                  <a:lnTo>
                    <a:pt x="391" y="142"/>
                  </a:lnTo>
                  <a:lnTo>
                    <a:pt x="391" y="151"/>
                  </a:lnTo>
                  <a:lnTo>
                    <a:pt x="391" y="162"/>
                  </a:lnTo>
                  <a:lnTo>
                    <a:pt x="403" y="162"/>
                  </a:lnTo>
                  <a:lnTo>
                    <a:pt x="416" y="162"/>
                  </a:lnTo>
                  <a:lnTo>
                    <a:pt x="428" y="162"/>
                  </a:lnTo>
                  <a:lnTo>
                    <a:pt x="442" y="162"/>
                  </a:lnTo>
                  <a:lnTo>
                    <a:pt x="442" y="171"/>
                  </a:lnTo>
                  <a:lnTo>
                    <a:pt x="442" y="182"/>
                  </a:lnTo>
                  <a:lnTo>
                    <a:pt x="428" y="182"/>
                  </a:lnTo>
                  <a:lnTo>
                    <a:pt x="442" y="182"/>
                  </a:lnTo>
                  <a:lnTo>
                    <a:pt x="428" y="192"/>
                  </a:lnTo>
                  <a:lnTo>
                    <a:pt x="442" y="192"/>
                  </a:lnTo>
                  <a:lnTo>
                    <a:pt x="442" y="202"/>
                  </a:lnTo>
                  <a:lnTo>
                    <a:pt x="442" y="192"/>
                  </a:lnTo>
                  <a:lnTo>
                    <a:pt x="455" y="192"/>
                  </a:lnTo>
                  <a:lnTo>
                    <a:pt x="455" y="202"/>
                  </a:lnTo>
                  <a:lnTo>
                    <a:pt x="467" y="202"/>
                  </a:lnTo>
                  <a:lnTo>
                    <a:pt x="480" y="202"/>
                  </a:lnTo>
                  <a:lnTo>
                    <a:pt x="467" y="202"/>
                  </a:lnTo>
                  <a:lnTo>
                    <a:pt x="467" y="211"/>
                  </a:lnTo>
                  <a:lnTo>
                    <a:pt x="467" y="221"/>
                  </a:lnTo>
                  <a:lnTo>
                    <a:pt x="455" y="221"/>
                  </a:lnTo>
                  <a:lnTo>
                    <a:pt x="442" y="231"/>
                  </a:lnTo>
                  <a:lnTo>
                    <a:pt x="442" y="242"/>
                  </a:lnTo>
                  <a:lnTo>
                    <a:pt x="455" y="242"/>
                  </a:lnTo>
                  <a:lnTo>
                    <a:pt x="455" y="251"/>
                  </a:lnTo>
                  <a:lnTo>
                    <a:pt x="467" y="251"/>
                  </a:lnTo>
                  <a:lnTo>
                    <a:pt x="467" y="262"/>
                  </a:lnTo>
                  <a:lnTo>
                    <a:pt x="467" y="271"/>
                  </a:lnTo>
                  <a:lnTo>
                    <a:pt x="467" y="282"/>
                  </a:lnTo>
                  <a:lnTo>
                    <a:pt x="480" y="282"/>
                  </a:lnTo>
                  <a:lnTo>
                    <a:pt x="492" y="282"/>
                  </a:lnTo>
                  <a:lnTo>
                    <a:pt x="504" y="282"/>
                  </a:lnTo>
                  <a:lnTo>
                    <a:pt x="504" y="292"/>
                  </a:lnTo>
                  <a:lnTo>
                    <a:pt x="518" y="292"/>
                  </a:lnTo>
                  <a:lnTo>
                    <a:pt x="518" y="302"/>
                  </a:lnTo>
                  <a:lnTo>
                    <a:pt x="529" y="302"/>
                  </a:lnTo>
                  <a:lnTo>
                    <a:pt x="529" y="311"/>
                  </a:lnTo>
                  <a:lnTo>
                    <a:pt x="529" y="302"/>
                  </a:lnTo>
                  <a:lnTo>
                    <a:pt x="543" y="302"/>
                  </a:lnTo>
                  <a:lnTo>
                    <a:pt x="554" y="302"/>
                  </a:lnTo>
                  <a:lnTo>
                    <a:pt x="568" y="302"/>
                  </a:lnTo>
                  <a:lnTo>
                    <a:pt x="568" y="311"/>
                  </a:lnTo>
                  <a:lnTo>
                    <a:pt x="581" y="311"/>
                  </a:lnTo>
                  <a:lnTo>
                    <a:pt x="581" y="302"/>
                  </a:lnTo>
                  <a:lnTo>
                    <a:pt x="581" y="311"/>
                  </a:lnTo>
                  <a:lnTo>
                    <a:pt x="593" y="311"/>
                  </a:lnTo>
                  <a:lnTo>
                    <a:pt x="581" y="311"/>
                  </a:lnTo>
                  <a:lnTo>
                    <a:pt x="593" y="311"/>
                  </a:lnTo>
                  <a:lnTo>
                    <a:pt x="593" y="322"/>
                  </a:lnTo>
                  <a:lnTo>
                    <a:pt x="593" y="311"/>
                  </a:lnTo>
                  <a:lnTo>
                    <a:pt x="605" y="311"/>
                  </a:lnTo>
                  <a:lnTo>
                    <a:pt x="605" y="322"/>
                  </a:lnTo>
                  <a:lnTo>
                    <a:pt x="619" y="322"/>
                  </a:lnTo>
                  <a:lnTo>
                    <a:pt x="619" y="332"/>
                  </a:lnTo>
                  <a:lnTo>
                    <a:pt x="631" y="332"/>
                  </a:lnTo>
                  <a:lnTo>
                    <a:pt x="644" y="332"/>
                  </a:lnTo>
                  <a:lnTo>
                    <a:pt x="644" y="342"/>
                  </a:lnTo>
                  <a:lnTo>
                    <a:pt x="656" y="342"/>
                  </a:lnTo>
                  <a:lnTo>
                    <a:pt x="669" y="342"/>
                  </a:lnTo>
                  <a:lnTo>
                    <a:pt x="682" y="342"/>
                  </a:lnTo>
                  <a:lnTo>
                    <a:pt x="694" y="342"/>
                  </a:lnTo>
                  <a:lnTo>
                    <a:pt x="707" y="342"/>
                  </a:lnTo>
                  <a:lnTo>
                    <a:pt x="707" y="353"/>
                  </a:lnTo>
                  <a:lnTo>
                    <a:pt x="718" y="353"/>
                  </a:lnTo>
                  <a:lnTo>
                    <a:pt x="732" y="353"/>
                  </a:lnTo>
                  <a:lnTo>
                    <a:pt x="732" y="362"/>
                  </a:lnTo>
                  <a:lnTo>
                    <a:pt x="745" y="353"/>
                  </a:lnTo>
                  <a:lnTo>
                    <a:pt x="745" y="362"/>
                  </a:lnTo>
                  <a:lnTo>
                    <a:pt x="757" y="353"/>
                  </a:lnTo>
                  <a:lnTo>
                    <a:pt x="770" y="353"/>
                  </a:lnTo>
                  <a:lnTo>
                    <a:pt x="782" y="353"/>
                  </a:lnTo>
                  <a:lnTo>
                    <a:pt x="782" y="362"/>
                  </a:lnTo>
                  <a:lnTo>
                    <a:pt x="795" y="362"/>
                  </a:lnTo>
                  <a:lnTo>
                    <a:pt x="795" y="353"/>
                  </a:lnTo>
                  <a:lnTo>
                    <a:pt x="808" y="353"/>
                  </a:lnTo>
                  <a:lnTo>
                    <a:pt x="819" y="353"/>
                  </a:lnTo>
                  <a:lnTo>
                    <a:pt x="819" y="362"/>
                  </a:lnTo>
                  <a:lnTo>
                    <a:pt x="819" y="373"/>
                  </a:lnTo>
                  <a:lnTo>
                    <a:pt x="819" y="382"/>
                  </a:lnTo>
                  <a:lnTo>
                    <a:pt x="819" y="393"/>
                  </a:lnTo>
                  <a:lnTo>
                    <a:pt x="833" y="393"/>
                  </a:lnTo>
                  <a:lnTo>
                    <a:pt x="819" y="393"/>
                  </a:lnTo>
                  <a:lnTo>
                    <a:pt x="819" y="402"/>
                  </a:lnTo>
                  <a:lnTo>
                    <a:pt x="808" y="402"/>
                  </a:lnTo>
                  <a:lnTo>
                    <a:pt x="808" y="413"/>
                  </a:lnTo>
                  <a:lnTo>
                    <a:pt x="808" y="422"/>
                  </a:lnTo>
                  <a:lnTo>
                    <a:pt x="795" y="422"/>
                  </a:lnTo>
                  <a:lnTo>
                    <a:pt x="795" y="433"/>
                  </a:lnTo>
                  <a:lnTo>
                    <a:pt x="782" y="433"/>
                  </a:lnTo>
                  <a:lnTo>
                    <a:pt x="782" y="442"/>
                  </a:lnTo>
                  <a:lnTo>
                    <a:pt x="782" y="453"/>
                  </a:lnTo>
                  <a:lnTo>
                    <a:pt x="770" y="453"/>
                  </a:lnTo>
                  <a:lnTo>
                    <a:pt x="757" y="453"/>
                  </a:lnTo>
                  <a:lnTo>
                    <a:pt x="757" y="462"/>
                  </a:lnTo>
                  <a:lnTo>
                    <a:pt x="745" y="462"/>
                  </a:lnTo>
                  <a:lnTo>
                    <a:pt x="745" y="473"/>
                  </a:lnTo>
                  <a:lnTo>
                    <a:pt x="745" y="482"/>
                  </a:lnTo>
                  <a:lnTo>
                    <a:pt x="745" y="493"/>
                  </a:lnTo>
                  <a:lnTo>
                    <a:pt x="732" y="493"/>
                  </a:lnTo>
                  <a:lnTo>
                    <a:pt x="718" y="493"/>
                  </a:lnTo>
                  <a:lnTo>
                    <a:pt x="718" y="482"/>
                  </a:lnTo>
                  <a:lnTo>
                    <a:pt x="707" y="482"/>
                  </a:lnTo>
                  <a:lnTo>
                    <a:pt x="707" y="493"/>
                  </a:lnTo>
                  <a:lnTo>
                    <a:pt x="718" y="493"/>
                  </a:lnTo>
                  <a:lnTo>
                    <a:pt x="718" y="503"/>
                  </a:lnTo>
                  <a:lnTo>
                    <a:pt x="718" y="513"/>
                  </a:lnTo>
                  <a:lnTo>
                    <a:pt x="718" y="522"/>
                  </a:lnTo>
                  <a:lnTo>
                    <a:pt x="707" y="522"/>
                  </a:lnTo>
                  <a:lnTo>
                    <a:pt x="707" y="533"/>
                  </a:lnTo>
                  <a:lnTo>
                    <a:pt x="718" y="533"/>
                  </a:lnTo>
                  <a:lnTo>
                    <a:pt x="732" y="533"/>
                  </a:lnTo>
                  <a:lnTo>
                    <a:pt x="732" y="543"/>
                  </a:lnTo>
                  <a:lnTo>
                    <a:pt x="718" y="543"/>
                  </a:lnTo>
                  <a:lnTo>
                    <a:pt x="718" y="553"/>
                  </a:lnTo>
                  <a:lnTo>
                    <a:pt x="707" y="553"/>
                  </a:lnTo>
                  <a:lnTo>
                    <a:pt x="707" y="564"/>
                  </a:lnTo>
                  <a:lnTo>
                    <a:pt x="707" y="574"/>
                  </a:lnTo>
                  <a:lnTo>
                    <a:pt x="694" y="574"/>
                  </a:lnTo>
                  <a:lnTo>
                    <a:pt x="694" y="584"/>
                  </a:lnTo>
                  <a:lnTo>
                    <a:pt x="694" y="593"/>
                  </a:lnTo>
                  <a:lnTo>
                    <a:pt x="682" y="593"/>
                  </a:lnTo>
                  <a:lnTo>
                    <a:pt x="682" y="604"/>
                  </a:lnTo>
                  <a:lnTo>
                    <a:pt x="682" y="613"/>
                  </a:lnTo>
                  <a:lnTo>
                    <a:pt x="682" y="624"/>
                  </a:lnTo>
                  <a:lnTo>
                    <a:pt x="682" y="633"/>
                  </a:lnTo>
                  <a:lnTo>
                    <a:pt x="682" y="624"/>
                  </a:lnTo>
                  <a:lnTo>
                    <a:pt x="682" y="633"/>
                  </a:lnTo>
                  <a:lnTo>
                    <a:pt x="669" y="633"/>
                  </a:lnTo>
                  <a:lnTo>
                    <a:pt x="682" y="633"/>
                  </a:lnTo>
                  <a:lnTo>
                    <a:pt x="669" y="633"/>
                  </a:lnTo>
                  <a:lnTo>
                    <a:pt x="656" y="633"/>
                  </a:lnTo>
                  <a:lnTo>
                    <a:pt x="656" y="644"/>
                  </a:lnTo>
                  <a:lnTo>
                    <a:pt x="656" y="633"/>
                  </a:lnTo>
                  <a:lnTo>
                    <a:pt x="656" y="644"/>
                  </a:lnTo>
                  <a:lnTo>
                    <a:pt x="656" y="653"/>
                  </a:lnTo>
                  <a:lnTo>
                    <a:pt x="669" y="653"/>
                  </a:lnTo>
                  <a:lnTo>
                    <a:pt x="669" y="664"/>
                  </a:lnTo>
                  <a:lnTo>
                    <a:pt x="682" y="664"/>
                  </a:lnTo>
                  <a:lnTo>
                    <a:pt x="682" y="674"/>
                  </a:lnTo>
                  <a:lnTo>
                    <a:pt x="682" y="684"/>
                  </a:lnTo>
                  <a:lnTo>
                    <a:pt x="682" y="693"/>
                  </a:lnTo>
                  <a:lnTo>
                    <a:pt x="682" y="704"/>
                  </a:lnTo>
                  <a:lnTo>
                    <a:pt x="682" y="714"/>
                  </a:lnTo>
                  <a:lnTo>
                    <a:pt x="682" y="724"/>
                  </a:lnTo>
                  <a:lnTo>
                    <a:pt x="682" y="733"/>
                  </a:lnTo>
                  <a:lnTo>
                    <a:pt x="682" y="745"/>
                  </a:lnTo>
                  <a:lnTo>
                    <a:pt x="682" y="754"/>
                  </a:lnTo>
                  <a:lnTo>
                    <a:pt x="682" y="764"/>
                  </a:lnTo>
                  <a:lnTo>
                    <a:pt x="669" y="764"/>
                  </a:lnTo>
                  <a:lnTo>
                    <a:pt x="669" y="775"/>
                  </a:lnTo>
                  <a:lnTo>
                    <a:pt x="669" y="784"/>
                  </a:lnTo>
                  <a:lnTo>
                    <a:pt x="656" y="784"/>
                  </a:lnTo>
                  <a:lnTo>
                    <a:pt x="656" y="795"/>
                  </a:lnTo>
                  <a:lnTo>
                    <a:pt x="644" y="795"/>
                  </a:lnTo>
                  <a:lnTo>
                    <a:pt x="644" y="784"/>
                  </a:lnTo>
                  <a:lnTo>
                    <a:pt x="631" y="784"/>
                  </a:lnTo>
                  <a:lnTo>
                    <a:pt x="631" y="775"/>
                  </a:lnTo>
                  <a:lnTo>
                    <a:pt x="644" y="775"/>
                  </a:lnTo>
                  <a:lnTo>
                    <a:pt x="644" y="764"/>
                  </a:lnTo>
                  <a:lnTo>
                    <a:pt x="631" y="754"/>
                  </a:lnTo>
                  <a:lnTo>
                    <a:pt x="631" y="745"/>
                  </a:lnTo>
                  <a:lnTo>
                    <a:pt x="644" y="745"/>
                  </a:lnTo>
                  <a:lnTo>
                    <a:pt x="631" y="745"/>
                  </a:lnTo>
                  <a:lnTo>
                    <a:pt x="631" y="733"/>
                  </a:lnTo>
                  <a:lnTo>
                    <a:pt x="644" y="733"/>
                  </a:lnTo>
                  <a:lnTo>
                    <a:pt x="644" y="724"/>
                  </a:lnTo>
                  <a:lnTo>
                    <a:pt x="631" y="724"/>
                  </a:lnTo>
                  <a:lnTo>
                    <a:pt x="631" y="714"/>
                  </a:lnTo>
                  <a:lnTo>
                    <a:pt x="631" y="724"/>
                  </a:lnTo>
                  <a:lnTo>
                    <a:pt x="619" y="724"/>
                  </a:lnTo>
                  <a:lnTo>
                    <a:pt x="619" y="714"/>
                  </a:lnTo>
                  <a:lnTo>
                    <a:pt x="619" y="724"/>
                  </a:lnTo>
                  <a:lnTo>
                    <a:pt x="605" y="724"/>
                  </a:lnTo>
                  <a:lnTo>
                    <a:pt x="593" y="724"/>
                  </a:lnTo>
                  <a:lnTo>
                    <a:pt x="593" y="714"/>
                  </a:lnTo>
                  <a:lnTo>
                    <a:pt x="581" y="714"/>
                  </a:lnTo>
                  <a:lnTo>
                    <a:pt x="581" y="704"/>
                  </a:lnTo>
                  <a:lnTo>
                    <a:pt x="568" y="704"/>
                  </a:lnTo>
                  <a:lnTo>
                    <a:pt x="554" y="704"/>
                  </a:lnTo>
                  <a:lnTo>
                    <a:pt x="568" y="704"/>
                  </a:lnTo>
                  <a:lnTo>
                    <a:pt x="568" y="714"/>
                  </a:lnTo>
                  <a:lnTo>
                    <a:pt x="554" y="714"/>
                  </a:lnTo>
                  <a:lnTo>
                    <a:pt x="554" y="724"/>
                  </a:lnTo>
                  <a:lnTo>
                    <a:pt x="554" y="714"/>
                  </a:lnTo>
                  <a:lnTo>
                    <a:pt x="543" y="714"/>
                  </a:lnTo>
                  <a:lnTo>
                    <a:pt x="543" y="724"/>
                  </a:lnTo>
                  <a:lnTo>
                    <a:pt x="543" y="733"/>
                  </a:lnTo>
                  <a:lnTo>
                    <a:pt x="529" y="733"/>
                  </a:lnTo>
                  <a:lnTo>
                    <a:pt x="529" y="724"/>
                  </a:lnTo>
                  <a:lnTo>
                    <a:pt x="518" y="724"/>
                  </a:lnTo>
                  <a:lnTo>
                    <a:pt x="504" y="724"/>
                  </a:lnTo>
                  <a:lnTo>
                    <a:pt x="504" y="714"/>
                  </a:lnTo>
                  <a:lnTo>
                    <a:pt x="492" y="714"/>
                  </a:lnTo>
                  <a:lnTo>
                    <a:pt x="492" y="724"/>
                  </a:lnTo>
                  <a:lnTo>
                    <a:pt x="492" y="714"/>
                  </a:lnTo>
                  <a:lnTo>
                    <a:pt x="480" y="714"/>
                  </a:lnTo>
                  <a:lnTo>
                    <a:pt x="492" y="714"/>
                  </a:lnTo>
                  <a:lnTo>
                    <a:pt x="492" y="704"/>
                  </a:lnTo>
                  <a:lnTo>
                    <a:pt x="504" y="704"/>
                  </a:lnTo>
                  <a:lnTo>
                    <a:pt x="504" y="693"/>
                  </a:lnTo>
                  <a:lnTo>
                    <a:pt x="504" y="684"/>
                  </a:lnTo>
                  <a:lnTo>
                    <a:pt x="492" y="684"/>
                  </a:lnTo>
                  <a:lnTo>
                    <a:pt x="480" y="684"/>
                  </a:lnTo>
                  <a:lnTo>
                    <a:pt x="480" y="674"/>
                  </a:lnTo>
                  <a:lnTo>
                    <a:pt x="480" y="664"/>
                  </a:lnTo>
                  <a:lnTo>
                    <a:pt x="467" y="664"/>
                  </a:lnTo>
                  <a:lnTo>
                    <a:pt x="467" y="653"/>
                  </a:lnTo>
                  <a:lnTo>
                    <a:pt x="455" y="653"/>
                  </a:lnTo>
                  <a:lnTo>
                    <a:pt x="467" y="653"/>
                  </a:lnTo>
                  <a:lnTo>
                    <a:pt x="455" y="653"/>
                  </a:lnTo>
                  <a:lnTo>
                    <a:pt x="467" y="653"/>
                  </a:lnTo>
                  <a:lnTo>
                    <a:pt x="467" y="644"/>
                  </a:lnTo>
                  <a:lnTo>
                    <a:pt x="455" y="644"/>
                  </a:lnTo>
                  <a:lnTo>
                    <a:pt x="455" y="633"/>
                  </a:lnTo>
                  <a:lnTo>
                    <a:pt x="455" y="644"/>
                  </a:lnTo>
                  <a:lnTo>
                    <a:pt x="442" y="644"/>
                  </a:lnTo>
                  <a:lnTo>
                    <a:pt x="442" y="653"/>
                  </a:lnTo>
                  <a:lnTo>
                    <a:pt x="442" y="664"/>
                  </a:lnTo>
                  <a:lnTo>
                    <a:pt x="442" y="674"/>
                  </a:lnTo>
                  <a:lnTo>
                    <a:pt x="442" y="684"/>
                  </a:lnTo>
                  <a:lnTo>
                    <a:pt x="428" y="684"/>
                  </a:lnTo>
                  <a:lnTo>
                    <a:pt x="428" y="674"/>
                  </a:lnTo>
                  <a:lnTo>
                    <a:pt x="416" y="674"/>
                  </a:lnTo>
                  <a:lnTo>
                    <a:pt x="416" y="664"/>
                  </a:lnTo>
                  <a:lnTo>
                    <a:pt x="428" y="664"/>
                  </a:lnTo>
                  <a:lnTo>
                    <a:pt x="416" y="664"/>
                  </a:lnTo>
                  <a:lnTo>
                    <a:pt x="403" y="664"/>
                  </a:lnTo>
                  <a:lnTo>
                    <a:pt x="391" y="674"/>
                  </a:lnTo>
                  <a:lnTo>
                    <a:pt x="391" y="664"/>
                  </a:lnTo>
                  <a:lnTo>
                    <a:pt x="391" y="674"/>
                  </a:lnTo>
                  <a:lnTo>
                    <a:pt x="379" y="674"/>
                  </a:lnTo>
                  <a:lnTo>
                    <a:pt x="365" y="674"/>
                  </a:lnTo>
                  <a:lnTo>
                    <a:pt x="354" y="674"/>
                  </a:lnTo>
                  <a:lnTo>
                    <a:pt x="354" y="664"/>
                  </a:lnTo>
                  <a:lnTo>
                    <a:pt x="340" y="664"/>
                  </a:lnTo>
                  <a:lnTo>
                    <a:pt x="340" y="653"/>
                  </a:lnTo>
                  <a:lnTo>
                    <a:pt x="340" y="644"/>
                  </a:lnTo>
                  <a:lnTo>
                    <a:pt x="354" y="644"/>
                  </a:lnTo>
                  <a:lnTo>
                    <a:pt x="340" y="644"/>
                  </a:lnTo>
                  <a:lnTo>
                    <a:pt x="340" y="633"/>
                  </a:lnTo>
                  <a:lnTo>
                    <a:pt x="354" y="633"/>
                  </a:lnTo>
                  <a:lnTo>
                    <a:pt x="340" y="633"/>
                  </a:lnTo>
                  <a:lnTo>
                    <a:pt x="340" y="624"/>
                  </a:lnTo>
                  <a:lnTo>
                    <a:pt x="340" y="613"/>
                  </a:lnTo>
                  <a:lnTo>
                    <a:pt x="354" y="613"/>
                  </a:lnTo>
                  <a:lnTo>
                    <a:pt x="354" y="604"/>
                  </a:lnTo>
                  <a:lnTo>
                    <a:pt x="365" y="604"/>
                  </a:lnTo>
                  <a:lnTo>
                    <a:pt x="379" y="593"/>
                  </a:lnTo>
                  <a:lnTo>
                    <a:pt x="379" y="604"/>
                  </a:lnTo>
                  <a:lnTo>
                    <a:pt x="379" y="593"/>
                  </a:lnTo>
                  <a:lnTo>
                    <a:pt x="391" y="593"/>
                  </a:lnTo>
                  <a:lnTo>
                    <a:pt x="391" y="584"/>
                  </a:lnTo>
                  <a:lnTo>
                    <a:pt x="403" y="584"/>
                  </a:lnTo>
                  <a:lnTo>
                    <a:pt x="403" y="574"/>
                  </a:lnTo>
                  <a:lnTo>
                    <a:pt x="416" y="574"/>
                  </a:lnTo>
                  <a:lnTo>
                    <a:pt x="403" y="574"/>
                  </a:lnTo>
                  <a:lnTo>
                    <a:pt x="416" y="574"/>
                  </a:lnTo>
                  <a:lnTo>
                    <a:pt x="416" y="564"/>
                  </a:lnTo>
                  <a:lnTo>
                    <a:pt x="428" y="564"/>
                  </a:lnTo>
                  <a:lnTo>
                    <a:pt x="428" y="553"/>
                  </a:lnTo>
                  <a:lnTo>
                    <a:pt x="442" y="543"/>
                  </a:lnTo>
                  <a:lnTo>
                    <a:pt x="442" y="533"/>
                  </a:lnTo>
                  <a:lnTo>
                    <a:pt x="442" y="522"/>
                  </a:lnTo>
                  <a:lnTo>
                    <a:pt x="442" y="513"/>
                  </a:lnTo>
                  <a:lnTo>
                    <a:pt x="442" y="503"/>
                  </a:lnTo>
                  <a:lnTo>
                    <a:pt x="428" y="503"/>
                  </a:lnTo>
                  <a:lnTo>
                    <a:pt x="428" y="493"/>
                  </a:lnTo>
                  <a:lnTo>
                    <a:pt x="428" y="482"/>
                  </a:lnTo>
                  <a:lnTo>
                    <a:pt x="416" y="482"/>
                  </a:lnTo>
                  <a:lnTo>
                    <a:pt x="416" y="473"/>
                  </a:lnTo>
                  <a:lnTo>
                    <a:pt x="403" y="473"/>
                  </a:lnTo>
                  <a:lnTo>
                    <a:pt x="403" y="46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2"/>
            <p:cNvSpPr/>
            <p:nvPr/>
          </p:nvSpPr>
          <p:spPr>
            <a:xfrm>
              <a:off x="4238138" y="4076852"/>
              <a:ext cx="410620" cy="580924"/>
            </a:xfrm>
            <a:custGeom>
              <a:avLst/>
              <a:gdLst/>
              <a:ahLst/>
              <a:cxnLst/>
              <a:rect l="l" t="t" r="r" b="b"/>
              <a:pathLst>
                <a:path w="355" h="400" extrusionOk="0">
                  <a:moveTo>
                    <a:pt x="341" y="140"/>
                  </a:moveTo>
                  <a:lnTo>
                    <a:pt x="355" y="140"/>
                  </a:lnTo>
                  <a:lnTo>
                    <a:pt x="355" y="150"/>
                  </a:lnTo>
                  <a:lnTo>
                    <a:pt x="355" y="160"/>
                  </a:lnTo>
                  <a:lnTo>
                    <a:pt x="341" y="160"/>
                  </a:lnTo>
                  <a:lnTo>
                    <a:pt x="341" y="169"/>
                  </a:lnTo>
                  <a:lnTo>
                    <a:pt x="341" y="181"/>
                  </a:lnTo>
                  <a:lnTo>
                    <a:pt x="355" y="181"/>
                  </a:lnTo>
                  <a:lnTo>
                    <a:pt x="355" y="190"/>
                  </a:lnTo>
                  <a:lnTo>
                    <a:pt x="355" y="200"/>
                  </a:lnTo>
                  <a:lnTo>
                    <a:pt x="341" y="200"/>
                  </a:lnTo>
                  <a:lnTo>
                    <a:pt x="341" y="190"/>
                  </a:lnTo>
                  <a:lnTo>
                    <a:pt x="328" y="190"/>
                  </a:lnTo>
                  <a:lnTo>
                    <a:pt x="328" y="200"/>
                  </a:lnTo>
                  <a:lnTo>
                    <a:pt x="328" y="211"/>
                  </a:lnTo>
                  <a:lnTo>
                    <a:pt x="328" y="220"/>
                  </a:lnTo>
                  <a:lnTo>
                    <a:pt x="316" y="220"/>
                  </a:lnTo>
                  <a:lnTo>
                    <a:pt x="303" y="220"/>
                  </a:lnTo>
                  <a:lnTo>
                    <a:pt x="303" y="231"/>
                  </a:lnTo>
                  <a:lnTo>
                    <a:pt x="303" y="220"/>
                  </a:lnTo>
                  <a:lnTo>
                    <a:pt x="291" y="220"/>
                  </a:lnTo>
                  <a:lnTo>
                    <a:pt x="291" y="231"/>
                  </a:lnTo>
                  <a:lnTo>
                    <a:pt x="291" y="220"/>
                  </a:lnTo>
                  <a:lnTo>
                    <a:pt x="291" y="231"/>
                  </a:lnTo>
                  <a:lnTo>
                    <a:pt x="278" y="231"/>
                  </a:lnTo>
                  <a:lnTo>
                    <a:pt x="278" y="240"/>
                  </a:lnTo>
                  <a:lnTo>
                    <a:pt x="265" y="240"/>
                  </a:lnTo>
                  <a:lnTo>
                    <a:pt x="265" y="251"/>
                  </a:lnTo>
                  <a:lnTo>
                    <a:pt x="278" y="251"/>
                  </a:lnTo>
                  <a:lnTo>
                    <a:pt x="265" y="251"/>
                  </a:lnTo>
                  <a:lnTo>
                    <a:pt x="265" y="260"/>
                  </a:lnTo>
                  <a:lnTo>
                    <a:pt x="253" y="260"/>
                  </a:lnTo>
                  <a:lnTo>
                    <a:pt x="253" y="251"/>
                  </a:lnTo>
                  <a:lnTo>
                    <a:pt x="240" y="251"/>
                  </a:lnTo>
                  <a:lnTo>
                    <a:pt x="226" y="251"/>
                  </a:lnTo>
                  <a:lnTo>
                    <a:pt x="215" y="260"/>
                  </a:lnTo>
                  <a:lnTo>
                    <a:pt x="215" y="271"/>
                  </a:lnTo>
                  <a:lnTo>
                    <a:pt x="215" y="281"/>
                  </a:lnTo>
                  <a:lnTo>
                    <a:pt x="226" y="281"/>
                  </a:lnTo>
                  <a:lnTo>
                    <a:pt x="226" y="291"/>
                  </a:lnTo>
                  <a:lnTo>
                    <a:pt x="240" y="291"/>
                  </a:lnTo>
                  <a:lnTo>
                    <a:pt x="240" y="300"/>
                  </a:lnTo>
                  <a:lnTo>
                    <a:pt x="240" y="311"/>
                  </a:lnTo>
                  <a:lnTo>
                    <a:pt x="240" y="320"/>
                  </a:lnTo>
                  <a:lnTo>
                    <a:pt x="240" y="331"/>
                  </a:lnTo>
                  <a:lnTo>
                    <a:pt x="240" y="340"/>
                  </a:lnTo>
                  <a:lnTo>
                    <a:pt x="240" y="351"/>
                  </a:lnTo>
                  <a:lnTo>
                    <a:pt x="240" y="360"/>
                  </a:lnTo>
                  <a:lnTo>
                    <a:pt x="240" y="371"/>
                  </a:lnTo>
                  <a:lnTo>
                    <a:pt x="240" y="381"/>
                  </a:lnTo>
                  <a:lnTo>
                    <a:pt x="240" y="391"/>
                  </a:lnTo>
                  <a:lnTo>
                    <a:pt x="226" y="391"/>
                  </a:lnTo>
                  <a:lnTo>
                    <a:pt x="215" y="391"/>
                  </a:lnTo>
                  <a:lnTo>
                    <a:pt x="201" y="391"/>
                  </a:lnTo>
                  <a:lnTo>
                    <a:pt x="190" y="391"/>
                  </a:lnTo>
                  <a:lnTo>
                    <a:pt x="177" y="391"/>
                  </a:lnTo>
                  <a:lnTo>
                    <a:pt x="177" y="400"/>
                  </a:lnTo>
                  <a:lnTo>
                    <a:pt x="177" y="391"/>
                  </a:lnTo>
                  <a:lnTo>
                    <a:pt x="163" y="391"/>
                  </a:lnTo>
                  <a:lnTo>
                    <a:pt x="163" y="381"/>
                  </a:lnTo>
                  <a:lnTo>
                    <a:pt x="152" y="391"/>
                  </a:lnTo>
                  <a:lnTo>
                    <a:pt x="152" y="381"/>
                  </a:lnTo>
                  <a:lnTo>
                    <a:pt x="138" y="381"/>
                  </a:lnTo>
                  <a:lnTo>
                    <a:pt x="127" y="381"/>
                  </a:lnTo>
                  <a:lnTo>
                    <a:pt x="138" y="381"/>
                  </a:lnTo>
                  <a:lnTo>
                    <a:pt x="138" y="371"/>
                  </a:lnTo>
                  <a:lnTo>
                    <a:pt x="127" y="371"/>
                  </a:lnTo>
                  <a:lnTo>
                    <a:pt x="127" y="381"/>
                  </a:lnTo>
                  <a:lnTo>
                    <a:pt x="113" y="381"/>
                  </a:lnTo>
                  <a:lnTo>
                    <a:pt x="113" y="371"/>
                  </a:lnTo>
                  <a:lnTo>
                    <a:pt x="100" y="371"/>
                  </a:lnTo>
                  <a:lnTo>
                    <a:pt x="100" y="360"/>
                  </a:lnTo>
                  <a:lnTo>
                    <a:pt x="88" y="360"/>
                  </a:lnTo>
                  <a:lnTo>
                    <a:pt x="75" y="360"/>
                  </a:lnTo>
                  <a:lnTo>
                    <a:pt x="75" y="351"/>
                  </a:lnTo>
                  <a:lnTo>
                    <a:pt x="64" y="351"/>
                  </a:lnTo>
                  <a:lnTo>
                    <a:pt x="64" y="340"/>
                  </a:lnTo>
                  <a:lnTo>
                    <a:pt x="75" y="340"/>
                  </a:lnTo>
                  <a:lnTo>
                    <a:pt x="64" y="340"/>
                  </a:lnTo>
                  <a:lnTo>
                    <a:pt x="64" y="331"/>
                  </a:lnTo>
                  <a:lnTo>
                    <a:pt x="75" y="331"/>
                  </a:lnTo>
                  <a:lnTo>
                    <a:pt x="75" y="320"/>
                  </a:lnTo>
                  <a:lnTo>
                    <a:pt x="75" y="311"/>
                  </a:lnTo>
                  <a:lnTo>
                    <a:pt x="75" y="300"/>
                  </a:lnTo>
                  <a:lnTo>
                    <a:pt x="75" y="291"/>
                  </a:lnTo>
                  <a:lnTo>
                    <a:pt x="75" y="281"/>
                  </a:lnTo>
                  <a:lnTo>
                    <a:pt x="88" y="281"/>
                  </a:lnTo>
                  <a:lnTo>
                    <a:pt x="88" y="271"/>
                  </a:lnTo>
                  <a:lnTo>
                    <a:pt x="75" y="271"/>
                  </a:lnTo>
                  <a:lnTo>
                    <a:pt x="75" y="260"/>
                  </a:lnTo>
                  <a:lnTo>
                    <a:pt x="75" y="251"/>
                  </a:lnTo>
                  <a:lnTo>
                    <a:pt x="75" y="260"/>
                  </a:lnTo>
                  <a:lnTo>
                    <a:pt x="64" y="260"/>
                  </a:lnTo>
                  <a:lnTo>
                    <a:pt x="50" y="260"/>
                  </a:lnTo>
                  <a:lnTo>
                    <a:pt x="50" y="271"/>
                  </a:lnTo>
                  <a:lnTo>
                    <a:pt x="50" y="260"/>
                  </a:lnTo>
                  <a:lnTo>
                    <a:pt x="50" y="271"/>
                  </a:lnTo>
                  <a:lnTo>
                    <a:pt x="37" y="271"/>
                  </a:lnTo>
                  <a:lnTo>
                    <a:pt x="25" y="271"/>
                  </a:lnTo>
                  <a:lnTo>
                    <a:pt x="25" y="260"/>
                  </a:lnTo>
                  <a:lnTo>
                    <a:pt x="25" y="271"/>
                  </a:lnTo>
                  <a:lnTo>
                    <a:pt x="25" y="260"/>
                  </a:lnTo>
                  <a:lnTo>
                    <a:pt x="12" y="271"/>
                  </a:lnTo>
                  <a:lnTo>
                    <a:pt x="12" y="260"/>
                  </a:lnTo>
                  <a:lnTo>
                    <a:pt x="0" y="260"/>
                  </a:lnTo>
                  <a:lnTo>
                    <a:pt x="12" y="260"/>
                  </a:lnTo>
                  <a:lnTo>
                    <a:pt x="12" y="251"/>
                  </a:lnTo>
                  <a:lnTo>
                    <a:pt x="25" y="251"/>
                  </a:lnTo>
                  <a:lnTo>
                    <a:pt x="25" y="240"/>
                  </a:lnTo>
                  <a:lnTo>
                    <a:pt x="25" y="231"/>
                  </a:lnTo>
                  <a:lnTo>
                    <a:pt x="37" y="231"/>
                  </a:lnTo>
                  <a:lnTo>
                    <a:pt x="25" y="231"/>
                  </a:lnTo>
                  <a:lnTo>
                    <a:pt x="25" y="220"/>
                  </a:lnTo>
                  <a:lnTo>
                    <a:pt x="37" y="220"/>
                  </a:lnTo>
                  <a:lnTo>
                    <a:pt x="25" y="220"/>
                  </a:lnTo>
                  <a:lnTo>
                    <a:pt x="37" y="220"/>
                  </a:lnTo>
                  <a:lnTo>
                    <a:pt x="25" y="220"/>
                  </a:lnTo>
                  <a:lnTo>
                    <a:pt x="25" y="211"/>
                  </a:lnTo>
                  <a:lnTo>
                    <a:pt x="25" y="200"/>
                  </a:lnTo>
                  <a:lnTo>
                    <a:pt x="37" y="200"/>
                  </a:lnTo>
                  <a:lnTo>
                    <a:pt x="50" y="200"/>
                  </a:lnTo>
                  <a:lnTo>
                    <a:pt x="50" y="190"/>
                  </a:lnTo>
                  <a:lnTo>
                    <a:pt x="50" y="181"/>
                  </a:lnTo>
                  <a:lnTo>
                    <a:pt x="50" y="169"/>
                  </a:lnTo>
                  <a:lnTo>
                    <a:pt x="50" y="160"/>
                  </a:lnTo>
                  <a:lnTo>
                    <a:pt x="64" y="160"/>
                  </a:lnTo>
                  <a:lnTo>
                    <a:pt x="75" y="150"/>
                  </a:lnTo>
                  <a:lnTo>
                    <a:pt x="64" y="140"/>
                  </a:lnTo>
                  <a:lnTo>
                    <a:pt x="64" y="129"/>
                  </a:lnTo>
                  <a:lnTo>
                    <a:pt x="64" y="120"/>
                  </a:lnTo>
                  <a:lnTo>
                    <a:pt x="75" y="120"/>
                  </a:lnTo>
                  <a:lnTo>
                    <a:pt x="75" y="129"/>
                  </a:lnTo>
                  <a:lnTo>
                    <a:pt x="88" y="129"/>
                  </a:lnTo>
                  <a:lnTo>
                    <a:pt x="88" y="120"/>
                  </a:lnTo>
                  <a:lnTo>
                    <a:pt x="100" y="120"/>
                  </a:lnTo>
                  <a:lnTo>
                    <a:pt x="100" y="110"/>
                  </a:lnTo>
                  <a:lnTo>
                    <a:pt x="100" y="100"/>
                  </a:lnTo>
                  <a:lnTo>
                    <a:pt x="113" y="100"/>
                  </a:lnTo>
                  <a:lnTo>
                    <a:pt x="113" y="90"/>
                  </a:lnTo>
                  <a:lnTo>
                    <a:pt x="127" y="90"/>
                  </a:lnTo>
                  <a:lnTo>
                    <a:pt x="138" y="90"/>
                  </a:lnTo>
                  <a:lnTo>
                    <a:pt x="138" y="81"/>
                  </a:lnTo>
                  <a:lnTo>
                    <a:pt x="138" y="69"/>
                  </a:lnTo>
                  <a:lnTo>
                    <a:pt x="152" y="69"/>
                  </a:lnTo>
                  <a:lnTo>
                    <a:pt x="152" y="81"/>
                  </a:lnTo>
                  <a:lnTo>
                    <a:pt x="163" y="81"/>
                  </a:lnTo>
                  <a:lnTo>
                    <a:pt x="163" y="69"/>
                  </a:lnTo>
                  <a:lnTo>
                    <a:pt x="163" y="60"/>
                  </a:lnTo>
                  <a:lnTo>
                    <a:pt x="163" y="50"/>
                  </a:lnTo>
                  <a:lnTo>
                    <a:pt x="177" y="50"/>
                  </a:lnTo>
                  <a:lnTo>
                    <a:pt x="177" y="40"/>
                  </a:lnTo>
                  <a:lnTo>
                    <a:pt x="177" y="29"/>
                  </a:lnTo>
                  <a:lnTo>
                    <a:pt x="177" y="20"/>
                  </a:lnTo>
                  <a:lnTo>
                    <a:pt x="163" y="10"/>
                  </a:lnTo>
                  <a:lnTo>
                    <a:pt x="177" y="10"/>
                  </a:lnTo>
                  <a:lnTo>
                    <a:pt x="177" y="0"/>
                  </a:lnTo>
                  <a:lnTo>
                    <a:pt x="177" y="10"/>
                  </a:lnTo>
                  <a:lnTo>
                    <a:pt x="190" y="10"/>
                  </a:lnTo>
                  <a:lnTo>
                    <a:pt x="201" y="10"/>
                  </a:lnTo>
                  <a:lnTo>
                    <a:pt x="215" y="10"/>
                  </a:lnTo>
                  <a:lnTo>
                    <a:pt x="215" y="20"/>
                  </a:lnTo>
                  <a:lnTo>
                    <a:pt x="215" y="10"/>
                  </a:lnTo>
                  <a:lnTo>
                    <a:pt x="215" y="20"/>
                  </a:lnTo>
                  <a:lnTo>
                    <a:pt x="226" y="20"/>
                  </a:lnTo>
                  <a:lnTo>
                    <a:pt x="240" y="20"/>
                  </a:lnTo>
                  <a:lnTo>
                    <a:pt x="240" y="10"/>
                  </a:lnTo>
                  <a:lnTo>
                    <a:pt x="253" y="10"/>
                  </a:lnTo>
                  <a:lnTo>
                    <a:pt x="253" y="20"/>
                  </a:lnTo>
                  <a:lnTo>
                    <a:pt x="253" y="10"/>
                  </a:lnTo>
                  <a:lnTo>
                    <a:pt x="265" y="10"/>
                  </a:lnTo>
                  <a:lnTo>
                    <a:pt x="265" y="0"/>
                  </a:lnTo>
                  <a:lnTo>
                    <a:pt x="278" y="0"/>
                  </a:lnTo>
                  <a:lnTo>
                    <a:pt x="278" y="10"/>
                  </a:lnTo>
                  <a:lnTo>
                    <a:pt x="278" y="0"/>
                  </a:lnTo>
                  <a:lnTo>
                    <a:pt x="291" y="0"/>
                  </a:lnTo>
                  <a:lnTo>
                    <a:pt x="291" y="10"/>
                  </a:lnTo>
                  <a:lnTo>
                    <a:pt x="303" y="10"/>
                  </a:lnTo>
                  <a:lnTo>
                    <a:pt x="316" y="10"/>
                  </a:lnTo>
                  <a:lnTo>
                    <a:pt x="316" y="20"/>
                  </a:lnTo>
                  <a:lnTo>
                    <a:pt x="328" y="20"/>
                  </a:lnTo>
                  <a:lnTo>
                    <a:pt x="328" y="29"/>
                  </a:lnTo>
                  <a:lnTo>
                    <a:pt x="328" y="20"/>
                  </a:lnTo>
                  <a:lnTo>
                    <a:pt x="328" y="29"/>
                  </a:lnTo>
                  <a:lnTo>
                    <a:pt x="341" y="29"/>
                  </a:lnTo>
                  <a:lnTo>
                    <a:pt x="341" y="40"/>
                  </a:lnTo>
                  <a:lnTo>
                    <a:pt x="328" y="40"/>
                  </a:lnTo>
                  <a:lnTo>
                    <a:pt x="328" y="50"/>
                  </a:lnTo>
                  <a:lnTo>
                    <a:pt x="328" y="60"/>
                  </a:lnTo>
                  <a:lnTo>
                    <a:pt x="316" y="60"/>
                  </a:lnTo>
                  <a:lnTo>
                    <a:pt x="316" y="50"/>
                  </a:lnTo>
                  <a:lnTo>
                    <a:pt x="316" y="60"/>
                  </a:lnTo>
                  <a:lnTo>
                    <a:pt x="303" y="60"/>
                  </a:lnTo>
                  <a:lnTo>
                    <a:pt x="291" y="60"/>
                  </a:lnTo>
                  <a:lnTo>
                    <a:pt x="291" y="69"/>
                  </a:lnTo>
                  <a:lnTo>
                    <a:pt x="291" y="81"/>
                  </a:lnTo>
                  <a:lnTo>
                    <a:pt x="303" y="81"/>
                  </a:lnTo>
                  <a:lnTo>
                    <a:pt x="303" y="90"/>
                  </a:lnTo>
                  <a:lnTo>
                    <a:pt x="316" y="90"/>
                  </a:lnTo>
                  <a:lnTo>
                    <a:pt x="328" y="90"/>
                  </a:lnTo>
                  <a:lnTo>
                    <a:pt x="328" y="100"/>
                  </a:lnTo>
                  <a:lnTo>
                    <a:pt x="328" y="110"/>
                  </a:lnTo>
                  <a:lnTo>
                    <a:pt x="341" y="110"/>
                  </a:lnTo>
                  <a:lnTo>
                    <a:pt x="341" y="120"/>
                  </a:lnTo>
                  <a:lnTo>
                    <a:pt x="341" y="129"/>
                  </a:lnTo>
                  <a:lnTo>
                    <a:pt x="341" y="1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2"/>
            <p:cNvSpPr/>
            <p:nvPr/>
          </p:nvSpPr>
          <p:spPr>
            <a:xfrm>
              <a:off x="3841843" y="3087325"/>
              <a:ext cx="746437" cy="588032"/>
            </a:xfrm>
            <a:custGeom>
              <a:avLst/>
              <a:gdLst/>
              <a:ahLst/>
              <a:cxnLst/>
              <a:rect l="l" t="t" r="r" b="b"/>
              <a:pathLst>
                <a:path w="756" h="474" extrusionOk="0">
                  <a:moveTo>
                    <a:pt x="119" y="202"/>
                  </a:moveTo>
                  <a:lnTo>
                    <a:pt x="134" y="202"/>
                  </a:lnTo>
                  <a:lnTo>
                    <a:pt x="134" y="214"/>
                  </a:lnTo>
                  <a:lnTo>
                    <a:pt x="134" y="225"/>
                  </a:lnTo>
                  <a:lnTo>
                    <a:pt x="148" y="225"/>
                  </a:lnTo>
                  <a:lnTo>
                    <a:pt x="148" y="214"/>
                  </a:lnTo>
                  <a:lnTo>
                    <a:pt x="148" y="202"/>
                  </a:lnTo>
                  <a:lnTo>
                    <a:pt x="164" y="202"/>
                  </a:lnTo>
                  <a:lnTo>
                    <a:pt x="148" y="202"/>
                  </a:lnTo>
                  <a:lnTo>
                    <a:pt x="148" y="191"/>
                  </a:lnTo>
                  <a:lnTo>
                    <a:pt x="148" y="178"/>
                  </a:lnTo>
                  <a:lnTo>
                    <a:pt x="134" y="178"/>
                  </a:lnTo>
                  <a:lnTo>
                    <a:pt x="119" y="178"/>
                  </a:lnTo>
                  <a:lnTo>
                    <a:pt x="119" y="167"/>
                  </a:lnTo>
                  <a:lnTo>
                    <a:pt x="103" y="167"/>
                  </a:lnTo>
                  <a:lnTo>
                    <a:pt x="90" y="167"/>
                  </a:lnTo>
                  <a:lnTo>
                    <a:pt x="90" y="154"/>
                  </a:lnTo>
                  <a:lnTo>
                    <a:pt x="74" y="154"/>
                  </a:lnTo>
                  <a:lnTo>
                    <a:pt x="74" y="143"/>
                  </a:lnTo>
                  <a:lnTo>
                    <a:pt x="58" y="143"/>
                  </a:lnTo>
                  <a:lnTo>
                    <a:pt x="45" y="143"/>
                  </a:lnTo>
                  <a:lnTo>
                    <a:pt x="58" y="143"/>
                  </a:lnTo>
                  <a:lnTo>
                    <a:pt x="45" y="143"/>
                  </a:lnTo>
                  <a:lnTo>
                    <a:pt x="45" y="131"/>
                  </a:lnTo>
                  <a:lnTo>
                    <a:pt x="45" y="143"/>
                  </a:lnTo>
                  <a:lnTo>
                    <a:pt x="45" y="131"/>
                  </a:lnTo>
                  <a:lnTo>
                    <a:pt x="29" y="131"/>
                  </a:lnTo>
                  <a:lnTo>
                    <a:pt x="29" y="120"/>
                  </a:lnTo>
                  <a:lnTo>
                    <a:pt x="29" y="107"/>
                  </a:lnTo>
                  <a:lnTo>
                    <a:pt x="29" y="96"/>
                  </a:lnTo>
                  <a:lnTo>
                    <a:pt x="16" y="96"/>
                  </a:lnTo>
                  <a:lnTo>
                    <a:pt x="16" y="83"/>
                  </a:lnTo>
                  <a:lnTo>
                    <a:pt x="16" y="72"/>
                  </a:lnTo>
                  <a:lnTo>
                    <a:pt x="0" y="72"/>
                  </a:lnTo>
                  <a:lnTo>
                    <a:pt x="0" y="60"/>
                  </a:lnTo>
                  <a:lnTo>
                    <a:pt x="0" y="49"/>
                  </a:lnTo>
                  <a:lnTo>
                    <a:pt x="0" y="36"/>
                  </a:lnTo>
                  <a:lnTo>
                    <a:pt x="16" y="36"/>
                  </a:lnTo>
                  <a:lnTo>
                    <a:pt x="29" y="36"/>
                  </a:lnTo>
                  <a:lnTo>
                    <a:pt x="45" y="36"/>
                  </a:lnTo>
                  <a:lnTo>
                    <a:pt x="45" y="25"/>
                  </a:lnTo>
                  <a:lnTo>
                    <a:pt x="45" y="36"/>
                  </a:lnTo>
                  <a:lnTo>
                    <a:pt x="58" y="36"/>
                  </a:lnTo>
                  <a:lnTo>
                    <a:pt x="58" y="49"/>
                  </a:lnTo>
                  <a:lnTo>
                    <a:pt x="74" y="49"/>
                  </a:lnTo>
                  <a:lnTo>
                    <a:pt x="90" y="49"/>
                  </a:lnTo>
                  <a:lnTo>
                    <a:pt x="103" y="49"/>
                  </a:lnTo>
                  <a:lnTo>
                    <a:pt x="103" y="60"/>
                  </a:lnTo>
                  <a:lnTo>
                    <a:pt x="103" y="49"/>
                  </a:lnTo>
                  <a:lnTo>
                    <a:pt x="103" y="60"/>
                  </a:lnTo>
                  <a:lnTo>
                    <a:pt x="103" y="49"/>
                  </a:lnTo>
                  <a:lnTo>
                    <a:pt x="119" y="49"/>
                  </a:lnTo>
                  <a:lnTo>
                    <a:pt x="134" y="49"/>
                  </a:lnTo>
                  <a:lnTo>
                    <a:pt x="134" y="36"/>
                  </a:lnTo>
                  <a:lnTo>
                    <a:pt x="134" y="49"/>
                  </a:lnTo>
                  <a:lnTo>
                    <a:pt x="148" y="49"/>
                  </a:lnTo>
                  <a:lnTo>
                    <a:pt x="164" y="49"/>
                  </a:lnTo>
                  <a:lnTo>
                    <a:pt x="177" y="49"/>
                  </a:lnTo>
                  <a:lnTo>
                    <a:pt x="177" y="36"/>
                  </a:lnTo>
                  <a:lnTo>
                    <a:pt x="193" y="49"/>
                  </a:lnTo>
                  <a:lnTo>
                    <a:pt x="193" y="36"/>
                  </a:lnTo>
                  <a:lnTo>
                    <a:pt x="193" y="49"/>
                  </a:lnTo>
                  <a:lnTo>
                    <a:pt x="193" y="36"/>
                  </a:lnTo>
                  <a:lnTo>
                    <a:pt x="208" y="36"/>
                  </a:lnTo>
                  <a:lnTo>
                    <a:pt x="208" y="49"/>
                  </a:lnTo>
                  <a:lnTo>
                    <a:pt x="222" y="49"/>
                  </a:lnTo>
                  <a:lnTo>
                    <a:pt x="222" y="60"/>
                  </a:lnTo>
                  <a:lnTo>
                    <a:pt x="208" y="60"/>
                  </a:lnTo>
                  <a:lnTo>
                    <a:pt x="222" y="60"/>
                  </a:lnTo>
                  <a:lnTo>
                    <a:pt x="208" y="60"/>
                  </a:lnTo>
                  <a:lnTo>
                    <a:pt x="222" y="60"/>
                  </a:lnTo>
                  <a:lnTo>
                    <a:pt x="222" y="49"/>
                  </a:lnTo>
                  <a:lnTo>
                    <a:pt x="238" y="49"/>
                  </a:lnTo>
                  <a:lnTo>
                    <a:pt x="238" y="36"/>
                  </a:lnTo>
                  <a:lnTo>
                    <a:pt x="238" y="25"/>
                  </a:lnTo>
                  <a:lnTo>
                    <a:pt x="251" y="25"/>
                  </a:lnTo>
                  <a:lnTo>
                    <a:pt x="267" y="25"/>
                  </a:lnTo>
                  <a:lnTo>
                    <a:pt x="267" y="36"/>
                  </a:lnTo>
                  <a:lnTo>
                    <a:pt x="267" y="49"/>
                  </a:lnTo>
                  <a:lnTo>
                    <a:pt x="267" y="60"/>
                  </a:lnTo>
                  <a:lnTo>
                    <a:pt x="283" y="60"/>
                  </a:lnTo>
                  <a:lnTo>
                    <a:pt x="283" y="72"/>
                  </a:lnTo>
                  <a:lnTo>
                    <a:pt x="283" y="83"/>
                  </a:lnTo>
                  <a:lnTo>
                    <a:pt x="283" y="96"/>
                  </a:lnTo>
                  <a:lnTo>
                    <a:pt x="296" y="96"/>
                  </a:lnTo>
                  <a:lnTo>
                    <a:pt x="283" y="96"/>
                  </a:lnTo>
                  <a:lnTo>
                    <a:pt x="296" y="96"/>
                  </a:lnTo>
                  <a:lnTo>
                    <a:pt x="283" y="96"/>
                  </a:lnTo>
                  <a:lnTo>
                    <a:pt x="296" y="96"/>
                  </a:lnTo>
                  <a:lnTo>
                    <a:pt x="283" y="107"/>
                  </a:lnTo>
                  <a:lnTo>
                    <a:pt x="296" y="107"/>
                  </a:lnTo>
                  <a:lnTo>
                    <a:pt x="296" y="96"/>
                  </a:lnTo>
                  <a:lnTo>
                    <a:pt x="312" y="96"/>
                  </a:lnTo>
                  <a:lnTo>
                    <a:pt x="312" y="83"/>
                  </a:lnTo>
                  <a:lnTo>
                    <a:pt x="312" y="96"/>
                  </a:lnTo>
                  <a:lnTo>
                    <a:pt x="312" y="83"/>
                  </a:lnTo>
                  <a:lnTo>
                    <a:pt x="312" y="72"/>
                  </a:lnTo>
                  <a:lnTo>
                    <a:pt x="325" y="72"/>
                  </a:lnTo>
                  <a:lnTo>
                    <a:pt x="312" y="72"/>
                  </a:lnTo>
                  <a:lnTo>
                    <a:pt x="325" y="60"/>
                  </a:lnTo>
                  <a:lnTo>
                    <a:pt x="312" y="60"/>
                  </a:lnTo>
                  <a:lnTo>
                    <a:pt x="325" y="60"/>
                  </a:lnTo>
                  <a:lnTo>
                    <a:pt x="312" y="60"/>
                  </a:lnTo>
                  <a:lnTo>
                    <a:pt x="325" y="60"/>
                  </a:lnTo>
                  <a:lnTo>
                    <a:pt x="312" y="60"/>
                  </a:lnTo>
                  <a:lnTo>
                    <a:pt x="312" y="49"/>
                  </a:lnTo>
                  <a:lnTo>
                    <a:pt x="312" y="36"/>
                  </a:lnTo>
                  <a:lnTo>
                    <a:pt x="325" y="36"/>
                  </a:lnTo>
                  <a:lnTo>
                    <a:pt x="325" y="25"/>
                  </a:lnTo>
                  <a:lnTo>
                    <a:pt x="325" y="13"/>
                  </a:lnTo>
                  <a:lnTo>
                    <a:pt x="312" y="13"/>
                  </a:lnTo>
                  <a:lnTo>
                    <a:pt x="325" y="13"/>
                  </a:lnTo>
                  <a:lnTo>
                    <a:pt x="325" y="0"/>
                  </a:lnTo>
                  <a:lnTo>
                    <a:pt x="341" y="0"/>
                  </a:lnTo>
                  <a:lnTo>
                    <a:pt x="357" y="0"/>
                  </a:lnTo>
                  <a:lnTo>
                    <a:pt x="357" y="13"/>
                  </a:lnTo>
                  <a:lnTo>
                    <a:pt x="370" y="13"/>
                  </a:lnTo>
                  <a:lnTo>
                    <a:pt x="370" y="25"/>
                  </a:lnTo>
                  <a:lnTo>
                    <a:pt x="357" y="25"/>
                  </a:lnTo>
                  <a:lnTo>
                    <a:pt x="357" y="36"/>
                  </a:lnTo>
                  <a:lnTo>
                    <a:pt x="370" y="36"/>
                  </a:lnTo>
                  <a:lnTo>
                    <a:pt x="357" y="36"/>
                  </a:lnTo>
                  <a:lnTo>
                    <a:pt x="357" y="49"/>
                  </a:lnTo>
                  <a:lnTo>
                    <a:pt x="357" y="60"/>
                  </a:lnTo>
                  <a:lnTo>
                    <a:pt x="357" y="72"/>
                  </a:lnTo>
                  <a:lnTo>
                    <a:pt x="357" y="83"/>
                  </a:lnTo>
                  <a:lnTo>
                    <a:pt x="370" y="83"/>
                  </a:lnTo>
                  <a:lnTo>
                    <a:pt x="370" y="96"/>
                  </a:lnTo>
                  <a:lnTo>
                    <a:pt x="370" y="107"/>
                  </a:lnTo>
                  <a:lnTo>
                    <a:pt x="370" y="120"/>
                  </a:lnTo>
                  <a:lnTo>
                    <a:pt x="370" y="131"/>
                  </a:lnTo>
                  <a:lnTo>
                    <a:pt x="386" y="131"/>
                  </a:lnTo>
                  <a:lnTo>
                    <a:pt x="386" y="143"/>
                  </a:lnTo>
                  <a:lnTo>
                    <a:pt x="386" y="154"/>
                  </a:lnTo>
                  <a:lnTo>
                    <a:pt x="401" y="154"/>
                  </a:lnTo>
                  <a:lnTo>
                    <a:pt x="401" y="167"/>
                  </a:lnTo>
                  <a:lnTo>
                    <a:pt x="401" y="178"/>
                  </a:lnTo>
                  <a:lnTo>
                    <a:pt x="415" y="191"/>
                  </a:lnTo>
                  <a:lnTo>
                    <a:pt x="431" y="191"/>
                  </a:lnTo>
                  <a:lnTo>
                    <a:pt x="431" y="202"/>
                  </a:lnTo>
                  <a:lnTo>
                    <a:pt x="431" y="214"/>
                  </a:lnTo>
                  <a:lnTo>
                    <a:pt x="444" y="214"/>
                  </a:lnTo>
                  <a:lnTo>
                    <a:pt x="444" y="225"/>
                  </a:lnTo>
                  <a:lnTo>
                    <a:pt x="444" y="238"/>
                  </a:lnTo>
                  <a:lnTo>
                    <a:pt x="460" y="238"/>
                  </a:lnTo>
                  <a:lnTo>
                    <a:pt x="475" y="238"/>
                  </a:lnTo>
                  <a:lnTo>
                    <a:pt x="489" y="225"/>
                  </a:lnTo>
                  <a:lnTo>
                    <a:pt x="505" y="225"/>
                  </a:lnTo>
                  <a:lnTo>
                    <a:pt x="505" y="214"/>
                  </a:lnTo>
                  <a:lnTo>
                    <a:pt x="518" y="214"/>
                  </a:lnTo>
                  <a:lnTo>
                    <a:pt x="534" y="214"/>
                  </a:lnTo>
                  <a:lnTo>
                    <a:pt x="549" y="214"/>
                  </a:lnTo>
                  <a:lnTo>
                    <a:pt x="549" y="202"/>
                  </a:lnTo>
                  <a:lnTo>
                    <a:pt x="563" y="202"/>
                  </a:lnTo>
                  <a:lnTo>
                    <a:pt x="563" y="191"/>
                  </a:lnTo>
                  <a:lnTo>
                    <a:pt x="563" y="178"/>
                  </a:lnTo>
                  <a:lnTo>
                    <a:pt x="579" y="178"/>
                  </a:lnTo>
                  <a:lnTo>
                    <a:pt x="579" y="167"/>
                  </a:lnTo>
                  <a:lnTo>
                    <a:pt x="579" y="154"/>
                  </a:lnTo>
                  <a:lnTo>
                    <a:pt x="579" y="143"/>
                  </a:lnTo>
                  <a:lnTo>
                    <a:pt x="592" y="143"/>
                  </a:lnTo>
                  <a:lnTo>
                    <a:pt x="592" y="131"/>
                  </a:lnTo>
                  <a:lnTo>
                    <a:pt x="608" y="131"/>
                  </a:lnTo>
                  <a:lnTo>
                    <a:pt x="624" y="131"/>
                  </a:lnTo>
                  <a:lnTo>
                    <a:pt x="637" y="131"/>
                  </a:lnTo>
                  <a:lnTo>
                    <a:pt x="637" y="120"/>
                  </a:lnTo>
                  <a:lnTo>
                    <a:pt x="653" y="120"/>
                  </a:lnTo>
                  <a:lnTo>
                    <a:pt x="653" y="107"/>
                  </a:lnTo>
                  <a:lnTo>
                    <a:pt x="653" y="96"/>
                  </a:lnTo>
                  <a:lnTo>
                    <a:pt x="666" y="96"/>
                  </a:lnTo>
                  <a:lnTo>
                    <a:pt x="666" y="83"/>
                  </a:lnTo>
                  <a:lnTo>
                    <a:pt x="666" y="72"/>
                  </a:lnTo>
                  <a:lnTo>
                    <a:pt x="682" y="72"/>
                  </a:lnTo>
                  <a:lnTo>
                    <a:pt x="682" y="60"/>
                  </a:lnTo>
                  <a:lnTo>
                    <a:pt x="682" y="72"/>
                  </a:lnTo>
                  <a:lnTo>
                    <a:pt x="698" y="72"/>
                  </a:lnTo>
                  <a:lnTo>
                    <a:pt x="711" y="72"/>
                  </a:lnTo>
                  <a:lnTo>
                    <a:pt x="711" y="60"/>
                  </a:lnTo>
                  <a:lnTo>
                    <a:pt x="727" y="60"/>
                  </a:lnTo>
                  <a:lnTo>
                    <a:pt x="742" y="72"/>
                  </a:lnTo>
                  <a:lnTo>
                    <a:pt x="756" y="72"/>
                  </a:lnTo>
                  <a:lnTo>
                    <a:pt x="756" y="83"/>
                  </a:lnTo>
                  <a:lnTo>
                    <a:pt x="756" y="96"/>
                  </a:lnTo>
                  <a:lnTo>
                    <a:pt x="742" y="96"/>
                  </a:lnTo>
                  <a:lnTo>
                    <a:pt x="742" y="107"/>
                  </a:lnTo>
                  <a:lnTo>
                    <a:pt x="727" y="107"/>
                  </a:lnTo>
                  <a:lnTo>
                    <a:pt x="727" y="120"/>
                  </a:lnTo>
                  <a:lnTo>
                    <a:pt x="727" y="131"/>
                  </a:lnTo>
                  <a:lnTo>
                    <a:pt x="711" y="131"/>
                  </a:lnTo>
                  <a:lnTo>
                    <a:pt x="711" y="143"/>
                  </a:lnTo>
                  <a:lnTo>
                    <a:pt x="727" y="143"/>
                  </a:lnTo>
                  <a:lnTo>
                    <a:pt x="727" y="154"/>
                  </a:lnTo>
                  <a:lnTo>
                    <a:pt x="711" y="154"/>
                  </a:lnTo>
                  <a:lnTo>
                    <a:pt x="711" y="167"/>
                  </a:lnTo>
                  <a:lnTo>
                    <a:pt x="727" y="167"/>
                  </a:lnTo>
                  <a:lnTo>
                    <a:pt x="727" y="178"/>
                  </a:lnTo>
                  <a:lnTo>
                    <a:pt x="727" y="191"/>
                  </a:lnTo>
                  <a:lnTo>
                    <a:pt x="727" y="202"/>
                  </a:lnTo>
                  <a:lnTo>
                    <a:pt x="742" y="202"/>
                  </a:lnTo>
                  <a:lnTo>
                    <a:pt x="742" y="214"/>
                  </a:lnTo>
                  <a:lnTo>
                    <a:pt x="727" y="214"/>
                  </a:lnTo>
                  <a:lnTo>
                    <a:pt x="727" y="225"/>
                  </a:lnTo>
                  <a:lnTo>
                    <a:pt x="711" y="225"/>
                  </a:lnTo>
                  <a:lnTo>
                    <a:pt x="711" y="238"/>
                  </a:lnTo>
                  <a:lnTo>
                    <a:pt x="698" y="249"/>
                  </a:lnTo>
                  <a:lnTo>
                    <a:pt x="698" y="261"/>
                  </a:lnTo>
                  <a:lnTo>
                    <a:pt x="698" y="274"/>
                  </a:lnTo>
                  <a:lnTo>
                    <a:pt x="682" y="274"/>
                  </a:lnTo>
                  <a:lnTo>
                    <a:pt x="682" y="285"/>
                  </a:lnTo>
                  <a:lnTo>
                    <a:pt x="682" y="298"/>
                  </a:lnTo>
                  <a:lnTo>
                    <a:pt x="666" y="298"/>
                  </a:lnTo>
                  <a:lnTo>
                    <a:pt x="666" y="309"/>
                  </a:lnTo>
                  <a:lnTo>
                    <a:pt x="653" y="309"/>
                  </a:lnTo>
                  <a:lnTo>
                    <a:pt x="637" y="309"/>
                  </a:lnTo>
                  <a:lnTo>
                    <a:pt x="637" y="321"/>
                  </a:lnTo>
                  <a:lnTo>
                    <a:pt x="624" y="321"/>
                  </a:lnTo>
                  <a:lnTo>
                    <a:pt x="624" y="332"/>
                  </a:lnTo>
                  <a:lnTo>
                    <a:pt x="608" y="332"/>
                  </a:lnTo>
                  <a:lnTo>
                    <a:pt x="608" y="321"/>
                  </a:lnTo>
                  <a:lnTo>
                    <a:pt x="608" y="332"/>
                  </a:lnTo>
                  <a:lnTo>
                    <a:pt x="592" y="332"/>
                  </a:lnTo>
                  <a:lnTo>
                    <a:pt x="579" y="332"/>
                  </a:lnTo>
                  <a:lnTo>
                    <a:pt x="563" y="321"/>
                  </a:lnTo>
                  <a:lnTo>
                    <a:pt x="549" y="321"/>
                  </a:lnTo>
                  <a:lnTo>
                    <a:pt x="549" y="332"/>
                  </a:lnTo>
                  <a:lnTo>
                    <a:pt x="549" y="345"/>
                  </a:lnTo>
                  <a:lnTo>
                    <a:pt x="534" y="332"/>
                  </a:lnTo>
                  <a:lnTo>
                    <a:pt x="518" y="332"/>
                  </a:lnTo>
                  <a:lnTo>
                    <a:pt x="518" y="345"/>
                  </a:lnTo>
                  <a:lnTo>
                    <a:pt x="505" y="356"/>
                  </a:lnTo>
                  <a:lnTo>
                    <a:pt x="489" y="356"/>
                  </a:lnTo>
                  <a:lnTo>
                    <a:pt x="489" y="368"/>
                  </a:lnTo>
                  <a:lnTo>
                    <a:pt x="505" y="368"/>
                  </a:lnTo>
                  <a:lnTo>
                    <a:pt x="489" y="368"/>
                  </a:lnTo>
                  <a:lnTo>
                    <a:pt x="489" y="356"/>
                  </a:lnTo>
                  <a:lnTo>
                    <a:pt x="475" y="356"/>
                  </a:lnTo>
                  <a:lnTo>
                    <a:pt x="460" y="356"/>
                  </a:lnTo>
                  <a:lnTo>
                    <a:pt x="460" y="368"/>
                  </a:lnTo>
                  <a:lnTo>
                    <a:pt x="444" y="368"/>
                  </a:lnTo>
                  <a:lnTo>
                    <a:pt x="444" y="380"/>
                  </a:lnTo>
                  <a:lnTo>
                    <a:pt x="431" y="380"/>
                  </a:lnTo>
                  <a:lnTo>
                    <a:pt x="431" y="392"/>
                  </a:lnTo>
                  <a:lnTo>
                    <a:pt x="431" y="403"/>
                  </a:lnTo>
                  <a:lnTo>
                    <a:pt x="431" y="416"/>
                  </a:lnTo>
                  <a:lnTo>
                    <a:pt x="415" y="416"/>
                  </a:lnTo>
                  <a:lnTo>
                    <a:pt x="401" y="416"/>
                  </a:lnTo>
                  <a:lnTo>
                    <a:pt x="401" y="427"/>
                  </a:lnTo>
                  <a:lnTo>
                    <a:pt x="386" y="427"/>
                  </a:lnTo>
                  <a:lnTo>
                    <a:pt x="386" y="439"/>
                  </a:lnTo>
                  <a:lnTo>
                    <a:pt x="386" y="427"/>
                  </a:lnTo>
                  <a:lnTo>
                    <a:pt x="386" y="439"/>
                  </a:lnTo>
                  <a:lnTo>
                    <a:pt x="370" y="439"/>
                  </a:lnTo>
                  <a:lnTo>
                    <a:pt x="370" y="450"/>
                  </a:lnTo>
                  <a:lnTo>
                    <a:pt x="370" y="463"/>
                  </a:lnTo>
                  <a:lnTo>
                    <a:pt x="357" y="463"/>
                  </a:lnTo>
                  <a:lnTo>
                    <a:pt x="357" y="474"/>
                  </a:lnTo>
                  <a:lnTo>
                    <a:pt x="357" y="463"/>
                  </a:lnTo>
                  <a:lnTo>
                    <a:pt x="341" y="463"/>
                  </a:lnTo>
                  <a:lnTo>
                    <a:pt x="325" y="463"/>
                  </a:lnTo>
                  <a:lnTo>
                    <a:pt x="341" y="463"/>
                  </a:lnTo>
                  <a:lnTo>
                    <a:pt x="325" y="463"/>
                  </a:lnTo>
                  <a:lnTo>
                    <a:pt x="312" y="463"/>
                  </a:lnTo>
                  <a:lnTo>
                    <a:pt x="312" y="450"/>
                  </a:lnTo>
                  <a:lnTo>
                    <a:pt x="296" y="450"/>
                  </a:lnTo>
                  <a:lnTo>
                    <a:pt x="283" y="450"/>
                  </a:lnTo>
                  <a:lnTo>
                    <a:pt x="267" y="450"/>
                  </a:lnTo>
                  <a:lnTo>
                    <a:pt x="267" y="439"/>
                  </a:lnTo>
                  <a:lnTo>
                    <a:pt x="267" y="427"/>
                  </a:lnTo>
                  <a:lnTo>
                    <a:pt x="251" y="427"/>
                  </a:lnTo>
                  <a:lnTo>
                    <a:pt x="238" y="427"/>
                  </a:lnTo>
                  <a:lnTo>
                    <a:pt x="238" y="439"/>
                  </a:lnTo>
                  <a:lnTo>
                    <a:pt x="222" y="439"/>
                  </a:lnTo>
                  <a:lnTo>
                    <a:pt x="222" y="450"/>
                  </a:lnTo>
                  <a:lnTo>
                    <a:pt x="208" y="450"/>
                  </a:lnTo>
                  <a:lnTo>
                    <a:pt x="193" y="450"/>
                  </a:lnTo>
                  <a:lnTo>
                    <a:pt x="177" y="450"/>
                  </a:lnTo>
                  <a:lnTo>
                    <a:pt x="177" y="463"/>
                  </a:lnTo>
                  <a:lnTo>
                    <a:pt x="164" y="463"/>
                  </a:lnTo>
                  <a:lnTo>
                    <a:pt x="164" y="474"/>
                  </a:lnTo>
                  <a:lnTo>
                    <a:pt x="148" y="474"/>
                  </a:lnTo>
                  <a:lnTo>
                    <a:pt x="148" y="463"/>
                  </a:lnTo>
                  <a:lnTo>
                    <a:pt x="134" y="463"/>
                  </a:lnTo>
                  <a:lnTo>
                    <a:pt x="134" y="450"/>
                  </a:lnTo>
                  <a:lnTo>
                    <a:pt x="119" y="450"/>
                  </a:lnTo>
                  <a:lnTo>
                    <a:pt x="119" y="439"/>
                  </a:lnTo>
                  <a:lnTo>
                    <a:pt x="119" y="427"/>
                  </a:lnTo>
                  <a:lnTo>
                    <a:pt x="103" y="427"/>
                  </a:lnTo>
                  <a:lnTo>
                    <a:pt x="103" y="416"/>
                  </a:lnTo>
                  <a:lnTo>
                    <a:pt x="103" y="403"/>
                  </a:lnTo>
                  <a:lnTo>
                    <a:pt x="103" y="392"/>
                  </a:lnTo>
                  <a:lnTo>
                    <a:pt x="119" y="392"/>
                  </a:lnTo>
                  <a:lnTo>
                    <a:pt x="119" y="380"/>
                  </a:lnTo>
                  <a:lnTo>
                    <a:pt x="119" y="368"/>
                  </a:lnTo>
                  <a:lnTo>
                    <a:pt x="134" y="368"/>
                  </a:lnTo>
                  <a:lnTo>
                    <a:pt x="134" y="356"/>
                  </a:lnTo>
                  <a:lnTo>
                    <a:pt x="119" y="356"/>
                  </a:lnTo>
                  <a:lnTo>
                    <a:pt x="119" y="345"/>
                  </a:lnTo>
                  <a:lnTo>
                    <a:pt x="119" y="332"/>
                  </a:lnTo>
                  <a:lnTo>
                    <a:pt x="103" y="321"/>
                  </a:lnTo>
                  <a:lnTo>
                    <a:pt x="103" y="309"/>
                  </a:lnTo>
                  <a:lnTo>
                    <a:pt x="103" y="321"/>
                  </a:lnTo>
                  <a:lnTo>
                    <a:pt x="103" y="309"/>
                  </a:lnTo>
                  <a:lnTo>
                    <a:pt x="103" y="298"/>
                  </a:lnTo>
                  <a:lnTo>
                    <a:pt x="90" y="298"/>
                  </a:lnTo>
                  <a:lnTo>
                    <a:pt x="90" y="309"/>
                  </a:lnTo>
                  <a:lnTo>
                    <a:pt x="74" y="309"/>
                  </a:lnTo>
                  <a:lnTo>
                    <a:pt x="74" y="298"/>
                  </a:lnTo>
                  <a:lnTo>
                    <a:pt x="74" y="285"/>
                  </a:lnTo>
                  <a:lnTo>
                    <a:pt x="90" y="285"/>
                  </a:lnTo>
                  <a:lnTo>
                    <a:pt x="90" y="274"/>
                  </a:lnTo>
                  <a:lnTo>
                    <a:pt x="90" y="261"/>
                  </a:lnTo>
                  <a:lnTo>
                    <a:pt x="103" y="261"/>
                  </a:lnTo>
                  <a:lnTo>
                    <a:pt x="103" y="249"/>
                  </a:lnTo>
                  <a:lnTo>
                    <a:pt x="90" y="249"/>
                  </a:lnTo>
                  <a:lnTo>
                    <a:pt x="103" y="249"/>
                  </a:lnTo>
                  <a:lnTo>
                    <a:pt x="103" y="238"/>
                  </a:lnTo>
                  <a:lnTo>
                    <a:pt x="103" y="225"/>
                  </a:lnTo>
                  <a:lnTo>
                    <a:pt x="119" y="225"/>
                  </a:lnTo>
                  <a:lnTo>
                    <a:pt x="119" y="214"/>
                  </a:lnTo>
                  <a:lnTo>
                    <a:pt x="119" y="202"/>
                  </a:lnTo>
                  <a:close/>
                  <a:moveTo>
                    <a:pt x="148" y="309"/>
                  </a:moveTo>
                  <a:lnTo>
                    <a:pt x="134" y="309"/>
                  </a:lnTo>
                  <a:lnTo>
                    <a:pt x="119" y="309"/>
                  </a:lnTo>
                  <a:lnTo>
                    <a:pt x="119" y="321"/>
                  </a:lnTo>
                  <a:lnTo>
                    <a:pt x="134" y="321"/>
                  </a:lnTo>
                  <a:lnTo>
                    <a:pt x="134" y="309"/>
                  </a:lnTo>
                  <a:lnTo>
                    <a:pt x="148" y="309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2"/>
            <p:cNvSpPr/>
            <p:nvPr/>
          </p:nvSpPr>
          <p:spPr>
            <a:xfrm>
              <a:off x="4086942" y="4336228"/>
              <a:ext cx="458367" cy="678633"/>
            </a:xfrm>
            <a:custGeom>
              <a:avLst/>
              <a:gdLst/>
              <a:ahLst/>
              <a:cxnLst/>
              <a:rect l="l" t="t" r="r" b="b"/>
              <a:pathLst>
                <a:path w="394" h="465" extrusionOk="0">
                  <a:moveTo>
                    <a:pt x="292" y="272"/>
                  </a:moveTo>
                  <a:lnTo>
                    <a:pt x="306" y="272"/>
                  </a:lnTo>
                  <a:lnTo>
                    <a:pt x="306" y="284"/>
                  </a:lnTo>
                  <a:lnTo>
                    <a:pt x="292" y="284"/>
                  </a:lnTo>
                  <a:lnTo>
                    <a:pt x="292" y="293"/>
                  </a:lnTo>
                  <a:lnTo>
                    <a:pt x="306" y="293"/>
                  </a:lnTo>
                  <a:lnTo>
                    <a:pt x="306" y="303"/>
                  </a:lnTo>
                  <a:lnTo>
                    <a:pt x="306" y="313"/>
                  </a:lnTo>
                  <a:lnTo>
                    <a:pt x="306" y="303"/>
                  </a:lnTo>
                  <a:lnTo>
                    <a:pt x="318" y="303"/>
                  </a:lnTo>
                  <a:lnTo>
                    <a:pt x="318" y="313"/>
                  </a:lnTo>
                  <a:lnTo>
                    <a:pt x="318" y="303"/>
                  </a:lnTo>
                  <a:lnTo>
                    <a:pt x="330" y="303"/>
                  </a:lnTo>
                  <a:lnTo>
                    <a:pt x="344" y="303"/>
                  </a:lnTo>
                  <a:lnTo>
                    <a:pt x="344" y="293"/>
                  </a:lnTo>
                  <a:lnTo>
                    <a:pt x="344" y="303"/>
                  </a:lnTo>
                  <a:lnTo>
                    <a:pt x="355" y="303"/>
                  </a:lnTo>
                  <a:lnTo>
                    <a:pt x="355" y="313"/>
                  </a:lnTo>
                  <a:lnTo>
                    <a:pt x="369" y="313"/>
                  </a:lnTo>
                  <a:lnTo>
                    <a:pt x="355" y="313"/>
                  </a:lnTo>
                  <a:lnTo>
                    <a:pt x="355" y="324"/>
                  </a:lnTo>
                  <a:lnTo>
                    <a:pt x="355" y="333"/>
                  </a:lnTo>
                  <a:lnTo>
                    <a:pt x="369" y="333"/>
                  </a:lnTo>
                  <a:lnTo>
                    <a:pt x="382" y="333"/>
                  </a:lnTo>
                  <a:lnTo>
                    <a:pt x="382" y="324"/>
                  </a:lnTo>
                  <a:lnTo>
                    <a:pt x="382" y="333"/>
                  </a:lnTo>
                  <a:lnTo>
                    <a:pt x="369" y="333"/>
                  </a:lnTo>
                  <a:lnTo>
                    <a:pt x="369" y="343"/>
                  </a:lnTo>
                  <a:lnTo>
                    <a:pt x="382" y="343"/>
                  </a:lnTo>
                  <a:lnTo>
                    <a:pt x="369" y="354"/>
                  </a:lnTo>
                  <a:lnTo>
                    <a:pt x="382" y="354"/>
                  </a:lnTo>
                  <a:lnTo>
                    <a:pt x="394" y="354"/>
                  </a:lnTo>
                  <a:lnTo>
                    <a:pt x="394" y="364"/>
                  </a:lnTo>
                  <a:lnTo>
                    <a:pt x="394" y="373"/>
                  </a:lnTo>
                  <a:lnTo>
                    <a:pt x="394" y="384"/>
                  </a:lnTo>
                  <a:lnTo>
                    <a:pt x="394" y="394"/>
                  </a:lnTo>
                  <a:lnTo>
                    <a:pt x="382" y="394"/>
                  </a:lnTo>
                  <a:lnTo>
                    <a:pt x="369" y="394"/>
                  </a:lnTo>
                  <a:lnTo>
                    <a:pt x="369" y="404"/>
                  </a:lnTo>
                  <a:lnTo>
                    <a:pt x="355" y="404"/>
                  </a:lnTo>
                  <a:lnTo>
                    <a:pt x="344" y="404"/>
                  </a:lnTo>
                  <a:lnTo>
                    <a:pt x="344" y="413"/>
                  </a:lnTo>
                  <a:lnTo>
                    <a:pt x="330" y="413"/>
                  </a:lnTo>
                  <a:lnTo>
                    <a:pt x="330" y="425"/>
                  </a:lnTo>
                  <a:lnTo>
                    <a:pt x="330" y="434"/>
                  </a:lnTo>
                  <a:lnTo>
                    <a:pt x="318" y="434"/>
                  </a:lnTo>
                  <a:lnTo>
                    <a:pt x="318" y="444"/>
                  </a:lnTo>
                  <a:lnTo>
                    <a:pt x="318" y="455"/>
                  </a:lnTo>
                  <a:lnTo>
                    <a:pt x="306" y="455"/>
                  </a:lnTo>
                  <a:lnTo>
                    <a:pt x="306" y="465"/>
                  </a:lnTo>
                  <a:lnTo>
                    <a:pt x="306" y="455"/>
                  </a:lnTo>
                  <a:lnTo>
                    <a:pt x="292" y="455"/>
                  </a:lnTo>
                  <a:lnTo>
                    <a:pt x="280" y="455"/>
                  </a:lnTo>
                  <a:lnTo>
                    <a:pt x="292" y="455"/>
                  </a:lnTo>
                  <a:lnTo>
                    <a:pt x="280" y="455"/>
                  </a:lnTo>
                  <a:lnTo>
                    <a:pt x="280" y="444"/>
                  </a:lnTo>
                  <a:lnTo>
                    <a:pt x="280" y="434"/>
                  </a:lnTo>
                  <a:lnTo>
                    <a:pt x="267" y="434"/>
                  </a:lnTo>
                  <a:lnTo>
                    <a:pt x="267" y="425"/>
                  </a:lnTo>
                  <a:lnTo>
                    <a:pt x="255" y="425"/>
                  </a:lnTo>
                  <a:lnTo>
                    <a:pt x="267" y="425"/>
                  </a:lnTo>
                  <a:lnTo>
                    <a:pt x="267" y="413"/>
                  </a:lnTo>
                  <a:lnTo>
                    <a:pt x="255" y="413"/>
                  </a:lnTo>
                  <a:lnTo>
                    <a:pt x="255" y="404"/>
                  </a:lnTo>
                  <a:lnTo>
                    <a:pt x="242" y="404"/>
                  </a:lnTo>
                  <a:lnTo>
                    <a:pt x="242" y="413"/>
                  </a:lnTo>
                  <a:lnTo>
                    <a:pt x="242" y="404"/>
                  </a:lnTo>
                  <a:lnTo>
                    <a:pt x="229" y="404"/>
                  </a:lnTo>
                  <a:lnTo>
                    <a:pt x="229" y="394"/>
                  </a:lnTo>
                  <a:lnTo>
                    <a:pt x="229" y="384"/>
                  </a:lnTo>
                  <a:lnTo>
                    <a:pt x="217" y="384"/>
                  </a:lnTo>
                  <a:lnTo>
                    <a:pt x="229" y="384"/>
                  </a:lnTo>
                  <a:lnTo>
                    <a:pt x="217" y="384"/>
                  </a:lnTo>
                  <a:lnTo>
                    <a:pt x="217" y="373"/>
                  </a:lnTo>
                  <a:lnTo>
                    <a:pt x="204" y="373"/>
                  </a:lnTo>
                  <a:lnTo>
                    <a:pt x="204" y="364"/>
                  </a:lnTo>
                  <a:lnTo>
                    <a:pt x="192" y="364"/>
                  </a:lnTo>
                  <a:lnTo>
                    <a:pt x="192" y="354"/>
                  </a:lnTo>
                  <a:lnTo>
                    <a:pt x="179" y="354"/>
                  </a:lnTo>
                  <a:lnTo>
                    <a:pt x="165" y="354"/>
                  </a:lnTo>
                  <a:lnTo>
                    <a:pt x="165" y="343"/>
                  </a:lnTo>
                  <a:lnTo>
                    <a:pt x="153" y="343"/>
                  </a:lnTo>
                  <a:lnTo>
                    <a:pt x="153" y="333"/>
                  </a:lnTo>
                  <a:lnTo>
                    <a:pt x="140" y="333"/>
                  </a:lnTo>
                  <a:lnTo>
                    <a:pt x="128" y="333"/>
                  </a:lnTo>
                  <a:lnTo>
                    <a:pt x="128" y="324"/>
                  </a:lnTo>
                  <a:lnTo>
                    <a:pt x="115" y="324"/>
                  </a:lnTo>
                  <a:lnTo>
                    <a:pt x="115" y="313"/>
                  </a:lnTo>
                  <a:lnTo>
                    <a:pt x="102" y="313"/>
                  </a:lnTo>
                  <a:lnTo>
                    <a:pt x="115" y="313"/>
                  </a:lnTo>
                  <a:lnTo>
                    <a:pt x="102" y="313"/>
                  </a:lnTo>
                  <a:lnTo>
                    <a:pt x="102" y="303"/>
                  </a:lnTo>
                  <a:lnTo>
                    <a:pt x="102" y="293"/>
                  </a:lnTo>
                  <a:lnTo>
                    <a:pt x="102" y="284"/>
                  </a:lnTo>
                  <a:lnTo>
                    <a:pt x="90" y="284"/>
                  </a:lnTo>
                  <a:lnTo>
                    <a:pt x="90" y="272"/>
                  </a:lnTo>
                  <a:lnTo>
                    <a:pt x="77" y="272"/>
                  </a:lnTo>
                  <a:lnTo>
                    <a:pt x="77" y="263"/>
                  </a:lnTo>
                  <a:lnTo>
                    <a:pt x="63" y="263"/>
                  </a:lnTo>
                  <a:lnTo>
                    <a:pt x="63" y="253"/>
                  </a:lnTo>
                  <a:lnTo>
                    <a:pt x="63" y="243"/>
                  </a:lnTo>
                  <a:lnTo>
                    <a:pt x="51" y="232"/>
                  </a:lnTo>
                  <a:lnTo>
                    <a:pt x="51" y="221"/>
                  </a:lnTo>
                  <a:lnTo>
                    <a:pt x="39" y="232"/>
                  </a:lnTo>
                  <a:lnTo>
                    <a:pt x="39" y="221"/>
                  </a:lnTo>
                  <a:lnTo>
                    <a:pt x="27" y="221"/>
                  </a:lnTo>
                  <a:lnTo>
                    <a:pt x="39" y="221"/>
                  </a:lnTo>
                  <a:lnTo>
                    <a:pt x="27" y="221"/>
                  </a:lnTo>
                  <a:lnTo>
                    <a:pt x="27" y="232"/>
                  </a:lnTo>
                  <a:lnTo>
                    <a:pt x="27" y="221"/>
                  </a:lnTo>
                  <a:lnTo>
                    <a:pt x="27" y="212"/>
                  </a:lnTo>
                  <a:lnTo>
                    <a:pt x="27" y="201"/>
                  </a:lnTo>
                  <a:lnTo>
                    <a:pt x="27" y="192"/>
                  </a:lnTo>
                  <a:lnTo>
                    <a:pt x="27" y="181"/>
                  </a:lnTo>
                  <a:lnTo>
                    <a:pt x="27" y="172"/>
                  </a:lnTo>
                  <a:lnTo>
                    <a:pt x="14" y="172"/>
                  </a:lnTo>
                  <a:lnTo>
                    <a:pt x="27" y="172"/>
                  </a:lnTo>
                  <a:lnTo>
                    <a:pt x="14" y="172"/>
                  </a:lnTo>
                  <a:lnTo>
                    <a:pt x="14" y="181"/>
                  </a:lnTo>
                  <a:lnTo>
                    <a:pt x="0" y="181"/>
                  </a:lnTo>
                  <a:lnTo>
                    <a:pt x="0" y="172"/>
                  </a:lnTo>
                  <a:lnTo>
                    <a:pt x="0" y="161"/>
                  </a:lnTo>
                  <a:lnTo>
                    <a:pt x="14" y="161"/>
                  </a:lnTo>
                  <a:lnTo>
                    <a:pt x="27" y="161"/>
                  </a:lnTo>
                  <a:lnTo>
                    <a:pt x="14" y="161"/>
                  </a:lnTo>
                  <a:lnTo>
                    <a:pt x="14" y="172"/>
                  </a:lnTo>
                  <a:lnTo>
                    <a:pt x="27" y="172"/>
                  </a:lnTo>
                  <a:lnTo>
                    <a:pt x="27" y="161"/>
                  </a:lnTo>
                  <a:lnTo>
                    <a:pt x="27" y="172"/>
                  </a:lnTo>
                  <a:lnTo>
                    <a:pt x="39" y="172"/>
                  </a:lnTo>
                  <a:lnTo>
                    <a:pt x="39" y="161"/>
                  </a:lnTo>
                  <a:lnTo>
                    <a:pt x="27" y="161"/>
                  </a:lnTo>
                  <a:lnTo>
                    <a:pt x="39" y="161"/>
                  </a:lnTo>
                  <a:lnTo>
                    <a:pt x="39" y="152"/>
                  </a:lnTo>
                  <a:lnTo>
                    <a:pt x="39" y="141"/>
                  </a:lnTo>
                  <a:lnTo>
                    <a:pt x="39" y="131"/>
                  </a:lnTo>
                  <a:lnTo>
                    <a:pt x="51" y="131"/>
                  </a:lnTo>
                  <a:lnTo>
                    <a:pt x="51" y="121"/>
                  </a:lnTo>
                  <a:lnTo>
                    <a:pt x="51" y="111"/>
                  </a:lnTo>
                  <a:lnTo>
                    <a:pt x="51" y="101"/>
                  </a:lnTo>
                  <a:lnTo>
                    <a:pt x="51" y="91"/>
                  </a:lnTo>
                  <a:lnTo>
                    <a:pt x="51" y="80"/>
                  </a:lnTo>
                  <a:lnTo>
                    <a:pt x="39" y="80"/>
                  </a:lnTo>
                  <a:lnTo>
                    <a:pt x="39" y="71"/>
                  </a:lnTo>
                  <a:lnTo>
                    <a:pt x="39" y="60"/>
                  </a:lnTo>
                  <a:lnTo>
                    <a:pt x="51" y="60"/>
                  </a:lnTo>
                  <a:lnTo>
                    <a:pt x="51" y="51"/>
                  </a:lnTo>
                  <a:lnTo>
                    <a:pt x="51" y="40"/>
                  </a:lnTo>
                  <a:lnTo>
                    <a:pt x="63" y="40"/>
                  </a:lnTo>
                  <a:lnTo>
                    <a:pt x="77" y="40"/>
                  </a:lnTo>
                  <a:lnTo>
                    <a:pt x="77" y="31"/>
                  </a:lnTo>
                  <a:lnTo>
                    <a:pt x="90" y="31"/>
                  </a:lnTo>
                  <a:lnTo>
                    <a:pt x="90" y="20"/>
                  </a:lnTo>
                  <a:lnTo>
                    <a:pt x="102" y="20"/>
                  </a:lnTo>
                  <a:lnTo>
                    <a:pt x="102" y="9"/>
                  </a:lnTo>
                  <a:lnTo>
                    <a:pt x="115" y="9"/>
                  </a:lnTo>
                  <a:lnTo>
                    <a:pt x="128" y="9"/>
                  </a:lnTo>
                  <a:lnTo>
                    <a:pt x="128" y="20"/>
                  </a:lnTo>
                  <a:lnTo>
                    <a:pt x="128" y="9"/>
                  </a:lnTo>
                  <a:lnTo>
                    <a:pt x="128" y="20"/>
                  </a:lnTo>
                  <a:lnTo>
                    <a:pt x="140" y="20"/>
                  </a:lnTo>
                  <a:lnTo>
                    <a:pt x="140" y="9"/>
                  </a:lnTo>
                  <a:lnTo>
                    <a:pt x="153" y="9"/>
                  </a:lnTo>
                  <a:lnTo>
                    <a:pt x="153" y="20"/>
                  </a:lnTo>
                  <a:lnTo>
                    <a:pt x="165" y="20"/>
                  </a:lnTo>
                  <a:lnTo>
                    <a:pt x="165" y="9"/>
                  </a:lnTo>
                  <a:lnTo>
                    <a:pt x="179" y="9"/>
                  </a:lnTo>
                  <a:lnTo>
                    <a:pt x="179" y="0"/>
                  </a:lnTo>
                  <a:lnTo>
                    <a:pt x="179" y="9"/>
                  </a:lnTo>
                  <a:lnTo>
                    <a:pt x="179" y="20"/>
                  </a:lnTo>
                  <a:lnTo>
                    <a:pt x="165" y="20"/>
                  </a:lnTo>
                  <a:lnTo>
                    <a:pt x="153" y="20"/>
                  </a:lnTo>
                  <a:lnTo>
                    <a:pt x="153" y="31"/>
                  </a:lnTo>
                  <a:lnTo>
                    <a:pt x="153" y="40"/>
                  </a:lnTo>
                  <a:lnTo>
                    <a:pt x="165" y="40"/>
                  </a:lnTo>
                  <a:lnTo>
                    <a:pt x="153" y="40"/>
                  </a:lnTo>
                  <a:lnTo>
                    <a:pt x="165" y="40"/>
                  </a:lnTo>
                  <a:lnTo>
                    <a:pt x="153" y="40"/>
                  </a:lnTo>
                  <a:lnTo>
                    <a:pt x="153" y="51"/>
                  </a:lnTo>
                  <a:lnTo>
                    <a:pt x="165" y="51"/>
                  </a:lnTo>
                  <a:lnTo>
                    <a:pt x="153" y="51"/>
                  </a:lnTo>
                  <a:lnTo>
                    <a:pt x="153" y="60"/>
                  </a:lnTo>
                  <a:lnTo>
                    <a:pt x="153" y="71"/>
                  </a:lnTo>
                  <a:lnTo>
                    <a:pt x="140" y="71"/>
                  </a:lnTo>
                  <a:lnTo>
                    <a:pt x="140" y="80"/>
                  </a:lnTo>
                  <a:lnTo>
                    <a:pt x="128" y="80"/>
                  </a:lnTo>
                  <a:lnTo>
                    <a:pt x="140" y="80"/>
                  </a:lnTo>
                  <a:lnTo>
                    <a:pt x="140" y="91"/>
                  </a:lnTo>
                  <a:lnTo>
                    <a:pt x="153" y="80"/>
                  </a:lnTo>
                  <a:lnTo>
                    <a:pt x="153" y="91"/>
                  </a:lnTo>
                  <a:lnTo>
                    <a:pt x="153" y="80"/>
                  </a:lnTo>
                  <a:lnTo>
                    <a:pt x="153" y="91"/>
                  </a:lnTo>
                  <a:lnTo>
                    <a:pt x="165" y="91"/>
                  </a:lnTo>
                  <a:lnTo>
                    <a:pt x="179" y="91"/>
                  </a:lnTo>
                  <a:lnTo>
                    <a:pt x="179" y="80"/>
                  </a:lnTo>
                  <a:lnTo>
                    <a:pt x="179" y="91"/>
                  </a:lnTo>
                  <a:lnTo>
                    <a:pt x="179" y="80"/>
                  </a:lnTo>
                  <a:lnTo>
                    <a:pt x="192" y="80"/>
                  </a:lnTo>
                  <a:lnTo>
                    <a:pt x="204" y="80"/>
                  </a:lnTo>
                  <a:lnTo>
                    <a:pt x="204" y="71"/>
                  </a:lnTo>
                  <a:lnTo>
                    <a:pt x="204" y="80"/>
                  </a:lnTo>
                  <a:lnTo>
                    <a:pt x="204" y="91"/>
                  </a:lnTo>
                  <a:lnTo>
                    <a:pt x="217" y="91"/>
                  </a:lnTo>
                  <a:lnTo>
                    <a:pt x="217" y="101"/>
                  </a:lnTo>
                  <a:lnTo>
                    <a:pt x="204" y="101"/>
                  </a:lnTo>
                  <a:lnTo>
                    <a:pt x="204" y="111"/>
                  </a:lnTo>
                  <a:lnTo>
                    <a:pt x="204" y="121"/>
                  </a:lnTo>
                  <a:lnTo>
                    <a:pt x="204" y="131"/>
                  </a:lnTo>
                  <a:lnTo>
                    <a:pt x="204" y="141"/>
                  </a:lnTo>
                  <a:lnTo>
                    <a:pt x="204" y="152"/>
                  </a:lnTo>
                  <a:lnTo>
                    <a:pt x="192" y="152"/>
                  </a:lnTo>
                  <a:lnTo>
                    <a:pt x="192" y="161"/>
                  </a:lnTo>
                  <a:lnTo>
                    <a:pt x="204" y="161"/>
                  </a:lnTo>
                  <a:lnTo>
                    <a:pt x="192" y="161"/>
                  </a:lnTo>
                  <a:lnTo>
                    <a:pt x="192" y="172"/>
                  </a:lnTo>
                  <a:lnTo>
                    <a:pt x="204" y="172"/>
                  </a:lnTo>
                  <a:lnTo>
                    <a:pt x="204" y="181"/>
                  </a:lnTo>
                  <a:lnTo>
                    <a:pt x="217" y="181"/>
                  </a:lnTo>
                  <a:lnTo>
                    <a:pt x="229" y="181"/>
                  </a:lnTo>
                  <a:lnTo>
                    <a:pt x="229" y="192"/>
                  </a:lnTo>
                  <a:lnTo>
                    <a:pt x="242" y="192"/>
                  </a:lnTo>
                  <a:lnTo>
                    <a:pt x="242" y="201"/>
                  </a:lnTo>
                  <a:lnTo>
                    <a:pt x="255" y="201"/>
                  </a:lnTo>
                  <a:lnTo>
                    <a:pt x="255" y="192"/>
                  </a:lnTo>
                  <a:lnTo>
                    <a:pt x="267" y="192"/>
                  </a:lnTo>
                  <a:lnTo>
                    <a:pt x="267" y="201"/>
                  </a:lnTo>
                  <a:lnTo>
                    <a:pt x="255" y="201"/>
                  </a:lnTo>
                  <a:lnTo>
                    <a:pt x="267" y="201"/>
                  </a:lnTo>
                  <a:lnTo>
                    <a:pt x="280" y="201"/>
                  </a:lnTo>
                  <a:lnTo>
                    <a:pt x="280" y="212"/>
                  </a:lnTo>
                  <a:lnTo>
                    <a:pt x="292" y="201"/>
                  </a:lnTo>
                  <a:lnTo>
                    <a:pt x="292" y="212"/>
                  </a:lnTo>
                  <a:lnTo>
                    <a:pt x="306" y="212"/>
                  </a:lnTo>
                  <a:lnTo>
                    <a:pt x="306" y="221"/>
                  </a:lnTo>
                  <a:lnTo>
                    <a:pt x="306" y="232"/>
                  </a:lnTo>
                  <a:lnTo>
                    <a:pt x="292" y="232"/>
                  </a:lnTo>
                  <a:lnTo>
                    <a:pt x="292" y="243"/>
                  </a:lnTo>
                  <a:lnTo>
                    <a:pt x="306" y="243"/>
                  </a:lnTo>
                  <a:lnTo>
                    <a:pt x="306" y="253"/>
                  </a:lnTo>
                  <a:lnTo>
                    <a:pt x="292" y="253"/>
                  </a:lnTo>
                  <a:lnTo>
                    <a:pt x="292" y="263"/>
                  </a:lnTo>
                  <a:lnTo>
                    <a:pt x="292" y="272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2"/>
            <p:cNvSpPr/>
            <p:nvPr/>
          </p:nvSpPr>
          <p:spPr>
            <a:xfrm>
              <a:off x="4050335" y="3717994"/>
              <a:ext cx="838748" cy="547171"/>
            </a:xfrm>
            <a:custGeom>
              <a:avLst/>
              <a:gdLst/>
              <a:ahLst/>
              <a:cxnLst/>
              <a:rect l="l" t="t" r="r" b="b"/>
              <a:pathLst>
                <a:path w="726" h="375" extrusionOk="0">
                  <a:moveTo>
                    <a:pt x="225" y="11"/>
                  </a:moveTo>
                  <a:lnTo>
                    <a:pt x="225" y="20"/>
                  </a:lnTo>
                  <a:lnTo>
                    <a:pt x="237" y="20"/>
                  </a:lnTo>
                  <a:lnTo>
                    <a:pt x="250" y="20"/>
                  </a:lnTo>
                  <a:lnTo>
                    <a:pt x="237" y="20"/>
                  </a:lnTo>
                  <a:lnTo>
                    <a:pt x="237" y="31"/>
                  </a:lnTo>
                  <a:lnTo>
                    <a:pt x="237" y="40"/>
                  </a:lnTo>
                  <a:lnTo>
                    <a:pt x="250" y="40"/>
                  </a:lnTo>
                  <a:lnTo>
                    <a:pt x="262" y="40"/>
                  </a:lnTo>
                  <a:lnTo>
                    <a:pt x="262" y="31"/>
                  </a:lnTo>
                  <a:lnTo>
                    <a:pt x="275" y="31"/>
                  </a:lnTo>
                  <a:lnTo>
                    <a:pt x="275" y="40"/>
                  </a:lnTo>
                  <a:lnTo>
                    <a:pt x="275" y="31"/>
                  </a:lnTo>
                  <a:lnTo>
                    <a:pt x="288" y="31"/>
                  </a:lnTo>
                  <a:lnTo>
                    <a:pt x="299" y="31"/>
                  </a:lnTo>
                  <a:lnTo>
                    <a:pt x="299" y="20"/>
                  </a:lnTo>
                  <a:lnTo>
                    <a:pt x="299" y="11"/>
                  </a:lnTo>
                  <a:lnTo>
                    <a:pt x="299" y="20"/>
                  </a:lnTo>
                  <a:lnTo>
                    <a:pt x="299" y="11"/>
                  </a:lnTo>
                  <a:lnTo>
                    <a:pt x="312" y="11"/>
                  </a:lnTo>
                  <a:lnTo>
                    <a:pt x="324" y="11"/>
                  </a:lnTo>
                  <a:lnTo>
                    <a:pt x="324" y="0"/>
                  </a:lnTo>
                  <a:lnTo>
                    <a:pt x="337" y="0"/>
                  </a:lnTo>
                  <a:lnTo>
                    <a:pt x="351" y="0"/>
                  </a:lnTo>
                  <a:lnTo>
                    <a:pt x="351" y="11"/>
                  </a:lnTo>
                  <a:lnTo>
                    <a:pt x="351" y="20"/>
                  </a:lnTo>
                  <a:lnTo>
                    <a:pt x="351" y="11"/>
                  </a:lnTo>
                  <a:lnTo>
                    <a:pt x="362" y="11"/>
                  </a:lnTo>
                  <a:lnTo>
                    <a:pt x="362" y="20"/>
                  </a:lnTo>
                  <a:lnTo>
                    <a:pt x="375" y="20"/>
                  </a:lnTo>
                  <a:lnTo>
                    <a:pt x="375" y="11"/>
                  </a:lnTo>
                  <a:lnTo>
                    <a:pt x="387" y="11"/>
                  </a:lnTo>
                  <a:lnTo>
                    <a:pt x="387" y="20"/>
                  </a:lnTo>
                  <a:lnTo>
                    <a:pt x="387" y="31"/>
                  </a:lnTo>
                  <a:lnTo>
                    <a:pt x="400" y="31"/>
                  </a:lnTo>
                  <a:lnTo>
                    <a:pt x="413" y="31"/>
                  </a:lnTo>
                  <a:lnTo>
                    <a:pt x="413" y="40"/>
                  </a:lnTo>
                  <a:lnTo>
                    <a:pt x="424" y="40"/>
                  </a:lnTo>
                  <a:lnTo>
                    <a:pt x="437" y="40"/>
                  </a:lnTo>
                  <a:lnTo>
                    <a:pt x="437" y="51"/>
                  </a:lnTo>
                  <a:lnTo>
                    <a:pt x="437" y="40"/>
                  </a:lnTo>
                  <a:lnTo>
                    <a:pt x="451" y="51"/>
                  </a:lnTo>
                  <a:lnTo>
                    <a:pt x="451" y="40"/>
                  </a:lnTo>
                  <a:lnTo>
                    <a:pt x="451" y="51"/>
                  </a:lnTo>
                  <a:lnTo>
                    <a:pt x="462" y="51"/>
                  </a:lnTo>
                  <a:lnTo>
                    <a:pt x="476" y="51"/>
                  </a:lnTo>
                  <a:lnTo>
                    <a:pt x="476" y="61"/>
                  </a:lnTo>
                  <a:lnTo>
                    <a:pt x="487" y="61"/>
                  </a:lnTo>
                  <a:lnTo>
                    <a:pt x="487" y="72"/>
                  </a:lnTo>
                  <a:lnTo>
                    <a:pt x="501" y="72"/>
                  </a:lnTo>
                  <a:lnTo>
                    <a:pt x="513" y="72"/>
                  </a:lnTo>
                  <a:lnTo>
                    <a:pt x="525" y="72"/>
                  </a:lnTo>
                  <a:lnTo>
                    <a:pt x="525" y="61"/>
                  </a:lnTo>
                  <a:lnTo>
                    <a:pt x="525" y="72"/>
                  </a:lnTo>
                  <a:lnTo>
                    <a:pt x="538" y="72"/>
                  </a:lnTo>
                  <a:lnTo>
                    <a:pt x="538" y="61"/>
                  </a:lnTo>
                  <a:lnTo>
                    <a:pt x="549" y="61"/>
                  </a:lnTo>
                  <a:lnTo>
                    <a:pt x="563" y="61"/>
                  </a:lnTo>
                  <a:lnTo>
                    <a:pt x="576" y="61"/>
                  </a:lnTo>
                  <a:lnTo>
                    <a:pt x="576" y="72"/>
                  </a:lnTo>
                  <a:lnTo>
                    <a:pt x="587" y="72"/>
                  </a:lnTo>
                  <a:lnTo>
                    <a:pt x="587" y="81"/>
                  </a:lnTo>
                  <a:lnTo>
                    <a:pt x="587" y="91"/>
                  </a:lnTo>
                  <a:lnTo>
                    <a:pt x="601" y="91"/>
                  </a:lnTo>
                  <a:lnTo>
                    <a:pt x="601" y="101"/>
                  </a:lnTo>
                  <a:lnTo>
                    <a:pt x="601" y="91"/>
                  </a:lnTo>
                  <a:lnTo>
                    <a:pt x="612" y="91"/>
                  </a:lnTo>
                  <a:lnTo>
                    <a:pt x="612" y="81"/>
                  </a:lnTo>
                  <a:lnTo>
                    <a:pt x="612" y="72"/>
                  </a:lnTo>
                  <a:lnTo>
                    <a:pt x="612" y="61"/>
                  </a:lnTo>
                  <a:lnTo>
                    <a:pt x="612" y="51"/>
                  </a:lnTo>
                  <a:lnTo>
                    <a:pt x="612" y="40"/>
                  </a:lnTo>
                  <a:lnTo>
                    <a:pt x="625" y="40"/>
                  </a:lnTo>
                  <a:lnTo>
                    <a:pt x="612" y="40"/>
                  </a:lnTo>
                  <a:lnTo>
                    <a:pt x="625" y="40"/>
                  </a:lnTo>
                  <a:lnTo>
                    <a:pt x="612" y="40"/>
                  </a:lnTo>
                  <a:lnTo>
                    <a:pt x="625" y="40"/>
                  </a:lnTo>
                  <a:lnTo>
                    <a:pt x="625" y="31"/>
                  </a:lnTo>
                  <a:lnTo>
                    <a:pt x="612" y="31"/>
                  </a:lnTo>
                  <a:lnTo>
                    <a:pt x="625" y="31"/>
                  </a:lnTo>
                  <a:lnTo>
                    <a:pt x="625" y="20"/>
                  </a:lnTo>
                  <a:lnTo>
                    <a:pt x="625" y="11"/>
                  </a:lnTo>
                  <a:lnTo>
                    <a:pt x="638" y="11"/>
                  </a:lnTo>
                  <a:lnTo>
                    <a:pt x="638" y="20"/>
                  </a:lnTo>
                  <a:lnTo>
                    <a:pt x="650" y="20"/>
                  </a:lnTo>
                  <a:lnTo>
                    <a:pt x="650" y="31"/>
                  </a:lnTo>
                  <a:lnTo>
                    <a:pt x="663" y="31"/>
                  </a:lnTo>
                  <a:lnTo>
                    <a:pt x="676" y="31"/>
                  </a:lnTo>
                  <a:lnTo>
                    <a:pt x="676" y="40"/>
                  </a:lnTo>
                  <a:lnTo>
                    <a:pt x="676" y="51"/>
                  </a:lnTo>
                  <a:lnTo>
                    <a:pt x="676" y="61"/>
                  </a:lnTo>
                  <a:lnTo>
                    <a:pt x="676" y="72"/>
                  </a:lnTo>
                  <a:lnTo>
                    <a:pt x="688" y="72"/>
                  </a:lnTo>
                  <a:lnTo>
                    <a:pt x="701" y="72"/>
                  </a:lnTo>
                  <a:lnTo>
                    <a:pt x="701" y="81"/>
                  </a:lnTo>
                  <a:lnTo>
                    <a:pt x="701" y="91"/>
                  </a:lnTo>
                  <a:lnTo>
                    <a:pt x="701" y="101"/>
                  </a:lnTo>
                  <a:lnTo>
                    <a:pt x="701" y="112"/>
                  </a:lnTo>
                  <a:lnTo>
                    <a:pt x="701" y="121"/>
                  </a:lnTo>
                  <a:lnTo>
                    <a:pt x="701" y="132"/>
                  </a:lnTo>
                  <a:lnTo>
                    <a:pt x="701" y="121"/>
                  </a:lnTo>
                  <a:lnTo>
                    <a:pt x="701" y="132"/>
                  </a:lnTo>
                  <a:lnTo>
                    <a:pt x="713" y="132"/>
                  </a:lnTo>
                  <a:lnTo>
                    <a:pt x="713" y="142"/>
                  </a:lnTo>
                  <a:lnTo>
                    <a:pt x="701" y="142"/>
                  </a:lnTo>
                  <a:lnTo>
                    <a:pt x="701" y="152"/>
                  </a:lnTo>
                  <a:lnTo>
                    <a:pt x="701" y="161"/>
                  </a:lnTo>
                  <a:lnTo>
                    <a:pt x="688" y="161"/>
                  </a:lnTo>
                  <a:lnTo>
                    <a:pt x="676" y="161"/>
                  </a:lnTo>
                  <a:lnTo>
                    <a:pt x="676" y="173"/>
                  </a:lnTo>
                  <a:lnTo>
                    <a:pt x="663" y="173"/>
                  </a:lnTo>
                  <a:lnTo>
                    <a:pt x="663" y="182"/>
                  </a:lnTo>
                  <a:lnTo>
                    <a:pt x="663" y="193"/>
                  </a:lnTo>
                  <a:lnTo>
                    <a:pt x="676" y="193"/>
                  </a:lnTo>
                  <a:lnTo>
                    <a:pt x="676" y="203"/>
                  </a:lnTo>
                  <a:lnTo>
                    <a:pt x="676" y="214"/>
                  </a:lnTo>
                  <a:lnTo>
                    <a:pt x="688" y="214"/>
                  </a:lnTo>
                  <a:lnTo>
                    <a:pt x="688" y="223"/>
                  </a:lnTo>
                  <a:lnTo>
                    <a:pt x="701" y="223"/>
                  </a:lnTo>
                  <a:lnTo>
                    <a:pt x="701" y="233"/>
                  </a:lnTo>
                  <a:lnTo>
                    <a:pt x="701" y="244"/>
                  </a:lnTo>
                  <a:lnTo>
                    <a:pt x="701" y="254"/>
                  </a:lnTo>
                  <a:lnTo>
                    <a:pt x="713" y="254"/>
                  </a:lnTo>
                  <a:lnTo>
                    <a:pt x="713" y="265"/>
                  </a:lnTo>
                  <a:lnTo>
                    <a:pt x="713" y="274"/>
                  </a:lnTo>
                  <a:lnTo>
                    <a:pt x="713" y="265"/>
                  </a:lnTo>
                  <a:lnTo>
                    <a:pt x="713" y="274"/>
                  </a:lnTo>
                  <a:lnTo>
                    <a:pt x="726" y="274"/>
                  </a:lnTo>
                  <a:lnTo>
                    <a:pt x="713" y="274"/>
                  </a:lnTo>
                  <a:lnTo>
                    <a:pt x="701" y="285"/>
                  </a:lnTo>
                  <a:lnTo>
                    <a:pt x="701" y="294"/>
                  </a:lnTo>
                  <a:lnTo>
                    <a:pt x="688" y="294"/>
                  </a:lnTo>
                  <a:lnTo>
                    <a:pt x="676" y="294"/>
                  </a:lnTo>
                  <a:lnTo>
                    <a:pt x="676" y="305"/>
                  </a:lnTo>
                  <a:lnTo>
                    <a:pt x="676" y="314"/>
                  </a:lnTo>
                  <a:lnTo>
                    <a:pt x="676" y="326"/>
                  </a:lnTo>
                  <a:lnTo>
                    <a:pt x="663" y="326"/>
                  </a:lnTo>
                  <a:lnTo>
                    <a:pt x="663" y="314"/>
                  </a:lnTo>
                  <a:lnTo>
                    <a:pt x="650" y="314"/>
                  </a:lnTo>
                  <a:lnTo>
                    <a:pt x="650" y="305"/>
                  </a:lnTo>
                  <a:lnTo>
                    <a:pt x="638" y="294"/>
                  </a:lnTo>
                  <a:lnTo>
                    <a:pt x="638" y="285"/>
                  </a:lnTo>
                  <a:lnTo>
                    <a:pt x="638" y="274"/>
                  </a:lnTo>
                  <a:lnTo>
                    <a:pt x="625" y="274"/>
                  </a:lnTo>
                  <a:lnTo>
                    <a:pt x="612" y="274"/>
                  </a:lnTo>
                  <a:lnTo>
                    <a:pt x="601" y="274"/>
                  </a:lnTo>
                  <a:lnTo>
                    <a:pt x="601" y="285"/>
                  </a:lnTo>
                  <a:lnTo>
                    <a:pt x="587" y="285"/>
                  </a:lnTo>
                  <a:lnTo>
                    <a:pt x="587" y="294"/>
                  </a:lnTo>
                  <a:lnTo>
                    <a:pt x="576" y="294"/>
                  </a:lnTo>
                  <a:lnTo>
                    <a:pt x="576" y="305"/>
                  </a:lnTo>
                  <a:lnTo>
                    <a:pt x="576" y="294"/>
                  </a:lnTo>
                  <a:lnTo>
                    <a:pt x="563" y="294"/>
                  </a:lnTo>
                  <a:lnTo>
                    <a:pt x="563" y="305"/>
                  </a:lnTo>
                  <a:lnTo>
                    <a:pt x="549" y="305"/>
                  </a:lnTo>
                  <a:lnTo>
                    <a:pt x="549" y="314"/>
                  </a:lnTo>
                  <a:lnTo>
                    <a:pt x="549" y="305"/>
                  </a:lnTo>
                  <a:lnTo>
                    <a:pt x="538" y="305"/>
                  </a:lnTo>
                  <a:lnTo>
                    <a:pt x="549" y="305"/>
                  </a:lnTo>
                  <a:lnTo>
                    <a:pt x="538" y="314"/>
                  </a:lnTo>
                  <a:lnTo>
                    <a:pt x="538" y="305"/>
                  </a:lnTo>
                  <a:lnTo>
                    <a:pt x="525" y="305"/>
                  </a:lnTo>
                  <a:lnTo>
                    <a:pt x="525" y="294"/>
                  </a:lnTo>
                  <a:lnTo>
                    <a:pt x="525" y="305"/>
                  </a:lnTo>
                  <a:lnTo>
                    <a:pt x="525" y="294"/>
                  </a:lnTo>
                  <a:lnTo>
                    <a:pt x="513" y="294"/>
                  </a:lnTo>
                  <a:lnTo>
                    <a:pt x="501" y="294"/>
                  </a:lnTo>
                  <a:lnTo>
                    <a:pt x="501" y="285"/>
                  </a:lnTo>
                  <a:lnTo>
                    <a:pt x="501" y="274"/>
                  </a:lnTo>
                  <a:lnTo>
                    <a:pt x="487" y="274"/>
                  </a:lnTo>
                  <a:lnTo>
                    <a:pt x="487" y="265"/>
                  </a:lnTo>
                  <a:lnTo>
                    <a:pt x="487" y="274"/>
                  </a:lnTo>
                  <a:lnTo>
                    <a:pt x="487" y="265"/>
                  </a:lnTo>
                  <a:lnTo>
                    <a:pt x="476" y="265"/>
                  </a:lnTo>
                  <a:lnTo>
                    <a:pt x="476" y="254"/>
                  </a:lnTo>
                  <a:lnTo>
                    <a:pt x="462" y="254"/>
                  </a:lnTo>
                  <a:lnTo>
                    <a:pt x="451" y="254"/>
                  </a:lnTo>
                  <a:lnTo>
                    <a:pt x="451" y="244"/>
                  </a:lnTo>
                  <a:lnTo>
                    <a:pt x="437" y="244"/>
                  </a:lnTo>
                  <a:lnTo>
                    <a:pt x="437" y="254"/>
                  </a:lnTo>
                  <a:lnTo>
                    <a:pt x="437" y="244"/>
                  </a:lnTo>
                  <a:lnTo>
                    <a:pt x="424" y="244"/>
                  </a:lnTo>
                  <a:lnTo>
                    <a:pt x="424" y="254"/>
                  </a:lnTo>
                  <a:lnTo>
                    <a:pt x="413" y="254"/>
                  </a:lnTo>
                  <a:lnTo>
                    <a:pt x="413" y="265"/>
                  </a:lnTo>
                  <a:lnTo>
                    <a:pt x="413" y="254"/>
                  </a:lnTo>
                  <a:lnTo>
                    <a:pt x="400" y="254"/>
                  </a:lnTo>
                  <a:lnTo>
                    <a:pt x="400" y="265"/>
                  </a:lnTo>
                  <a:lnTo>
                    <a:pt x="387" y="265"/>
                  </a:lnTo>
                  <a:lnTo>
                    <a:pt x="375" y="265"/>
                  </a:lnTo>
                  <a:lnTo>
                    <a:pt x="375" y="254"/>
                  </a:lnTo>
                  <a:lnTo>
                    <a:pt x="375" y="265"/>
                  </a:lnTo>
                  <a:lnTo>
                    <a:pt x="375" y="254"/>
                  </a:lnTo>
                  <a:lnTo>
                    <a:pt x="362" y="254"/>
                  </a:lnTo>
                  <a:lnTo>
                    <a:pt x="351" y="254"/>
                  </a:lnTo>
                  <a:lnTo>
                    <a:pt x="337" y="254"/>
                  </a:lnTo>
                  <a:lnTo>
                    <a:pt x="337" y="244"/>
                  </a:lnTo>
                  <a:lnTo>
                    <a:pt x="337" y="254"/>
                  </a:lnTo>
                  <a:lnTo>
                    <a:pt x="324" y="254"/>
                  </a:lnTo>
                  <a:lnTo>
                    <a:pt x="337" y="265"/>
                  </a:lnTo>
                  <a:lnTo>
                    <a:pt x="337" y="274"/>
                  </a:lnTo>
                  <a:lnTo>
                    <a:pt x="337" y="285"/>
                  </a:lnTo>
                  <a:lnTo>
                    <a:pt x="337" y="294"/>
                  </a:lnTo>
                  <a:lnTo>
                    <a:pt x="324" y="294"/>
                  </a:lnTo>
                  <a:lnTo>
                    <a:pt x="324" y="305"/>
                  </a:lnTo>
                  <a:lnTo>
                    <a:pt x="324" y="314"/>
                  </a:lnTo>
                  <a:lnTo>
                    <a:pt x="324" y="326"/>
                  </a:lnTo>
                  <a:lnTo>
                    <a:pt x="312" y="326"/>
                  </a:lnTo>
                  <a:lnTo>
                    <a:pt x="312" y="314"/>
                  </a:lnTo>
                  <a:lnTo>
                    <a:pt x="299" y="314"/>
                  </a:lnTo>
                  <a:lnTo>
                    <a:pt x="299" y="326"/>
                  </a:lnTo>
                  <a:lnTo>
                    <a:pt x="299" y="335"/>
                  </a:lnTo>
                  <a:lnTo>
                    <a:pt x="288" y="335"/>
                  </a:lnTo>
                  <a:lnTo>
                    <a:pt x="275" y="335"/>
                  </a:lnTo>
                  <a:lnTo>
                    <a:pt x="275" y="345"/>
                  </a:lnTo>
                  <a:lnTo>
                    <a:pt x="262" y="345"/>
                  </a:lnTo>
                  <a:lnTo>
                    <a:pt x="262" y="355"/>
                  </a:lnTo>
                  <a:lnTo>
                    <a:pt x="262" y="366"/>
                  </a:lnTo>
                  <a:lnTo>
                    <a:pt x="250" y="366"/>
                  </a:lnTo>
                  <a:lnTo>
                    <a:pt x="250" y="375"/>
                  </a:lnTo>
                  <a:lnTo>
                    <a:pt x="237" y="375"/>
                  </a:lnTo>
                  <a:lnTo>
                    <a:pt x="237" y="366"/>
                  </a:lnTo>
                  <a:lnTo>
                    <a:pt x="225" y="366"/>
                  </a:lnTo>
                  <a:lnTo>
                    <a:pt x="225" y="355"/>
                  </a:lnTo>
                  <a:lnTo>
                    <a:pt x="225" y="345"/>
                  </a:lnTo>
                  <a:lnTo>
                    <a:pt x="225" y="335"/>
                  </a:lnTo>
                  <a:lnTo>
                    <a:pt x="225" y="326"/>
                  </a:lnTo>
                  <a:lnTo>
                    <a:pt x="225" y="314"/>
                  </a:lnTo>
                  <a:lnTo>
                    <a:pt x="212" y="314"/>
                  </a:lnTo>
                  <a:lnTo>
                    <a:pt x="212" y="305"/>
                  </a:lnTo>
                  <a:lnTo>
                    <a:pt x="212" y="294"/>
                  </a:lnTo>
                  <a:lnTo>
                    <a:pt x="199" y="294"/>
                  </a:lnTo>
                  <a:lnTo>
                    <a:pt x="199" y="285"/>
                  </a:lnTo>
                  <a:lnTo>
                    <a:pt x="199" y="274"/>
                  </a:lnTo>
                  <a:lnTo>
                    <a:pt x="212" y="274"/>
                  </a:lnTo>
                  <a:lnTo>
                    <a:pt x="199" y="274"/>
                  </a:lnTo>
                  <a:lnTo>
                    <a:pt x="212" y="274"/>
                  </a:lnTo>
                  <a:lnTo>
                    <a:pt x="199" y="274"/>
                  </a:lnTo>
                  <a:lnTo>
                    <a:pt x="199" y="265"/>
                  </a:lnTo>
                  <a:lnTo>
                    <a:pt x="199" y="254"/>
                  </a:lnTo>
                  <a:lnTo>
                    <a:pt x="187" y="254"/>
                  </a:lnTo>
                  <a:lnTo>
                    <a:pt x="174" y="254"/>
                  </a:lnTo>
                  <a:lnTo>
                    <a:pt x="174" y="265"/>
                  </a:lnTo>
                  <a:lnTo>
                    <a:pt x="174" y="254"/>
                  </a:lnTo>
                  <a:lnTo>
                    <a:pt x="162" y="254"/>
                  </a:lnTo>
                  <a:lnTo>
                    <a:pt x="150" y="254"/>
                  </a:lnTo>
                  <a:lnTo>
                    <a:pt x="150" y="244"/>
                  </a:lnTo>
                  <a:lnTo>
                    <a:pt x="150" y="254"/>
                  </a:lnTo>
                  <a:lnTo>
                    <a:pt x="150" y="244"/>
                  </a:lnTo>
                  <a:lnTo>
                    <a:pt x="137" y="244"/>
                  </a:lnTo>
                  <a:lnTo>
                    <a:pt x="125" y="244"/>
                  </a:lnTo>
                  <a:lnTo>
                    <a:pt x="112" y="244"/>
                  </a:lnTo>
                  <a:lnTo>
                    <a:pt x="112" y="233"/>
                  </a:lnTo>
                  <a:lnTo>
                    <a:pt x="112" y="223"/>
                  </a:lnTo>
                  <a:lnTo>
                    <a:pt x="98" y="223"/>
                  </a:lnTo>
                  <a:lnTo>
                    <a:pt x="98" y="214"/>
                  </a:lnTo>
                  <a:lnTo>
                    <a:pt x="87" y="214"/>
                  </a:lnTo>
                  <a:lnTo>
                    <a:pt x="87" y="203"/>
                  </a:lnTo>
                  <a:lnTo>
                    <a:pt x="87" y="214"/>
                  </a:lnTo>
                  <a:lnTo>
                    <a:pt x="87" y="203"/>
                  </a:lnTo>
                  <a:lnTo>
                    <a:pt x="74" y="203"/>
                  </a:lnTo>
                  <a:lnTo>
                    <a:pt x="74" y="193"/>
                  </a:lnTo>
                  <a:lnTo>
                    <a:pt x="74" y="182"/>
                  </a:lnTo>
                  <a:lnTo>
                    <a:pt x="87" y="182"/>
                  </a:lnTo>
                  <a:lnTo>
                    <a:pt x="74" y="182"/>
                  </a:lnTo>
                  <a:lnTo>
                    <a:pt x="87" y="173"/>
                  </a:lnTo>
                  <a:lnTo>
                    <a:pt x="74" y="173"/>
                  </a:lnTo>
                  <a:lnTo>
                    <a:pt x="74" y="161"/>
                  </a:lnTo>
                  <a:lnTo>
                    <a:pt x="74" y="173"/>
                  </a:lnTo>
                  <a:lnTo>
                    <a:pt x="62" y="173"/>
                  </a:lnTo>
                  <a:lnTo>
                    <a:pt x="49" y="173"/>
                  </a:lnTo>
                  <a:lnTo>
                    <a:pt x="49" y="161"/>
                  </a:lnTo>
                  <a:lnTo>
                    <a:pt x="36" y="161"/>
                  </a:lnTo>
                  <a:lnTo>
                    <a:pt x="36" y="152"/>
                  </a:lnTo>
                  <a:lnTo>
                    <a:pt x="36" y="142"/>
                  </a:lnTo>
                  <a:lnTo>
                    <a:pt x="25" y="142"/>
                  </a:lnTo>
                  <a:lnTo>
                    <a:pt x="36" y="142"/>
                  </a:lnTo>
                  <a:lnTo>
                    <a:pt x="36" y="132"/>
                  </a:lnTo>
                  <a:lnTo>
                    <a:pt x="25" y="132"/>
                  </a:lnTo>
                  <a:lnTo>
                    <a:pt x="25" y="121"/>
                  </a:lnTo>
                  <a:lnTo>
                    <a:pt x="11" y="121"/>
                  </a:lnTo>
                  <a:lnTo>
                    <a:pt x="25" y="121"/>
                  </a:lnTo>
                  <a:lnTo>
                    <a:pt x="11" y="121"/>
                  </a:lnTo>
                  <a:lnTo>
                    <a:pt x="11" y="112"/>
                  </a:lnTo>
                  <a:lnTo>
                    <a:pt x="25" y="112"/>
                  </a:lnTo>
                  <a:lnTo>
                    <a:pt x="11" y="112"/>
                  </a:lnTo>
                  <a:lnTo>
                    <a:pt x="11" y="101"/>
                  </a:lnTo>
                  <a:lnTo>
                    <a:pt x="11" y="91"/>
                  </a:lnTo>
                  <a:lnTo>
                    <a:pt x="11" y="81"/>
                  </a:lnTo>
                  <a:lnTo>
                    <a:pt x="0" y="81"/>
                  </a:lnTo>
                  <a:lnTo>
                    <a:pt x="11" y="81"/>
                  </a:lnTo>
                  <a:lnTo>
                    <a:pt x="25" y="81"/>
                  </a:lnTo>
                  <a:lnTo>
                    <a:pt x="36" y="81"/>
                  </a:lnTo>
                  <a:lnTo>
                    <a:pt x="36" y="72"/>
                  </a:lnTo>
                  <a:lnTo>
                    <a:pt x="36" y="81"/>
                  </a:lnTo>
                  <a:lnTo>
                    <a:pt x="49" y="81"/>
                  </a:lnTo>
                  <a:lnTo>
                    <a:pt x="49" y="91"/>
                  </a:lnTo>
                  <a:lnTo>
                    <a:pt x="62" y="91"/>
                  </a:lnTo>
                  <a:lnTo>
                    <a:pt x="74" y="91"/>
                  </a:lnTo>
                  <a:lnTo>
                    <a:pt x="74" y="81"/>
                  </a:lnTo>
                  <a:lnTo>
                    <a:pt x="62" y="81"/>
                  </a:lnTo>
                  <a:lnTo>
                    <a:pt x="62" y="72"/>
                  </a:lnTo>
                  <a:lnTo>
                    <a:pt x="74" y="72"/>
                  </a:lnTo>
                  <a:lnTo>
                    <a:pt x="62" y="72"/>
                  </a:lnTo>
                  <a:lnTo>
                    <a:pt x="74" y="72"/>
                  </a:lnTo>
                  <a:lnTo>
                    <a:pt x="62" y="72"/>
                  </a:lnTo>
                  <a:lnTo>
                    <a:pt x="62" y="61"/>
                  </a:lnTo>
                  <a:lnTo>
                    <a:pt x="62" y="51"/>
                  </a:lnTo>
                  <a:lnTo>
                    <a:pt x="74" y="51"/>
                  </a:lnTo>
                  <a:lnTo>
                    <a:pt x="87" y="51"/>
                  </a:lnTo>
                  <a:lnTo>
                    <a:pt x="98" y="51"/>
                  </a:lnTo>
                  <a:lnTo>
                    <a:pt x="98" y="40"/>
                  </a:lnTo>
                  <a:lnTo>
                    <a:pt x="112" y="40"/>
                  </a:lnTo>
                  <a:lnTo>
                    <a:pt x="112" y="31"/>
                  </a:lnTo>
                  <a:lnTo>
                    <a:pt x="125" y="31"/>
                  </a:lnTo>
                  <a:lnTo>
                    <a:pt x="137" y="31"/>
                  </a:lnTo>
                  <a:lnTo>
                    <a:pt x="137" y="40"/>
                  </a:lnTo>
                  <a:lnTo>
                    <a:pt x="150" y="40"/>
                  </a:lnTo>
                  <a:lnTo>
                    <a:pt x="162" y="40"/>
                  </a:lnTo>
                  <a:lnTo>
                    <a:pt x="162" y="31"/>
                  </a:lnTo>
                  <a:lnTo>
                    <a:pt x="174" y="31"/>
                  </a:lnTo>
                  <a:lnTo>
                    <a:pt x="187" y="31"/>
                  </a:lnTo>
                  <a:lnTo>
                    <a:pt x="199" y="31"/>
                  </a:lnTo>
                  <a:lnTo>
                    <a:pt x="187" y="31"/>
                  </a:lnTo>
                  <a:lnTo>
                    <a:pt x="199" y="31"/>
                  </a:lnTo>
                  <a:lnTo>
                    <a:pt x="212" y="31"/>
                  </a:lnTo>
                  <a:lnTo>
                    <a:pt x="212" y="20"/>
                  </a:lnTo>
                  <a:lnTo>
                    <a:pt x="225" y="20"/>
                  </a:lnTo>
                  <a:lnTo>
                    <a:pt x="225" y="1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2"/>
            <p:cNvSpPr/>
            <p:nvPr/>
          </p:nvSpPr>
          <p:spPr>
            <a:xfrm>
              <a:off x="3202039" y="2708926"/>
              <a:ext cx="743255" cy="559605"/>
            </a:xfrm>
            <a:custGeom>
              <a:avLst/>
              <a:gdLst/>
              <a:ahLst/>
              <a:cxnLst/>
              <a:rect l="l" t="t" r="r" b="b"/>
              <a:pathLst>
                <a:path w="642" h="385" extrusionOk="0">
                  <a:moveTo>
                    <a:pt x="415" y="222"/>
                  </a:moveTo>
                  <a:lnTo>
                    <a:pt x="415" y="233"/>
                  </a:lnTo>
                  <a:lnTo>
                    <a:pt x="404" y="233"/>
                  </a:lnTo>
                  <a:lnTo>
                    <a:pt x="404" y="242"/>
                  </a:lnTo>
                  <a:lnTo>
                    <a:pt x="390" y="242"/>
                  </a:lnTo>
                  <a:lnTo>
                    <a:pt x="390" y="253"/>
                  </a:lnTo>
                  <a:lnTo>
                    <a:pt x="379" y="253"/>
                  </a:lnTo>
                  <a:lnTo>
                    <a:pt x="366" y="262"/>
                  </a:lnTo>
                  <a:lnTo>
                    <a:pt x="366" y="273"/>
                  </a:lnTo>
                  <a:lnTo>
                    <a:pt x="366" y="284"/>
                  </a:lnTo>
                  <a:lnTo>
                    <a:pt x="353" y="284"/>
                  </a:lnTo>
                  <a:lnTo>
                    <a:pt x="353" y="293"/>
                  </a:lnTo>
                  <a:lnTo>
                    <a:pt x="353" y="304"/>
                  </a:lnTo>
                  <a:lnTo>
                    <a:pt x="341" y="304"/>
                  </a:lnTo>
                  <a:lnTo>
                    <a:pt x="341" y="314"/>
                  </a:lnTo>
                  <a:lnTo>
                    <a:pt x="353" y="314"/>
                  </a:lnTo>
                  <a:lnTo>
                    <a:pt x="341" y="324"/>
                  </a:lnTo>
                  <a:lnTo>
                    <a:pt x="328" y="324"/>
                  </a:lnTo>
                  <a:lnTo>
                    <a:pt x="328" y="333"/>
                  </a:lnTo>
                  <a:lnTo>
                    <a:pt x="314" y="333"/>
                  </a:lnTo>
                  <a:lnTo>
                    <a:pt x="314" y="324"/>
                  </a:lnTo>
                  <a:lnTo>
                    <a:pt x="314" y="333"/>
                  </a:lnTo>
                  <a:lnTo>
                    <a:pt x="314" y="324"/>
                  </a:lnTo>
                  <a:lnTo>
                    <a:pt x="314" y="333"/>
                  </a:lnTo>
                  <a:lnTo>
                    <a:pt x="303" y="333"/>
                  </a:lnTo>
                  <a:lnTo>
                    <a:pt x="289" y="333"/>
                  </a:lnTo>
                  <a:lnTo>
                    <a:pt x="289" y="344"/>
                  </a:lnTo>
                  <a:lnTo>
                    <a:pt x="278" y="344"/>
                  </a:lnTo>
                  <a:lnTo>
                    <a:pt x="265" y="344"/>
                  </a:lnTo>
                  <a:lnTo>
                    <a:pt x="265" y="354"/>
                  </a:lnTo>
                  <a:lnTo>
                    <a:pt x="265" y="364"/>
                  </a:lnTo>
                  <a:lnTo>
                    <a:pt x="252" y="364"/>
                  </a:lnTo>
                  <a:lnTo>
                    <a:pt x="265" y="364"/>
                  </a:lnTo>
                  <a:lnTo>
                    <a:pt x="265" y="374"/>
                  </a:lnTo>
                  <a:lnTo>
                    <a:pt x="252" y="374"/>
                  </a:lnTo>
                  <a:lnTo>
                    <a:pt x="252" y="385"/>
                  </a:lnTo>
                  <a:lnTo>
                    <a:pt x="240" y="385"/>
                  </a:lnTo>
                  <a:lnTo>
                    <a:pt x="240" y="374"/>
                  </a:lnTo>
                  <a:lnTo>
                    <a:pt x="240" y="364"/>
                  </a:lnTo>
                  <a:lnTo>
                    <a:pt x="227" y="364"/>
                  </a:lnTo>
                  <a:lnTo>
                    <a:pt x="227" y="354"/>
                  </a:lnTo>
                  <a:lnTo>
                    <a:pt x="215" y="354"/>
                  </a:lnTo>
                  <a:lnTo>
                    <a:pt x="215" y="344"/>
                  </a:lnTo>
                  <a:lnTo>
                    <a:pt x="227" y="344"/>
                  </a:lnTo>
                  <a:lnTo>
                    <a:pt x="227" y="333"/>
                  </a:lnTo>
                  <a:lnTo>
                    <a:pt x="215" y="333"/>
                  </a:lnTo>
                  <a:lnTo>
                    <a:pt x="227" y="333"/>
                  </a:lnTo>
                  <a:lnTo>
                    <a:pt x="227" y="324"/>
                  </a:lnTo>
                  <a:lnTo>
                    <a:pt x="215" y="324"/>
                  </a:lnTo>
                  <a:lnTo>
                    <a:pt x="215" y="314"/>
                  </a:lnTo>
                  <a:lnTo>
                    <a:pt x="215" y="304"/>
                  </a:lnTo>
                  <a:lnTo>
                    <a:pt x="202" y="304"/>
                  </a:lnTo>
                  <a:lnTo>
                    <a:pt x="188" y="304"/>
                  </a:lnTo>
                  <a:lnTo>
                    <a:pt x="188" y="293"/>
                  </a:lnTo>
                  <a:lnTo>
                    <a:pt x="177" y="293"/>
                  </a:lnTo>
                  <a:lnTo>
                    <a:pt x="177" y="284"/>
                  </a:lnTo>
                  <a:lnTo>
                    <a:pt x="188" y="284"/>
                  </a:lnTo>
                  <a:lnTo>
                    <a:pt x="188" y="273"/>
                  </a:lnTo>
                  <a:lnTo>
                    <a:pt x="177" y="273"/>
                  </a:lnTo>
                  <a:lnTo>
                    <a:pt x="177" y="262"/>
                  </a:lnTo>
                  <a:lnTo>
                    <a:pt x="177" y="253"/>
                  </a:lnTo>
                  <a:lnTo>
                    <a:pt x="164" y="253"/>
                  </a:lnTo>
                  <a:lnTo>
                    <a:pt x="177" y="253"/>
                  </a:lnTo>
                  <a:lnTo>
                    <a:pt x="164" y="253"/>
                  </a:lnTo>
                  <a:lnTo>
                    <a:pt x="164" y="242"/>
                  </a:lnTo>
                  <a:lnTo>
                    <a:pt x="152" y="242"/>
                  </a:lnTo>
                  <a:lnTo>
                    <a:pt x="152" y="233"/>
                  </a:lnTo>
                  <a:lnTo>
                    <a:pt x="139" y="233"/>
                  </a:lnTo>
                  <a:lnTo>
                    <a:pt x="139" y="222"/>
                  </a:lnTo>
                  <a:lnTo>
                    <a:pt x="126" y="222"/>
                  </a:lnTo>
                  <a:lnTo>
                    <a:pt x="139" y="222"/>
                  </a:lnTo>
                  <a:lnTo>
                    <a:pt x="126" y="222"/>
                  </a:lnTo>
                  <a:lnTo>
                    <a:pt x="126" y="213"/>
                  </a:lnTo>
                  <a:lnTo>
                    <a:pt x="114" y="213"/>
                  </a:lnTo>
                  <a:lnTo>
                    <a:pt x="114" y="202"/>
                  </a:lnTo>
                  <a:lnTo>
                    <a:pt x="101" y="202"/>
                  </a:lnTo>
                  <a:lnTo>
                    <a:pt x="101" y="192"/>
                  </a:lnTo>
                  <a:lnTo>
                    <a:pt x="87" y="192"/>
                  </a:lnTo>
                  <a:lnTo>
                    <a:pt x="87" y="181"/>
                  </a:lnTo>
                  <a:lnTo>
                    <a:pt x="76" y="181"/>
                  </a:lnTo>
                  <a:lnTo>
                    <a:pt x="76" y="172"/>
                  </a:lnTo>
                  <a:lnTo>
                    <a:pt x="63" y="162"/>
                  </a:lnTo>
                  <a:lnTo>
                    <a:pt x="51" y="162"/>
                  </a:lnTo>
                  <a:lnTo>
                    <a:pt x="51" y="152"/>
                  </a:lnTo>
                  <a:lnTo>
                    <a:pt x="63" y="152"/>
                  </a:lnTo>
                  <a:lnTo>
                    <a:pt x="63" y="141"/>
                  </a:lnTo>
                  <a:lnTo>
                    <a:pt x="51" y="141"/>
                  </a:lnTo>
                  <a:lnTo>
                    <a:pt x="51" y="132"/>
                  </a:lnTo>
                  <a:lnTo>
                    <a:pt x="38" y="132"/>
                  </a:lnTo>
                  <a:lnTo>
                    <a:pt x="38" y="121"/>
                  </a:lnTo>
                  <a:lnTo>
                    <a:pt x="38" y="112"/>
                  </a:lnTo>
                  <a:lnTo>
                    <a:pt x="25" y="112"/>
                  </a:lnTo>
                  <a:lnTo>
                    <a:pt x="25" y="101"/>
                  </a:lnTo>
                  <a:lnTo>
                    <a:pt x="25" y="91"/>
                  </a:lnTo>
                  <a:lnTo>
                    <a:pt x="25" y="80"/>
                  </a:lnTo>
                  <a:lnTo>
                    <a:pt x="25" y="71"/>
                  </a:lnTo>
                  <a:lnTo>
                    <a:pt x="13" y="71"/>
                  </a:lnTo>
                  <a:lnTo>
                    <a:pt x="13" y="61"/>
                  </a:lnTo>
                  <a:lnTo>
                    <a:pt x="0" y="61"/>
                  </a:lnTo>
                  <a:lnTo>
                    <a:pt x="0" y="50"/>
                  </a:lnTo>
                  <a:lnTo>
                    <a:pt x="13" y="50"/>
                  </a:lnTo>
                  <a:lnTo>
                    <a:pt x="13" y="40"/>
                  </a:lnTo>
                  <a:lnTo>
                    <a:pt x="25" y="30"/>
                  </a:lnTo>
                  <a:lnTo>
                    <a:pt x="38" y="21"/>
                  </a:lnTo>
                  <a:lnTo>
                    <a:pt x="38" y="9"/>
                  </a:lnTo>
                  <a:lnTo>
                    <a:pt x="38" y="21"/>
                  </a:lnTo>
                  <a:lnTo>
                    <a:pt x="38" y="9"/>
                  </a:lnTo>
                  <a:lnTo>
                    <a:pt x="51" y="9"/>
                  </a:lnTo>
                  <a:lnTo>
                    <a:pt x="63" y="9"/>
                  </a:lnTo>
                  <a:lnTo>
                    <a:pt x="63" y="21"/>
                  </a:lnTo>
                  <a:lnTo>
                    <a:pt x="76" y="21"/>
                  </a:lnTo>
                  <a:lnTo>
                    <a:pt x="87" y="21"/>
                  </a:lnTo>
                  <a:lnTo>
                    <a:pt x="87" y="30"/>
                  </a:lnTo>
                  <a:lnTo>
                    <a:pt x="76" y="30"/>
                  </a:lnTo>
                  <a:lnTo>
                    <a:pt x="87" y="30"/>
                  </a:lnTo>
                  <a:lnTo>
                    <a:pt x="76" y="30"/>
                  </a:lnTo>
                  <a:lnTo>
                    <a:pt x="87" y="30"/>
                  </a:lnTo>
                  <a:lnTo>
                    <a:pt x="87" y="40"/>
                  </a:lnTo>
                  <a:lnTo>
                    <a:pt x="87" y="50"/>
                  </a:lnTo>
                  <a:lnTo>
                    <a:pt x="101" y="50"/>
                  </a:lnTo>
                  <a:lnTo>
                    <a:pt x="101" y="61"/>
                  </a:lnTo>
                  <a:lnTo>
                    <a:pt x="87" y="61"/>
                  </a:lnTo>
                  <a:lnTo>
                    <a:pt x="101" y="61"/>
                  </a:lnTo>
                  <a:lnTo>
                    <a:pt x="87" y="61"/>
                  </a:lnTo>
                  <a:lnTo>
                    <a:pt x="87" y="71"/>
                  </a:lnTo>
                  <a:lnTo>
                    <a:pt x="101" y="71"/>
                  </a:lnTo>
                  <a:lnTo>
                    <a:pt x="87" y="71"/>
                  </a:lnTo>
                  <a:lnTo>
                    <a:pt x="87" y="80"/>
                  </a:lnTo>
                  <a:lnTo>
                    <a:pt x="76" y="80"/>
                  </a:lnTo>
                  <a:lnTo>
                    <a:pt x="76" y="91"/>
                  </a:lnTo>
                  <a:lnTo>
                    <a:pt x="87" y="91"/>
                  </a:lnTo>
                  <a:lnTo>
                    <a:pt x="87" y="80"/>
                  </a:lnTo>
                  <a:lnTo>
                    <a:pt x="87" y="91"/>
                  </a:lnTo>
                  <a:lnTo>
                    <a:pt x="101" y="91"/>
                  </a:lnTo>
                  <a:lnTo>
                    <a:pt x="114" y="91"/>
                  </a:lnTo>
                  <a:lnTo>
                    <a:pt x="114" y="101"/>
                  </a:lnTo>
                  <a:lnTo>
                    <a:pt x="126" y="101"/>
                  </a:lnTo>
                  <a:lnTo>
                    <a:pt x="139" y="101"/>
                  </a:lnTo>
                  <a:lnTo>
                    <a:pt x="139" y="112"/>
                  </a:lnTo>
                  <a:lnTo>
                    <a:pt x="139" y="121"/>
                  </a:lnTo>
                  <a:lnTo>
                    <a:pt x="152" y="121"/>
                  </a:lnTo>
                  <a:lnTo>
                    <a:pt x="152" y="132"/>
                  </a:lnTo>
                  <a:lnTo>
                    <a:pt x="152" y="141"/>
                  </a:lnTo>
                  <a:lnTo>
                    <a:pt x="164" y="141"/>
                  </a:lnTo>
                  <a:lnTo>
                    <a:pt x="177" y="141"/>
                  </a:lnTo>
                  <a:lnTo>
                    <a:pt x="177" y="132"/>
                  </a:lnTo>
                  <a:lnTo>
                    <a:pt x="177" y="121"/>
                  </a:lnTo>
                  <a:lnTo>
                    <a:pt x="188" y="121"/>
                  </a:lnTo>
                  <a:lnTo>
                    <a:pt x="188" y="112"/>
                  </a:lnTo>
                  <a:lnTo>
                    <a:pt x="188" y="101"/>
                  </a:lnTo>
                  <a:lnTo>
                    <a:pt x="202" y="101"/>
                  </a:lnTo>
                  <a:lnTo>
                    <a:pt x="202" y="91"/>
                  </a:lnTo>
                  <a:lnTo>
                    <a:pt x="215" y="91"/>
                  </a:lnTo>
                  <a:lnTo>
                    <a:pt x="215" y="101"/>
                  </a:lnTo>
                  <a:lnTo>
                    <a:pt x="215" y="91"/>
                  </a:lnTo>
                  <a:lnTo>
                    <a:pt x="227" y="91"/>
                  </a:lnTo>
                  <a:lnTo>
                    <a:pt x="227" y="101"/>
                  </a:lnTo>
                  <a:lnTo>
                    <a:pt x="227" y="91"/>
                  </a:lnTo>
                  <a:lnTo>
                    <a:pt x="240" y="91"/>
                  </a:lnTo>
                  <a:lnTo>
                    <a:pt x="240" y="101"/>
                  </a:lnTo>
                  <a:lnTo>
                    <a:pt x="240" y="112"/>
                  </a:lnTo>
                  <a:lnTo>
                    <a:pt x="240" y="121"/>
                  </a:lnTo>
                  <a:lnTo>
                    <a:pt x="252" y="121"/>
                  </a:lnTo>
                  <a:lnTo>
                    <a:pt x="265" y="121"/>
                  </a:lnTo>
                  <a:lnTo>
                    <a:pt x="278" y="121"/>
                  </a:lnTo>
                  <a:lnTo>
                    <a:pt x="289" y="121"/>
                  </a:lnTo>
                  <a:lnTo>
                    <a:pt x="289" y="112"/>
                  </a:lnTo>
                  <a:lnTo>
                    <a:pt x="303" y="112"/>
                  </a:lnTo>
                  <a:lnTo>
                    <a:pt x="314" y="112"/>
                  </a:lnTo>
                  <a:lnTo>
                    <a:pt x="303" y="112"/>
                  </a:lnTo>
                  <a:lnTo>
                    <a:pt x="303" y="121"/>
                  </a:lnTo>
                  <a:lnTo>
                    <a:pt x="303" y="132"/>
                  </a:lnTo>
                  <a:lnTo>
                    <a:pt x="303" y="141"/>
                  </a:lnTo>
                  <a:lnTo>
                    <a:pt x="314" y="141"/>
                  </a:lnTo>
                  <a:lnTo>
                    <a:pt x="314" y="152"/>
                  </a:lnTo>
                  <a:lnTo>
                    <a:pt x="328" y="152"/>
                  </a:lnTo>
                  <a:lnTo>
                    <a:pt x="328" y="162"/>
                  </a:lnTo>
                  <a:lnTo>
                    <a:pt x="341" y="162"/>
                  </a:lnTo>
                  <a:lnTo>
                    <a:pt x="341" y="152"/>
                  </a:lnTo>
                  <a:lnTo>
                    <a:pt x="353" y="152"/>
                  </a:lnTo>
                  <a:lnTo>
                    <a:pt x="353" y="141"/>
                  </a:lnTo>
                  <a:lnTo>
                    <a:pt x="366" y="141"/>
                  </a:lnTo>
                  <a:lnTo>
                    <a:pt x="366" y="152"/>
                  </a:lnTo>
                  <a:lnTo>
                    <a:pt x="379" y="152"/>
                  </a:lnTo>
                  <a:lnTo>
                    <a:pt x="379" y="141"/>
                  </a:lnTo>
                  <a:lnTo>
                    <a:pt x="390" y="141"/>
                  </a:lnTo>
                  <a:lnTo>
                    <a:pt x="404" y="141"/>
                  </a:lnTo>
                  <a:lnTo>
                    <a:pt x="404" y="132"/>
                  </a:lnTo>
                  <a:lnTo>
                    <a:pt x="415" y="132"/>
                  </a:lnTo>
                  <a:lnTo>
                    <a:pt x="404" y="132"/>
                  </a:lnTo>
                  <a:lnTo>
                    <a:pt x="415" y="132"/>
                  </a:lnTo>
                  <a:lnTo>
                    <a:pt x="415" y="121"/>
                  </a:lnTo>
                  <a:lnTo>
                    <a:pt x="429" y="121"/>
                  </a:lnTo>
                  <a:lnTo>
                    <a:pt x="429" y="112"/>
                  </a:lnTo>
                  <a:lnTo>
                    <a:pt x="442" y="112"/>
                  </a:lnTo>
                  <a:lnTo>
                    <a:pt x="454" y="112"/>
                  </a:lnTo>
                  <a:lnTo>
                    <a:pt x="454" y="101"/>
                  </a:lnTo>
                  <a:lnTo>
                    <a:pt x="442" y="101"/>
                  </a:lnTo>
                  <a:lnTo>
                    <a:pt x="442" y="91"/>
                  </a:lnTo>
                  <a:lnTo>
                    <a:pt x="429" y="91"/>
                  </a:lnTo>
                  <a:lnTo>
                    <a:pt x="429" y="80"/>
                  </a:lnTo>
                  <a:lnTo>
                    <a:pt x="429" y="71"/>
                  </a:lnTo>
                  <a:lnTo>
                    <a:pt x="429" y="61"/>
                  </a:lnTo>
                  <a:lnTo>
                    <a:pt x="415" y="61"/>
                  </a:lnTo>
                  <a:lnTo>
                    <a:pt x="415" y="50"/>
                  </a:lnTo>
                  <a:lnTo>
                    <a:pt x="404" y="50"/>
                  </a:lnTo>
                  <a:lnTo>
                    <a:pt x="404" y="40"/>
                  </a:lnTo>
                  <a:lnTo>
                    <a:pt x="404" y="30"/>
                  </a:lnTo>
                  <a:lnTo>
                    <a:pt x="404" y="21"/>
                  </a:lnTo>
                  <a:lnTo>
                    <a:pt x="390" y="21"/>
                  </a:lnTo>
                  <a:lnTo>
                    <a:pt x="390" y="9"/>
                  </a:lnTo>
                  <a:lnTo>
                    <a:pt x="404" y="9"/>
                  </a:lnTo>
                  <a:lnTo>
                    <a:pt x="404" y="21"/>
                  </a:lnTo>
                  <a:lnTo>
                    <a:pt x="415" y="9"/>
                  </a:lnTo>
                  <a:lnTo>
                    <a:pt x="429" y="9"/>
                  </a:lnTo>
                  <a:lnTo>
                    <a:pt x="442" y="9"/>
                  </a:lnTo>
                  <a:lnTo>
                    <a:pt x="442" y="0"/>
                  </a:lnTo>
                  <a:lnTo>
                    <a:pt x="442" y="9"/>
                  </a:lnTo>
                  <a:lnTo>
                    <a:pt x="454" y="9"/>
                  </a:lnTo>
                  <a:lnTo>
                    <a:pt x="442" y="9"/>
                  </a:lnTo>
                  <a:lnTo>
                    <a:pt x="454" y="9"/>
                  </a:lnTo>
                  <a:lnTo>
                    <a:pt x="454" y="21"/>
                  </a:lnTo>
                  <a:lnTo>
                    <a:pt x="454" y="30"/>
                  </a:lnTo>
                  <a:lnTo>
                    <a:pt x="454" y="40"/>
                  </a:lnTo>
                  <a:lnTo>
                    <a:pt x="467" y="40"/>
                  </a:lnTo>
                  <a:lnTo>
                    <a:pt x="478" y="40"/>
                  </a:lnTo>
                  <a:lnTo>
                    <a:pt x="478" y="50"/>
                  </a:lnTo>
                  <a:lnTo>
                    <a:pt x="478" y="61"/>
                  </a:lnTo>
                  <a:lnTo>
                    <a:pt x="467" y="61"/>
                  </a:lnTo>
                  <a:lnTo>
                    <a:pt x="478" y="61"/>
                  </a:lnTo>
                  <a:lnTo>
                    <a:pt x="478" y="71"/>
                  </a:lnTo>
                  <a:lnTo>
                    <a:pt x="467" y="71"/>
                  </a:lnTo>
                  <a:lnTo>
                    <a:pt x="478" y="71"/>
                  </a:lnTo>
                  <a:lnTo>
                    <a:pt x="478" y="80"/>
                  </a:lnTo>
                  <a:lnTo>
                    <a:pt x="478" y="91"/>
                  </a:lnTo>
                  <a:lnTo>
                    <a:pt x="478" y="101"/>
                  </a:lnTo>
                  <a:lnTo>
                    <a:pt x="491" y="101"/>
                  </a:lnTo>
                  <a:lnTo>
                    <a:pt x="491" y="112"/>
                  </a:lnTo>
                  <a:lnTo>
                    <a:pt x="505" y="112"/>
                  </a:lnTo>
                  <a:lnTo>
                    <a:pt x="505" y="121"/>
                  </a:lnTo>
                  <a:lnTo>
                    <a:pt x="491" y="121"/>
                  </a:lnTo>
                  <a:lnTo>
                    <a:pt x="505" y="121"/>
                  </a:lnTo>
                  <a:lnTo>
                    <a:pt x="491" y="121"/>
                  </a:lnTo>
                  <a:lnTo>
                    <a:pt x="505" y="121"/>
                  </a:lnTo>
                  <a:lnTo>
                    <a:pt x="505" y="132"/>
                  </a:lnTo>
                  <a:lnTo>
                    <a:pt x="505" y="121"/>
                  </a:lnTo>
                  <a:lnTo>
                    <a:pt x="505" y="132"/>
                  </a:lnTo>
                  <a:lnTo>
                    <a:pt x="505" y="141"/>
                  </a:lnTo>
                  <a:lnTo>
                    <a:pt x="491" y="141"/>
                  </a:lnTo>
                  <a:lnTo>
                    <a:pt x="505" y="141"/>
                  </a:lnTo>
                  <a:lnTo>
                    <a:pt x="516" y="141"/>
                  </a:lnTo>
                  <a:lnTo>
                    <a:pt x="516" y="152"/>
                  </a:lnTo>
                  <a:lnTo>
                    <a:pt x="505" y="152"/>
                  </a:lnTo>
                  <a:lnTo>
                    <a:pt x="516" y="152"/>
                  </a:lnTo>
                  <a:lnTo>
                    <a:pt x="505" y="152"/>
                  </a:lnTo>
                  <a:lnTo>
                    <a:pt x="505" y="162"/>
                  </a:lnTo>
                  <a:lnTo>
                    <a:pt x="505" y="152"/>
                  </a:lnTo>
                  <a:lnTo>
                    <a:pt x="505" y="162"/>
                  </a:lnTo>
                  <a:lnTo>
                    <a:pt x="516" y="162"/>
                  </a:lnTo>
                  <a:lnTo>
                    <a:pt x="516" y="172"/>
                  </a:lnTo>
                  <a:lnTo>
                    <a:pt x="516" y="162"/>
                  </a:lnTo>
                  <a:lnTo>
                    <a:pt x="516" y="172"/>
                  </a:lnTo>
                  <a:lnTo>
                    <a:pt x="516" y="181"/>
                  </a:lnTo>
                  <a:lnTo>
                    <a:pt x="530" y="181"/>
                  </a:lnTo>
                  <a:lnTo>
                    <a:pt x="530" y="192"/>
                  </a:lnTo>
                  <a:lnTo>
                    <a:pt x="541" y="192"/>
                  </a:lnTo>
                  <a:lnTo>
                    <a:pt x="530" y="192"/>
                  </a:lnTo>
                  <a:lnTo>
                    <a:pt x="530" y="202"/>
                  </a:lnTo>
                  <a:lnTo>
                    <a:pt x="530" y="213"/>
                  </a:lnTo>
                  <a:lnTo>
                    <a:pt x="541" y="213"/>
                  </a:lnTo>
                  <a:lnTo>
                    <a:pt x="530" y="213"/>
                  </a:lnTo>
                  <a:lnTo>
                    <a:pt x="541" y="213"/>
                  </a:lnTo>
                  <a:lnTo>
                    <a:pt x="555" y="213"/>
                  </a:lnTo>
                  <a:lnTo>
                    <a:pt x="568" y="213"/>
                  </a:lnTo>
                  <a:lnTo>
                    <a:pt x="568" y="202"/>
                  </a:lnTo>
                  <a:lnTo>
                    <a:pt x="579" y="202"/>
                  </a:lnTo>
                  <a:lnTo>
                    <a:pt x="579" y="213"/>
                  </a:lnTo>
                  <a:lnTo>
                    <a:pt x="579" y="202"/>
                  </a:lnTo>
                  <a:lnTo>
                    <a:pt x="579" y="213"/>
                  </a:lnTo>
                  <a:lnTo>
                    <a:pt x="592" y="213"/>
                  </a:lnTo>
                  <a:lnTo>
                    <a:pt x="604" y="213"/>
                  </a:lnTo>
                  <a:lnTo>
                    <a:pt x="617" y="213"/>
                  </a:lnTo>
                  <a:lnTo>
                    <a:pt x="617" y="222"/>
                  </a:lnTo>
                  <a:lnTo>
                    <a:pt x="630" y="222"/>
                  </a:lnTo>
                  <a:lnTo>
                    <a:pt x="630" y="233"/>
                  </a:lnTo>
                  <a:lnTo>
                    <a:pt x="642" y="233"/>
                  </a:lnTo>
                  <a:lnTo>
                    <a:pt x="642" y="242"/>
                  </a:lnTo>
                  <a:lnTo>
                    <a:pt x="642" y="253"/>
                  </a:lnTo>
                  <a:lnTo>
                    <a:pt x="642" y="262"/>
                  </a:lnTo>
                  <a:lnTo>
                    <a:pt x="642" y="273"/>
                  </a:lnTo>
                  <a:lnTo>
                    <a:pt x="630" y="273"/>
                  </a:lnTo>
                  <a:lnTo>
                    <a:pt x="630" y="284"/>
                  </a:lnTo>
                  <a:lnTo>
                    <a:pt x="630" y="273"/>
                  </a:lnTo>
                  <a:lnTo>
                    <a:pt x="617" y="273"/>
                  </a:lnTo>
                  <a:lnTo>
                    <a:pt x="617" y="284"/>
                  </a:lnTo>
                  <a:lnTo>
                    <a:pt x="604" y="273"/>
                  </a:lnTo>
                  <a:lnTo>
                    <a:pt x="604" y="284"/>
                  </a:lnTo>
                  <a:lnTo>
                    <a:pt x="604" y="273"/>
                  </a:lnTo>
                  <a:lnTo>
                    <a:pt x="604" y="284"/>
                  </a:lnTo>
                  <a:lnTo>
                    <a:pt x="592" y="284"/>
                  </a:lnTo>
                  <a:lnTo>
                    <a:pt x="592" y="293"/>
                  </a:lnTo>
                  <a:lnTo>
                    <a:pt x="579" y="293"/>
                  </a:lnTo>
                  <a:lnTo>
                    <a:pt x="568" y="293"/>
                  </a:lnTo>
                  <a:lnTo>
                    <a:pt x="555" y="293"/>
                  </a:lnTo>
                  <a:lnTo>
                    <a:pt x="555" y="304"/>
                  </a:lnTo>
                  <a:lnTo>
                    <a:pt x="541" y="304"/>
                  </a:lnTo>
                  <a:lnTo>
                    <a:pt x="541" y="293"/>
                  </a:lnTo>
                  <a:lnTo>
                    <a:pt x="530" y="293"/>
                  </a:lnTo>
                  <a:lnTo>
                    <a:pt x="530" y="284"/>
                  </a:lnTo>
                  <a:lnTo>
                    <a:pt x="516" y="284"/>
                  </a:lnTo>
                  <a:lnTo>
                    <a:pt x="516" y="273"/>
                  </a:lnTo>
                  <a:lnTo>
                    <a:pt x="516" y="262"/>
                  </a:lnTo>
                  <a:lnTo>
                    <a:pt x="505" y="262"/>
                  </a:lnTo>
                  <a:lnTo>
                    <a:pt x="516" y="262"/>
                  </a:lnTo>
                  <a:lnTo>
                    <a:pt x="505" y="253"/>
                  </a:lnTo>
                  <a:lnTo>
                    <a:pt x="491" y="253"/>
                  </a:lnTo>
                  <a:lnTo>
                    <a:pt x="491" y="242"/>
                  </a:lnTo>
                  <a:lnTo>
                    <a:pt x="491" y="253"/>
                  </a:lnTo>
                  <a:lnTo>
                    <a:pt x="491" y="242"/>
                  </a:lnTo>
                  <a:lnTo>
                    <a:pt x="491" y="233"/>
                  </a:lnTo>
                  <a:lnTo>
                    <a:pt x="478" y="233"/>
                  </a:lnTo>
                  <a:lnTo>
                    <a:pt x="478" y="222"/>
                  </a:lnTo>
                  <a:lnTo>
                    <a:pt x="478" y="213"/>
                  </a:lnTo>
                  <a:lnTo>
                    <a:pt x="467" y="213"/>
                  </a:lnTo>
                  <a:lnTo>
                    <a:pt x="454" y="213"/>
                  </a:lnTo>
                  <a:lnTo>
                    <a:pt x="454" y="222"/>
                  </a:lnTo>
                  <a:lnTo>
                    <a:pt x="454" y="213"/>
                  </a:lnTo>
                  <a:lnTo>
                    <a:pt x="454" y="222"/>
                  </a:lnTo>
                  <a:lnTo>
                    <a:pt x="454" y="213"/>
                  </a:lnTo>
                  <a:lnTo>
                    <a:pt x="454" y="222"/>
                  </a:lnTo>
                  <a:lnTo>
                    <a:pt x="442" y="222"/>
                  </a:lnTo>
                  <a:lnTo>
                    <a:pt x="442" y="213"/>
                  </a:lnTo>
                  <a:lnTo>
                    <a:pt x="429" y="213"/>
                  </a:lnTo>
                  <a:lnTo>
                    <a:pt x="429" y="222"/>
                  </a:lnTo>
                  <a:lnTo>
                    <a:pt x="429" y="213"/>
                  </a:lnTo>
                  <a:lnTo>
                    <a:pt x="415" y="213"/>
                  </a:lnTo>
                  <a:lnTo>
                    <a:pt x="415" y="22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2"/>
            <p:cNvSpPr/>
            <p:nvPr/>
          </p:nvSpPr>
          <p:spPr>
            <a:xfrm>
              <a:off x="2934658" y="2330527"/>
              <a:ext cx="410620" cy="451239"/>
            </a:xfrm>
            <a:custGeom>
              <a:avLst/>
              <a:gdLst/>
              <a:ahLst/>
              <a:cxnLst/>
              <a:rect l="l" t="t" r="r" b="b"/>
              <a:pathLst>
                <a:path w="354" h="310" extrusionOk="0">
                  <a:moveTo>
                    <a:pt x="203" y="281"/>
                  </a:moveTo>
                  <a:lnTo>
                    <a:pt x="190" y="281"/>
                  </a:lnTo>
                  <a:lnTo>
                    <a:pt x="190" y="269"/>
                  </a:lnTo>
                  <a:lnTo>
                    <a:pt x="178" y="269"/>
                  </a:lnTo>
                  <a:lnTo>
                    <a:pt x="178" y="261"/>
                  </a:lnTo>
                  <a:lnTo>
                    <a:pt x="164" y="261"/>
                  </a:lnTo>
                  <a:lnTo>
                    <a:pt x="164" y="250"/>
                  </a:lnTo>
                  <a:lnTo>
                    <a:pt x="164" y="240"/>
                  </a:lnTo>
                  <a:lnTo>
                    <a:pt x="153" y="240"/>
                  </a:lnTo>
                  <a:lnTo>
                    <a:pt x="153" y="230"/>
                  </a:lnTo>
                  <a:lnTo>
                    <a:pt x="139" y="230"/>
                  </a:lnTo>
                  <a:lnTo>
                    <a:pt x="139" y="221"/>
                  </a:lnTo>
                  <a:lnTo>
                    <a:pt x="126" y="221"/>
                  </a:lnTo>
                  <a:lnTo>
                    <a:pt x="126" y="210"/>
                  </a:lnTo>
                  <a:lnTo>
                    <a:pt x="115" y="210"/>
                  </a:lnTo>
                  <a:lnTo>
                    <a:pt x="102" y="210"/>
                  </a:lnTo>
                  <a:lnTo>
                    <a:pt x="102" y="201"/>
                  </a:lnTo>
                  <a:lnTo>
                    <a:pt x="90" y="201"/>
                  </a:lnTo>
                  <a:lnTo>
                    <a:pt x="76" y="201"/>
                  </a:lnTo>
                  <a:lnTo>
                    <a:pt x="76" y="190"/>
                  </a:lnTo>
                  <a:lnTo>
                    <a:pt x="63" y="190"/>
                  </a:lnTo>
                  <a:lnTo>
                    <a:pt x="51" y="190"/>
                  </a:lnTo>
                  <a:lnTo>
                    <a:pt x="51" y="181"/>
                  </a:lnTo>
                  <a:lnTo>
                    <a:pt x="38" y="181"/>
                  </a:lnTo>
                  <a:lnTo>
                    <a:pt x="25" y="181"/>
                  </a:lnTo>
                  <a:lnTo>
                    <a:pt x="25" y="170"/>
                  </a:lnTo>
                  <a:lnTo>
                    <a:pt x="14" y="170"/>
                  </a:lnTo>
                  <a:lnTo>
                    <a:pt x="0" y="170"/>
                  </a:lnTo>
                  <a:lnTo>
                    <a:pt x="25" y="141"/>
                  </a:lnTo>
                  <a:lnTo>
                    <a:pt x="38" y="141"/>
                  </a:lnTo>
                  <a:lnTo>
                    <a:pt x="63" y="101"/>
                  </a:lnTo>
                  <a:lnTo>
                    <a:pt x="63" y="91"/>
                  </a:lnTo>
                  <a:lnTo>
                    <a:pt x="76" y="91"/>
                  </a:lnTo>
                  <a:lnTo>
                    <a:pt x="76" y="80"/>
                  </a:lnTo>
                  <a:lnTo>
                    <a:pt x="90" y="80"/>
                  </a:lnTo>
                  <a:lnTo>
                    <a:pt x="102" y="80"/>
                  </a:lnTo>
                  <a:lnTo>
                    <a:pt x="115" y="80"/>
                  </a:lnTo>
                  <a:lnTo>
                    <a:pt x="126" y="80"/>
                  </a:lnTo>
                  <a:lnTo>
                    <a:pt x="126" y="70"/>
                  </a:lnTo>
                  <a:lnTo>
                    <a:pt x="139" y="70"/>
                  </a:lnTo>
                  <a:lnTo>
                    <a:pt x="139" y="60"/>
                  </a:lnTo>
                  <a:lnTo>
                    <a:pt x="153" y="60"/>
                  </a:lnTo>
                  <a:lnTo>
                    <a:pt x="153" y="51"/>
                  </a:lnTo>
                  <a:lnTo>
                    <a:pt x="153" y="40"/>
                  </a:lnTo>
                  <a:lnTo>
                    <a:pt x="153" y="31"/>
                  </a:lnTo>
                  <a:lnTo>
                    <a:pt x="153" y="20"/>
                  </a:lnTo>
                  <a:lnTo>
                    <a:pt x="164" y="20"/>
                  </a:lnTo>
                  <a:lnTo>
                    <a:pt x="164" y="10"/>
                  </a:lnTo>
                  <a:lnTo>
                    <a:pt x="164" y="0"/>
                  </a:lnTo>
                  <a:lnTo>
                    <a:pt x="178" y="0"/>
                  </a:lnTo>
                  <a:lnTo>
                    <a:pt x="178" y="10"/>
                  </a:lnTo>
                  <a:lnTo>
                    <a:pt x="190" y="10"/>
                  </a:lnTo>
                  <a:lnTo>
                    <a:pt x="178" y="10"/>
                  </a:lnTo>
                  <a:lnTo>
                    <a:pt x="178" y="20"/>
                  </a:lnTo>
                  <a:lnTo>
                    <a:pt x="190" y="20"/>
                  </a:lnTo>
                  <a:lnTo>
                    <a:pt x="190" y="31"/>
                  </a:lnTo>
                  <a:lnTo>
                    <a:pt x="203" y="31"/>
                  </a:lnTo>
                  <a:lnTo>
                    <a:pt x="203" y="40"/>
                  </a:lnTo>
                  <a:lnTo>
                    <a:pt x="216" y="40"/>
                  </a:lnTo>
                  <a:lnTo>
                    <a:pt x="203" y="40"/>
                  </a:lnTo>
                  <a:lnTo>
                    <a:pt x="216" y="40"/>
                  </a:lnTo>
                  <a:lnTo>
                    <a:pt x="216" y="51"/>
                  </a:lnTo>
                  <a:lnTo>
                    <a:pt x="216" y="60"/>
                  </a:lnTo>
                  <a:lnTo>
                    <a:pt x="216" y="70"/>
                  </a:lnTo>
                  <a:lnTo>
                    <a:pt x="227" y="70"/>
                  </a:lnTo>
                  <a:lnTo>
                    <a:pt x="227" y="60"/>
                  </a:lnTo>
                  <a:lnTo>
                    <a:pt x="241" y="60"/>
                  </a:lnTo>
                  <a:lnTo>
                    <a:pt x="241" y="70"/>
                  </a:lnTo>
                  <a:lnTo>
                    <a:pt x="241" y="80"/>
                  </a:lnTo>
                  <a:lnTo>
                    <a:pt x="252" y="80"/>
                  </a:lnTo>
                  <a:lnTo>
                    <a:pt x="266" y="80"/>
                  </a:lnTo>
                  <a:lnTo>
                    <a:pt x="280" y="80"/>
                  </a:lnTo>
                  <a:lnTo>
                    <a:pt x="280" y="91"/>
                  </a:lnTo>
                  <a:lnTo>
                    <a:pt x="291" y="91"/>
                  </a:lnTo>
                  <a:lnTo>
                    <a:pt x="291" y="101"/>
                  </a:lnTo>
                  <a:lnTo>
                    <a:pt x="291" y="91"/>
                  </a:lnTo>
                  <a:lnTo>
                    <a:pt x="305" y="91"/>
                  </a:lnTo>
                  <a:lnTo>
                    <a:pt x="305" y="101"/>
                  </a:lnTo>
                  <a:lnTo>
                    <a:pt x="316" y="101"/>
                  </a:lnTo>
                  <a:lnTo>
                    <a:pt x="305" y="101"/>
                  </a:lnTo>
                  <a:lnTo>
                    <a:pt x="305" y="91"/>
                  </a:lnTo>
                  <a:lnTo>
                    <a:pt x="316" y="91"/>
                  </a:lnTo>
                  <a:lnTo>
                    <a:pt x="316" y="101"/>
                  </a:lnTo>
                  <a:lnTo>
                    <a:pt x="329" y="101"/>
                  </a:lnTo>
                  <a:lnTo>
                    <a:pt x="316" y="101"/>
                  </a:lnTo>
                  <a:lnTo>
                    <a:pt x="329" y="101"/>
                  </a:lnTo>
                  <a:lnTo>
                    <a:pt x="316" y="101"/>
                  </a:lnTo>
                  <a:lnTo>
                    <a:pt x="329" y="101"/>
                  </a:lnTo>
                  <a:lnTo>
                    <a:pt x="329" y="110"/>
                  </a:lnTo>
                  <a:lnTo>
                    <a:pt x="329" y="101"/>
                  </a:lnTo>
                  <a:lnTo>
                    <a:pt x="342" y="101"/>
                  </a:lnTo>
                  <a:lnTo>
                    <a:pt x="342" y="110"/>
                  </a:lnTo>
                  <a:lnTo>
                    <a:pt x="329" y="110"/>
                  </a:lnTo>
                  <a:lnTo>
                    <a:pt x="329" y="121"/>
                  </a:lnTo>
                  <a:lnTo>
                    <a:pt x="316" y="121"/>
                  </a:lnTo>
                  <a:lnTo>
                    <a:pt x="316" y="130"/>
                  </a:lnTo>
                  <a:lnTo>
                    <a:pt x="329" y="130"/>
                  </a:lnTo>
                  <a:lnTo>
                    <a:pt x="329" y="141"/>
                  </a:lnTo>
                  <a:lnTo>
                    <a:pt x="316" y="141"/>
                  </a:lnTo>
                  <a:lnTo>
                    <a:pt x="316" y="151"/>
                  </a:lnTo>
                  <a:lnTo>
                    <a:pt x="316" y="141"/>
                  </a:lnTo>
                  <a:lnTo>
                    <a:pt x="305" y="141"/>
                  </a:lnTo>
                  <a:lnTo>
                    <a:pt x="305" y="151"/>
                  </a:lnTo>
                  <a:lnTo>
                    <a:pt x="291" y="151"/>
                  </a:lnTo>
                  <a:lnTo>
                    <a:pt x="291" y="161"/>
                  </a:lnTo>
                  <a:lnTo>
                    <a:pt x="280" y="161"/>
                  </a:lnTo>
                  <a:lnTo>
                    <a:pt x="280" y="170"/>
                  </a:lnTo>
                  <a:lnTo>
                    <a:pt x="291" y="170"/>
                  </a:lnTo>
                  <a:lnTo>
                    <a:pt x="291" y="181"/>
                  </a:lnTo>
                  <a:lnTo>
                    <a:pt x="280" y="181"/>
                  </a:lnTo>
                  <a:lnTo>
                    <a:pt x="291" y="181"/>
                  </a:lnTo>
                  <a:lnTo>
                    <a:pt x="291" y="190"/>
                  </a:lnTo>
                  <a:lnTo>
                    <a:pt x="291" y="201"/>
                  </a:lnTo>
                  <a:lnTo>
                    <a:pt x="291" y="190"/>
                  </a:lnTo>
                  <a:lnTo>
                    <a:pt x="305" y="190"/>
                  </a:lnTo>
                  <a:lnTo>
                    <a:pt x="305" y="201"/>
                  </a:lnTo>
                  <a:lnTo>
                    <a:pt x="305" y="210"/>
                  </a:lnTo>
                  <a:lnTo>
                    <a:pt x="316" y="210"/>
                  </a:lnTo>
                  <a:lnTo>
                    <a:pt x="316" y="221"/>
                  </a:lnTo>
                  <a:lnTo>
                    <a:pt x="329" y="221"/>
                  </a:lnTo>
                  <a:lnTo>
                    <a:pt x="342" y="221"/>
                  </a:lnTo>
                  <a:lnTo>
                    <a:pt x="342" y="230"/>
                  </a:lnTo>
                  <a:lnTo>
                    <a:pt x="342" y="221"/>
                  </a:lnTo>
                  <a:lnTo>
                    <a:pt x="354" y="230"/>
                  </a:lnTo>
                  <a:lnTo>
                    <a:pt x="354" y="221"/>
                  </a:lnTo>
                  <a:lnTo>
                    <a:pt x="354" y="230"/>
                  </a:lnTo>
                  <a:lnTo>
                    <a:pt x="354" y="240"/>
                  </a:lnTo>
                  <a:lnTo>
                    <a:pt x="342" y="240"/>
                  </a:lnTo>
                  <a:lnTo>
                    <a:pt x="342" y="250"/>
                  </a:lnTo>
                  <a:lnTo>
                    <a:pt x="329" y="250"/>
                  </a:lnTo>
                  <a:lnTo>
                    <a:pt x="329" y="261"/>
                  </a:lnTo>
                  <a:lnTo>
                    <a:pt x="316" y="261"/>
                  </a:lnTo>
                  <a:lnTo>
                    <a:pt x="316" y="269"/>
                  </a:lnTo>
                  <a:lnTo>
                    <a:pt x="316" y="281"/>
                  </a:lnTo>
                  <a:lnTo>
                    <a:pt x="305" y="281"/>
                  </a:lnTo>
                  <a:lnTo>
                    <a:pt x="291" y="281"/>
                  </a:lnTo>
                  <a:lnTo>
                    <a:pt x="291" y="269"/>
                  </a:lnTo>
                  <a:lnTo>
                    <a:pt x="280" y="269"/>
                  </a:lnTo>
                  <a:lnTo>
                    <a:pt x="266" y="269"/>
                  </a:lnTo>
                  <a:lnTo>
                    <a:pt x="266" y="281"/>
                  </a:lnTo>
                  <a:lnTo>
                    <a:pt x="266" y="269"/>
                  </a:lnTo>
                  <a:lnTo>
                    <a:pt x="266" y="281"/>
                  </a:lnTo>
                  <a:lnTo>
                    <a:pt x="252" y="290"/>
                  </a:lnTo>
                  <a:lnTo>
                    <a:pt x="241" y="300"/>
                  </a:lnTo>
                  <a:lnTo>
                    <a:pt x="241" y="310"/>
                  </a:lnTo>
                  <a:lnTo>
                    <a:pt x="227" y="310"/>
                  </a:lnTo>
                  <a:lnTo>
                    <a:pt x="227" y="300"/>
                  </a:lnTo>
                  <a:lnTo>
                    <a:pt x="216" y="300"/>
                  </a:lnTo>
                  <a:lnTo>
                    <a:pt x="216" y="290"/>
                  </a:lnTo>
                  <a:lnTo>
                    <a:pt x="203" y="290"/>
                  </a:lnTo>
                  <a:lnTo>
                    <a:pt x="203" y="281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2"/>
            <p:cNvSpPr/>
            <p:nvPr/>
          </p:nvSpPr>
          <p:spPr>
            <a:xfrm>
              <a:off x="3698603" y="3618511"/>
              <a:ext cx="622296" cy="827863"/>
            </a:xfrm>
            <a:custGeom>
              <a:avLst/>
              <a:gdLst/>
              <a:ahLst/>
              <a:cxnLst/>
              <a:rect l="l" t="t" r="r" b="b"/>
              <a:pathLst>
                <a:path w="540" h="570" extrusionOk="0">
                  <a:moveTo>
                    <a:pt x="188" y="356"/>
                  </a:moveTo>
                  <a:lnTo>
                    <a:pt x="188" y="346"/>
                  </a:lnTo>
                  <a:lnTo>
                    <a:pt x="188" y="337"/>
                  </a:lnTo>
                  <a:lnTo>
                    <a:pt x="175" y="337"/>
                  </a:lnTo>
                  <a:lnTo>
                    <a:pt x="175" y="326"/>
                  </a:lnTo>
                  <a:lnTo>
                    <a:pt x="175" y="316"/>
                  </a:lnTo>
                  <a:lnTo>
                    <a:pt x="175" y="305"/>
                  </a:lnTo>
                  <a:lnTo>
                    <a:pt x="175" y="295"/>
                  </a:lnTo>
                  <a:lnTo>
                    <a:pt x="175" y="284"/>
                  </a:lnTo>
                  <a:lnTo>
                    <a:pt x="163" y="284"/>
                  </a:lnTo>
                  <a:lnTo>
                    <a:pt x="151" y="284"/>
                  </a:lnTo>
                  <a:lnTo>
                    <a:pt x="151" y="295"/>
                  </a:lnTo>
                  <a:lnTo>
                    <a:pt x="151" y="284"/>
                  </a:lnTo>
                  <a:lnTo>
                    <a:pt x="163" y="284"/>
                  </a:lnTo>
                  <a:lnTo>
                    <a:pt x="151" y="284"/>
                  </a:lnTo>
                  <a:lnTo>
                    <a:pt x="151" y="274"/>
                  </a:lnTo>
                  <a:lnTo>
                    <a:pt x="151" y="284"/>
                  </a:lnTo>
                  <a:lnTo>
                    <a:pt x="163" y="284"/>
                  </a:lnTo>
                  <a:lnTo>
                    <a:pt x="163" y="274"/>
                  </a:lnTo>
                  <a:lnTo>
                    <a:pt x="163" y="265"/>
                  </a:lnTo>
                  <a:lnTo>
                    <a:pt x="151" y="265"/>
                  </a:lnTo>
                  <a:lnTo>
                    <a:pt x="151" y="254"/>
                  </a:lnTo>
                  <a:lnTo>
                    <a:pt x="139" y="254"/>
                  </a:lnTo>
                  <a:lnTo>
                    <a:pt x="139" y="244"/>
                  </a:lnTo>
                  <a:lnTo>
                    <a:pt x="139" y="233"/>
                  </a:lnTo>
                  <a:lnTo>
                    <a:pt x="126" y="233"/>
                  </a:lnTo>
                  <a:lnTo>
                    <a:pt x="126" y="224"/>
                  </a:lnTo>
                  <a:lnTo>
                    <a:pt x="112" y="224"/>
                  </a:lnTo>
                  <a:lnTo>
                    <a:pt x="112" y="214"/>
                  </a:lnTo>
                  <a:lnTo>
                    <a:pt x="101" y="214"/>
                  </a:lnTo>
                  <a:lnTo>
                    <a:pt x="87" y="214"/>
                  </a:lnTo>
                  <a:lnTo>
                    <a:pt x="87" y="204"/>
                  </a:lnTo>
                  <a:lnTo>
                    <a:pt x="76" y="204"/>
                  </a:lnTo>
                  <a:lnTo>
                    <a:pt x="62" y="204"/>
                  </a:lnTo>
                  <a:lnTo>
                    <a:pt x="62" y="193"/>
                  </a:lnTo>
                  <a:lnTo>
                    <a:pt x="50" y="193"/>
                  </a:lnTo>
                  <a:lnTo>
                    <a:pt x="50" y="184"/>
                  </a:lnTo>
                  <a:lnTo>
                    <a:pt x="50" y="173"/>
                  </a:lnTo>
                  <a:lnTo>
                    <a:pt x="62" y="173"/>
                  </a:lnTo>
                  <a:lnTo>
                    <a:pt x="62" y="163"/>
                  </a:lnTo>
                  <a:lnTo>
                    <a:pt x="50" y="163"/>
                  </a:lnTo>
                  <a:lnTo>
                    <a:pt x="62" y="163"/>
                  </a:lnTo>
                  <a:lnTo>
                    <a:pt x="62" y="153"/>
                  </a:lnTo>
                  <a:lnTo>
                    <a:pt x="50" y="153"/>
                  </a:lnTo>
                  <a:lnTo>
                    <a:pt x="50" y="143"/>
                  </a:lnTo>
                  <a:lnTo>
                    <a:pt x="50" y="132"/>
                  </a:lnTo>
                  <a:lnTo>
                    <a:pt x="50" y="123"/>
                  </a:lnTo>
                  <a:lnTo>
                    <a:pt x="38" y="123"/>
                  </a:lnTo>
                  <a:lnTo>
                    <a:pt x="38" y="112"/>
                  </a:lnTo>
                  <a:lnTo>
                    <a:pt x="38" y="102"/>
                  </a:lnTo>
                  <a:lnTo>
                    <a:pt x="25" y="102"/>
                  </a:lnTo>
                  <a:lnTo>
                    <a:pt x="25" y="91"/>
                  </a:lnTo>
                  <a:lnTo>
                    <a:pt x="13" y="91"/>
                  </a:lnTo>
                  <a:lnTo>
                    <a:pt x="13" y="82"/>
                  </a:lnTo>
                  <a:lnTo>
                    <a:pt x="0" y="72"/>
                  </a:lnTo>
                  <a:lnTo>
                    <a:pt x="0" y="61"/>
                  </a:lnTo>
                  <a:lnTo>
                    <a:pt x="0" y="51"/>
                  </a:lnTo>
                  <a:lnTo>
                    <a:pt x="13" y="51"/>
                  </a:lnTo>
                  <a:lnTo>
                    <a:pt x="13" y="61"/>
                  </a:lnTo>
                  <a:lnTo>
                    <a:pt x="13" y="51"/>
                  </a:lnTo>
                  <a:lnTo>
                    <a:pt x="13" y="61"/>
                  </a:lnTo>
                  <a:lnTo>
                    <a:pt x="25" y="61"/>
                  </a:lnTo>
                  <a:lnTo>
                    <a:pt x="25" y="51"/>
                  </a:lnTo>
                  <a:lnTo>
                    <a:pt x="25" y="40"/>
                  </a:lnTo>
                  <a:lnTo>
                    <a:pt x="13" y="40"/>
                  </a:lnTo>
                  <a:lnTo>
                    <a:pt x="13" y="31"/>
                  </a:lnTo>
                  <a:lnTo>
                    <a:pt x="25" y="31"/>
                  </a:lnTo>
                  <a:lnTo>
                    <a:pt x="25" y="20"/>
                  </a:lnTo>
                  <a:lnTo>
                    <a:pt x="25" y="11"/>
                  </a:lnTo>
                  <a:lnTo>
                    <a:pt x="38" y="11"/>
                  </a:lnTo>
                  <a:lnTo>
                    <a:pt x="50" y="11"/>
                  </a:lnTo>
                  <a:lnTo>
                    <a:pt x="62" y="11"/>
                  </a:lnTo>
                  <a:lnTo>
                    <a:pt x="62" y="20"/>
                  </a:lnTo>
                  <a:lnTo>
                    <a:pt x="50" y="20"/>
                  </a:lnTo>
                  <a:lnTo>
                    <a:pt x="50" y="31"/>
                  </a:lnTo>
                  <a:lnTo>
                    <a:pt x="50" y="20"/>
                  </a:lnTo>
                  <a:lnTo>
                    <a:pt x="50" y="31"/>
                  </a:lnTo>
                  <a:lnTo>
                    <a:pt x="38" y="31"/>
                  </a:lnTo>
                  <a:lnTo>
                    <a:pt x="38" y="40"/>
                  </a:lnTo>
                  <a:lnTo>
                    <a:pt x="25" y="40"/>
                  </a:lnTo>
                  <a:lnTo>
                    <a:pt x="25" y="51"/>
                  </a:lnTo>
                  <a:lnTo>
                    <a:pt x="38" y="51"/>
                  </a:lnTo>
                  <a:lnTo>
                    <a:pt x="50" y="51"/>
                  </a:lnTo>
                  <a:lnTo>
                    <a:pt x="50" y="61"/>
                  </a:lnTo>
                  <a:lnTo>
                    <a:pt x="62" y="61"/>
                  </a:lnTo>
                  <a:lnTo>
                    <a:pt x="62" y="72"/>
                  </a:lnTo>
                  <a:lnTo>
                    <a:pt x="62" y="82"/>
                  </a:lnTo>
                  <a:lnTo>
                    <a:pt x="62" y="91"/>
                  </a:lnTo>
                  <a:lnTo>
                    <a:pt x="76" y="91"/>
                  </a:lnTo>
                  <a:lnTo>
                    <a:pt x="76" y="82"/>
                  </a:lnTo>
                  <a:lnTo>
                    <a:pt x="87" y="82"/>
                  </a:lnTo>
                  <a:lnTo>
                    <a:pt x="87" y="91"/>
                  </a:lnTo>
                  <a:lnTo>
                    <a:pt x="87" y="82"/>
                  </a:lnTo>
                  <a:lnTo>
                    <a:pt x="101" y="82"/>
                  </a:lnTo>
                  <a:lnTo>
                    <a:pt x="112" y="82"/>
                  </a:lnTo>
                  <a:lnTo>
                    <a:pt x="101" y="82"/>
                  </a:lnTo>
                  <a:lnTo>
                    <a:pt x="101" y="72"/>
                  </a:lnTo>
                  <a:lnTo>
                    <a:pt x="112" y="72"/>
                  </a:lnTo>
                  <a:lnTo>
                    <a:pt x="112" y="61"/>
                  </a:lnTo>
                  <a:lnTo>
                    <a:pt x="126" y="61"/>
                  </a:lnTo>
                  <a:lnTo>
                    <a:pt x="126" y="51"/>
                  </a:lnTo>
                  <a:lnTo>
                    <a:pt x="139" y="51"/>
                  </a:lnTo>
                  <a:lnTo>
                    <a:pt x="151" y="51"/>
                  </a:lnTo>
                  <a:lnTo>
                    <a:pt x="151" y="40"/>
                  </a:lnTo>
                  <a:lnTo>
                    <a:pt x="163" y="40"/>
                  </a:lnTo>
                  <a:lnTo>
                    <a:pt x="151" y="40"/>
                  </a:lnTo>
                  <a:lnTo>
                    <a:pt x="151" y="31"/>
                  </a:lnTo>
                  <a:lnTo>
                    <a:pt x="163" y="31"/>
                  </a:lnTo>
                  <a:lnTo>
                    <a:pt x="163" y="20"/>
                  </a:lnTo>
                  <a:lnTo>
                    <a:pt x="175" y="20"/>
                  </a:lnTo>
                  <a:lnTo>
                    <a:pt x="175" y="11"/>
                  </a:lnTo>
                  <a:lnTo>
                    <a:pt x="175" y="20"/>
                  </a:lnTo>
                  <a:lnTo>
                    <a:pt x="175" y="11"/>
                  </a:lnTo>
                  <a:lnTo>
                    <a:pt x="188" y="11"/>
                  </a:lnTo>
                  <a:lnTo>
                    <a:pt x="188" y="0"/>
                  </a:lnTo>
                  <a:lnTo>
                    <a:pt x="201" y="0"/>
                  </a:lnTo>
                  <a:lnTo>
                    <a:pt x="213" y="0"/>
                  </a:lnTo>
                  <a:lnTo>
                    <a:pt x="226" y="0"/>
                  </a:lnTo>
                  <a:lnTo>
                    <a:pt x="226" y="11"/>
                  </a:lnTo>
                  <a:lnTo>
                    <a:pt x="226" y="20"/>
                  </a:lnTo>
                  <a:lnTo>
                    <a:pt x="240" y="20"/>
                  </a:lnTo>
                  <a:lnTo>
                    <a:pt x="240" y="31"/>
                  </a:lnTo>
                  <a:lnTo>
                    <a:pt x="251" y="31"/>
                  </a:lnTo>
                  <a:lnTo>
                    <a:pt x="251" y="40"/>
                  </a:lnTo>
                  <a:lnTo>
                    <a:pt x="264" y="40"/>
                  </a:lnTo>
                  <a:lnTo>
                    <a:pt x="264" y="51"/>
                  </a:lnTo>
                  <a:lnTo>
                    <a:pt x="264" y="61"/>
                  </a:lnTo>
                  <a:lnTo>
                    <a:pt x="276" y="61"/>
                  </a:lnTo>
                  <a:lnTo>
                    <a:pt x="276" y="72"/>
                  </a:lnTo>
                  <a:lnTo>
                    <a:pt x="276" y="82"/>
                  </a:lnTo>
                  <a:lnTo>
                    <a:pt x="276" y="91"/>
                  </a:lnTo>
                  <a:lnTo>
                    <a:pt x="289" y="91"/>
                  </a:lnTo>
                  <a:lnTo>
                    <a:pt x="276" y="91"/>
                  </a:lnTo>
                  <a:lnTo>
                    <a:pt x="276" y="102"/>
                  </a:lnTo>
                  <a:lnTo>
                    <a:pt x="289" y="102"/>
                  </a:lnTo>
                  <a:lnTo>
                    <a:pt x="289" y="112"/>
                  </a:lnTo>
                  <a:lnTo>
                    <a:pt x="289" y="123"/>
                  </a:lnTo>
                  <a:lnTo>
                    <a:pt x="302" y="123"/>
                  </a:lnTo>
                  <a:lnTo>
                    <a:pt x="289" y="123"/>
                  </a:lnTo>
                  <a:lnTo>
                    <a:pt x="302" y="123"/>
                  </a:lnTo>
                  <a:lnTo>
                    <a:pt x="302" y="132"/>
                  </a:lnTo>
                  <a:lnTo>
                    <a:pt x="289" y="132"/>
                  </a:lnTo>
                  <a:lnTo>
                    <a:pt x="289" y="143"/>
                  </a:lnTo>
                  <a:lnTo>
                    <a:pt x="289" y="132"/>
                  </a:lnTo>
                  <a:lnTo>
                    <a:pt x="302" y="132"/>
                  </a:lnTo>
                  <a:lnTo>
                    <a:pt x="302" y="143"/>
                  </a:lnTo>
                  <a:lnTo>
                    <a:pt x="314" y="143"/>
                  </a:lnTo>
                  <a:lnTo>
                    <a:pt x="314" y="153"/>
                  </a:lnTo>
                  <a:lnTo>
                    <a:pt x="302" y="153"/>
                  </a:lnTo>
                  <a:lnTo>
                    <a:pt x="314" y="153"/>
                  </a:lnTo>
                  <a:lnTo>
                    <a:pt x="314" y="163"/>
                  </a:lnTo>
                  <a:lnTo>
                    <a:pt x="314" y="173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14" y="184"/>
                  </a:lnTo>
                  <a:lnTo>
                    <a:pt x="314" y="193"/>
                  </a:lnTo>
                  <a:lnTo>
                    <a:pt x="327" y="193"/>
                  </a:lnTo>
                  <a:lnTo>
                    <a:pt x="314" y="193"/>
                  </a:lnTo>
                  <a:lnTo>
                    <a:pt x="327" y="193"/>
                  </a:lnTo>
                  <a:lnTo>
                    <a:pt x="327" y="204"/>
                  </a:lnTo>
                  <a:lnTo>
                    <a:pt x="339" y="204"/>
                  </a:lnTo>
                  <a:lnTo>
                    <a:pt x="339" y="214"/>
                  </a:lnTo>
                  <a:lnTo>
                    <a:pt x="327" y="214"/>
                  </a:lnTo>
                  <a:lnTo>
                    <a:pt x="339" y="214"/>
                  </a:lnTo>
                  <a:lnTo>
                    <a:pt x="339" y="224"/>
                  </a:lnTo>
                  <a:lnTo>
                    <a:pt x="339" y="233"/>
                  </a:lnTo>
                  <a:lnTo>
                    <a:pt x="352" y="233"/>
                  </a:lnTo>
                  <a:lnTo>
                    <a:pt x="352" y="244"/>
                  </a:lnTo>
                  <a:lnTo>
                    <a:pt x="365" y="244"/>
                  </a:lnTo>
                  <a:lnTo>
                    <a:pt x="377" y="244"/>
                  </a:lnTo>
                  <a:lnTo>
                    <a:pt x="377" y="233"/>
                  </a:lnTo>
                  <a:lnTo>
                    <a:pt x="377" y="244"/>
                  </a:lnTo>
                  <a:lnTo>
                    <a:pt x="389" y="244"/>
                  </a:lnTo>
                  <a:lnTo>
                    <a:pt x="377" y="254"/>
                  </a:lnTo>
                  <a:lnTo>
                    <a:pt x="389" y="254"/>
                  </a:lnTo>
                  <a:lnTo>
                    <a:pt x="377" y="254"/>
                  </a:lnTo>
                  <a:lnTo>
                    <a:pt x="377" y="265"/>
                  </a:lnTo>
                  <a:lnTo>
                    <a:pt x="377" y="274"/>
                  </a:lnTo>
                  <a:lnTo>
                    <a:pt x="389" y="274"/>
                  </a:lnTo>
                  <a:lnTo>
                    <a:pt x="389" y="284"/>
                  </a:lnTo>
                  <a:lnTo>
                    <a:pt x="389" y="274"/>
                  </a:lnTo>
                  <a:lnTo>
                    <a:pt x="389" y="284"/>
                  </a:lnTo>
                  <a:lnTo>
                    <a:pt x="401" y="284"/>
                  </a:lnTo>
                  <a:lnTo>
                    <a:pt x="401" y="295"/>
                  </a:lnTo>
                  <a:lnTo>
                    <a:pt x="414" y="295"/>
                  </a:lnTo>
                  <a:lnTo>
                    <a:pt x="414" y="305"/>
                  </a:lnTo>
                  <a:lnTo>
                    <a:pt x="414" y="316"/>
                  </a:lnTo>
                  <a:lnTo>
                    <a:pt x="428" y="316"/>
                  </a:lnTo>
                  <a:lnTo>
                    <a:pt x="439" y="316"/>
                  </a:lnTo>
                  <a:lnTo>
                    <a:pt x="453" y="316"/>
                  </a:lnTo>
                  <a:lnTo>
                    <a:pt x="453" y="326"/>
                  </a:lnTo>
                  <a:lnTo>
                    <a:pt x="453" y="316"/>
                  </a:lnTo>
                  <a:lnTo>
                    <a:pt x="453" y="326"/>
                  </a:lnTo>
                  <a:lnTo>
                    <a:pt x="466" y="326"/>
                  </a:lnTo>
                  <a:lnTo>
                    <a:pt x="478" y="326"/>
                  </a:lnTo>
                  <a:lnTo>
                    <a:pt x="478" y="337"/>
                  </a:lnTo>
                  <a:lnTo>
                    <a:pt x="478" y="326"/>
                  </a:lnTo>
                  <a:lnTo>
                    <a:pt x="490" y="326"/>
                  </a:lnTo>
                  <a:lnTo>
                    <a:pt x="502" y="326"/>
                  </a:lnTo>
                  <a:lnTo>
                    <a:pt x="502" y="337"/>
                  </a:lnTo>
                  <a:lnTo>
                    <a:pt x="502" y="346"/>
                  </a:lnTo>
                  <a:lnTo>
                    <a:pt x="515" y="346"/>
                  </a:lnTo>
                  <a:lnTo>
                    <a:pt x="502" y="346"/>
                  </a:lnTo>
                  <a:lnTo>
                    <a:pt x="515" y="346"/>
                  </a:lnTo>
                  <a:lnTo>
                    <a:pt x="502" y="346"/>
                  </a:lnTo>
                  <a:lnTo>
                    <a:pt x="502" y="356"/>
                  </a:lnTo>
                  <a:lnTo>
                    <a:pt x="502" y="366"/>
                  </a:lnTo>
                  <a:lnTo>
                    <a:pt x="515" y="366"/>
                  </a:lnTo>
                  <a:lnTo>
                    <a:pt x="515" y="377"/>
                  </a:lnTo>
                  <a:lnTo>
                    <a:pt x="515" y="386"/>
                  </a:lnTo>
                  <a:lnTo>
                    <a:pt x="528" y="386"/>
                  </a:lnTo>
                  <a:lnTo>
                    <a:pt x="528" y="397"/>
                  </a:lnTo>
                  <a:lnTo>
                    <a:pt x="528" y="407"/>
                  </a:lnTo>
                  <a:lnTo>
                    <a:pt x="528" y="417"/>
                  </a:lnTo>
                  <a:lnTo>
                    <a:pt x="528" y="426"/>
                  </a:lnTo>
                  <a:lnTo>
                    <a:pt x="528" y="437"/>
                  </a:lnTo>
                  <a:lnTo>
                    <a:pt x="528" y="447"/>
                  </a:lnTo>
                  <a:lnTo>
                    <a:pt x="528" y="458"/>
                  </a:lnTo>
                  <a:lnTo>
                    <a:pt x="540" y="467"/>
                  </a:lnTo>
                  <a:lnTo>
                    <a:pt x="528" y="479"/>
                  </a:lnTo>
                  <a:lnTo>
                    <a:pt x="515" y="479"/>
                  </a:lnTo>
                  <a:lnTo>
                    <a:pt x="515" y="488"/>
                  </a:lnTo>
                  <a:lnTo>
                    <a:pt x="515" y="498"/>
                  </a:lnTo>
                  <a:lnTo>
                    <a:pt x="515" y="508"/>
                  </a:lnTo>
                  <a:lnTo>
                    <a:pt x="502" y="508"/>
                  </a:lnTo>
                  <a:lnTo>
                    <a:pt x="502" y="519"/>
                  </a:lnTo>
                  <a:lnTo>
                    <a:pt x="490" y="519"/>
                  </a:lnTo>
                  <a:lnTo>
                    <a:pt x="490" y="508"/>
                  </a:lnTo>
                  <a:lnTo>
                    <a:pt x="478" y="508"/>
                  </a:lnTo>
                  <a:lnTo>
                    <a:pt x="478" y="519"/>
                  </a:lnTo>
                  <a:lnTo>
                    <a:pt x="466" y="519"/>
                  </a:lnTo>
                  <a:lnTo>
                    <a:pt x="466" y="508"/>
                  </a:lnTo>
                  <a:lnTo>
                    <a:pt x="466" y="519"/>
                  </a:lnTo>
                  <a:lnTo>
                    <a:pt x="466" y="508"/>
                  </a:lnTo>
                  <a:lnTo>
                    <a:pt x="453" y="508"/>
                  </a:lnTo>
                  <a:lnTo>
                    <a:pt x="439" y="508"/>
                  </a:lnTo>
                  <a:lnTo>
                    <a:pt x="439" y="519"/>
                  </a:lnTo>
                  <a:lnTo>
                    <a:pt x="428" y="519"/>
                  </a:lnTo>
                  <a:lnTo>
                    <a:pt x="428" y="530"/>
                  </a:lnTo>
                  <a:lnTo>
                    <a:pt x="414" y="530"/>
                  </a:lnTo>
                  <a:lnTo>
                    <a:pt x="414" y="539"/>
                  </a:lnTo>
                  <a:lnTo>
                    <a:pt x="401" y="539"/>
                  </a:lnTo>
                  <a:lnTo>
                    <a:pt x="389" y="539"/>
                  </a:lnTo>
                  <a:lnTo>
                    <a:pt x="389" y="549"/>
                  </a:lnTo>
                  <a:lnTo>
                    <a:pt x="389" y="559"/>
                  </a:lnTo>
                  <a:lnTo>
                    <a:pt x="377" y="559"/>
                  </a:lnTo>
                  <a:lnTo>
                    <a:pt x="377" y="570"/>
                  </a:lnTo>
                  <a:lnTo>
                    <a:pt x="365" y="570"/>
                  </a:lnTo>
                  <a:lnTo>
                    <a:pt x="365" y="559"/>
                  </a:lnTo>
                  <a:lnTo>
                    <a:pt x="352" y="549"/>
                  </a:lnTo>
                  <a:lnTo>
                    <a:pt x="352" y="539"/>
                  </a:lnTo>
                  <a:lnTo>
                    <a:pt x="339" y="539"/>
                  </a:lnTo>
                  <a:lnTo>
                    <a:pt x="339" y="530"/>
                  </a:lnTo>
                  <a:lnTo>
                    <a:pt x="327" y="530"/>
                  </a:lnTo>
                  <a:lnTo>
                    <a:pt x="327" y="519"/>
                  </a:lnTo>
                  <a:lnTo>
                    <a:pt x="314" y="519"/>
                  </a:lnTo>
                  <a:lnTo>
                    <a:pt x="314" y="508"/>
                  </a:lnTo>
                  <a:lnTo>
                    <a:pt x="314" y="498"/>
                  </a:lnTo>
                  <a:lnTo>
                    <a:pt x="314" y="488"/>
                  </a:lnTo>
                  <a:lnTo>
                    <a:pt x="314" y="479"/>
                  </a:lnTo>
                  <a:lnTo>
                    <a:pt x="302" y="479"/>
                  </a:lnTo>
                  <a:lnTo>
                    <a:pt x="302" y="467"/>
                  </a:lnTo>
                  <a:lnTo>
                    <a:pt x="289" y="467"/>
                  </a:lnTo>
                  <a:lnTo>
                    <a:pt x="289" y="458"/>
                  </a:lnTo>
                  <a:lnTo>
                    <a:pt x="276" y="458"/>
                  </a:lnTo>
                  <a:lnTo>
                    <a:pt x="289" y="458"/>
                  </a:lnTo>
                  <a:lnTo>
                    <a:pt x="276" y="458"/>
                  </a:lnTo>
                  <a:lnTo>
                    <a:pt x="289" y="458"/>
                  </a:lnTo>
                  <a:lnTo>
                    <a:pt x="276" y="458"/>
                  </a:lnTo>
                  <a:lnTo>
                    <a:pt x="276" y="447"/>
                  </a:lnTo>
                  <a:lnTo>
                    <a:pt x="276" y="437"/>
                  </a:lnTo>
                  <a:lnTo>
                    <a:pt x="264" y="437"/>
                  </a:lnTo>
                  <a:lnTo>
                    <a:pt x="264" y="426"/>
                  </a:lnTo>
                  <a:lnTo>
                    <a:pt x="251" y="417"/>
                  </a:lnTo>
                  <a:lnTo>
                    <a:pt x="240" y="417"/>
                  </a:lnTo>
                  <a:lnTo>
                    <a:pt x="251" y="417"/>
                  </a:lnTo>
                  <a:lnTo>
                    <a:pt x="240" y="417"/>
                  </a:lnTo>
                  <a:lnTo>
                    <a:pt x="251" y="417"/>
                  </a:lnTo>
                  <a:lnTo>
                    <a:pt x="251" y="407"/>
                  </a:lnTo>
                  <a:lnTo>
                    <a:pt x="240" y="407"/>
                  </a:lnTo>
                  <a:lnTo>
                    <a:pt x="251" y="407"/>
                  </a:lnTo>
                  <a:lnTo>
                    <a:pt x="251" y="397"/>
                  </a:lnTo>
                  <a:lnTo>
                    <a:pt x="251" y="386"/>
                  </a:lnTo>
                  <a:lnTo>
                    <a:pt x="240" y="386"/>
                  </a:lnTo>
                  <a:lnTo>
                    <a:pt x="240" y="377"/>
                  </a:lnTo>
                  <a:lnTo>
                    <a:pt x="226" y="377"/>
                  </a:lnTo>
                  <a:lnTo>
                    <a:pt x="213" y="366"/>
                  </a:lnTo>
                  <a:lnTo>
                    <a:pt x="201" y="366"/>
                  </a:lnTo>
                  <a:lnTo>
                    <a:pt x="188" y="366"/>
                  </a:lnTo>
                  <a:lnTo>
                    <a:pt x="188" y="35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2"/>
            <p:cNvSpPr/>
            <p:nvPr/>
          </p:nvSpPr>
          <p:spPr>
            <a:xfrm>
              <a:off x="3698604" y="875418"/>
              <a:ext cx="2108805" cy="2336136"/>
            </a:xfrm>
            <a:custGeom>
              <a:avLst/>
              <a:gdLst/>
              <a:ahLst/>
              <a:cxnLst/>
              <a:rect l="l" t="t" r="r" b="b"/>
              <a:pathLst>
                <a:path w="1823" h="1606" extrusionOk="0">
                  <a:moveTo>
                    <a:pt x="1686" y="656"/>
                  </a:moveTo>
                  <a:lnTo>
                    <a:pt x="1672" y="656"/>
                  </a:lnTo>
                  <a:lnTo>
                    <a:pt x="1672" y="666"/>
                  </a:lnTo>
                  <a:lnTo>
                    <a:pt x="1660" y="677"/>
                  </a:lnTo>
                  <a:lnTo>
                    <a:pt x="1660" y="687"/>
                  </a:lnTo>
                  <a:lnTo>
                    <a:pt x="1648" y="697"/>
                  </a:lnTo>
                  <a:lnTo>
                    <a:pt x="1660" y="697"/>
                  </a:lnTo>
                  <a:lnTo>
                    <a:pt x="1660" y="708"/>
                  </a:lnTo>
                  <a:lnTo>
                    <a:pt x="1672" y="708"/>
                  </a:lnTo>
                  <a:lnTo>
                    <a:pt x="1686" y="708"/>
                  </a:lnTo>
                  <a:lnTo>
                    <a:pt x="1697" y="708"/>
                  </a:lnTo>
                  <a:lnTo>
                    <a:pt x="1711" y="708"/>
                  </a:lnTo>
                  <a:lnTo>
                    <a:pt x="1722" y="708"/>
                  </a:lnTo>
                  <a:lnTo>
                    <a:pt x="1722" y="697"/>
                  </a:lnTo>
                  <a:lnTo>
                    <a:pt x="1736" y="697"/>
                  </a:lnTo>
                  <a:lnTo>
                    <a:pt x="1749" y="697"/>
                  </a:lnTo>
                  <a:lnTo>
                    <a:pt x="1749" y="708"/>
                  </a:lnTo>
                  <a:lnTo>
                    <a:pt x="1761" y="708"/>
                  </a:lnTo>
                  <a:lnTo>
                    <a:pt x="1761" y="717"/>
                  </a:lnTo>
                  <a:lnTo>
                    <a:pt x="1773" y="717"/>
                  </a:lnTo>
                  <a:lnTo>
                    <a:pt x="1773" y="728"/>
                  </a:lnTo>
                  <a:lnTo>
                    <a:pt x="1773" y="738"/>
                  </a:lnTo>
                  <a:lnTo>
                    <a:pt x="1773" y="748"/>
                  </a:lnTo>
                  <a:lnTo>
                    <a:pt x="1787" y="748"/>
                  </a:lnTo>
                  <a:lnTo>
                    <a:pt x="1798" y="748"/>
                  </a:lnTo>
                  <a:lnTo>
                    <a:pt x="1798" y="757"/>
                  </a:lnTo>
                  <a:lnTo>
                    <a:pt x="1811" y="757"/>
                  </a:lnTo>
                  <a:lnTo>
                    <a:pt x="1811" y="768"/>
                  </a:lnTo>
                  <a:lnTo>
                    <a:pt x="1811" y="778"/>
                  </a:lnTo>
                  <a:lnTo>
                    <a:pt x="1823" y="778"/>
                  </a:lnTo>
                  <a:lnTo>
                    <a:pt x="1823" y="788"/>
                  </a:lnTo>
                  <a:lnTo>
                    <a:pt x="1823" y="797"/>
                  </a:lnTo>
                  <a:lnTo>
                    <a:pt x="1823" y="809"/>
                  </a:lnTo>
                  <a:lnTo>
                    <a:pt x="1811" y="809"/>
                  </a:lnTo>
                  <a:lnTo>
                    <a:pt x="1811" y="797"/>
                  </a:lnTo>
                  <a:lnTo>
                    <a:pt x="1798" y="797"/>
                  </a:lnTo>
                  <a:lnTo>
                    <a:pt x="1798" y="788"/>
                  </a:lnTo>
                  <a:lnTo>
                    <a:pt x="1811" y="788"/>
                  </a:lnTo>
                  <a:lnTo>
                    <a:pt x="1798" y="788"/>
                  </a:lnTo>
                  <a:lnTo>
                    <a:pt x="1787" y="788"/>
                  </a:lnTo>
                  <a:lnTo>
                    <a:pt x="1787" y="778"/>
                  </a:lnTo>
                  <a:lnTo>
                    <a:pt x="1787" y="788"/>
                  </a:lnTo>
                  <a:lnTo>
                    <a:pt x="1773" y="788"/>
                  </a:lnTo>
                  <a:lnTo>
                    <a:pt x="1773" y="797"/>
                  </a:lnTo>
                  <a:lnTo>
                    <a:pt x="1787" y="797"/>
                  </a:lnTo>
                  <a:lnTo>
                    <a:pt x="1773" y="797"/>
                  </a:lnTo>
                  <a:lnTo>
                    <a:pt x="1761" y="797"/>
                  </a:lnTo>
                  <a:lnTo>
                    <a:pt x="1761" y="788"/>
                  </a:lnTo>
                  <a:lnTo>
                    <a:pt x="1761" y="797"/>
                  </a:lnTo>
                  <a:lnTo>
                    <a:pt x="1761" y="788"/>
                  </a:lnTo>
                  <a:lnTo>
                    <a:pt x="1749" y="788"/>
                  </a:lnTo>
                  <a:lnTo>
                    <a:pt x="1761" y="788"/>
                  </a:lnTo>
                  <a:lnTo>
                    <a:pt x="1749" y="788"/>
                  </a:lnTo>
                  <a:lnTo>
                    <a:pt x="1749" y="778"/>
                  </a:lnTo>
                  <a:lnTo>
                    <a:pt x="1749" y="768"/>
                  </a:lnTo>
                  <a:lnTo>
                    <a:pt x="1749" y="757"/>
                  </a:lnTo>
                  <a:lnTo>
                    <a:pt x="1736" y="757"/>
                  </a:lnTo>
                  <a:lnTo>
                    <a:pt x="1736" y="768"/>
                  </a:lnTo>
                  <a:lnTo>
                    <a:pt x="1736" y="757"/>
                  </a:lnTo>
                  <a:lnTo>
                    <a:pt x="1722" y="757"/>
                  </a:lnTo>
                  <a:lnTo>
                    <a:pt x="1711" y="757"/>
                  </a:lnTo>
                  <a:lnTo>
                    <a:pt x="1711" y="768"/>
                  </a:lnTo>
                  <a:lnTo>
                    <a:pt x="1697" y="768"/>
                  </a:lnTo>
                  <a:lnTo>
                    <a:pt x="1697" y="757"/>
                  </a:lnTo>
                  <a:lnTo>
                    <a:pt x="1686" y="757"/>
                  </a:lnTo>
                  <a:lnTo>
                    <a:pt x="1686" y="768"/>
                  </a:lnTo>
                  <a:lnTo>
                    <a:pt x="1686" y="778"/>
                  </a:lnTo>
                  <a:lnTo>
                    <a:pt x="1686" y="768"/>
                  </a:lnTo>
                  <a:lnTo>
                    <a:pt x="1672" y="768"/>
                  </a:lnTo>
                  <a:lnTo>
                    <a:pt x="1672" y="757"/>
                  </a:lnTo>
                  <a:lnTo>
                    <a:pt x="1660" y="757"/>
                  </a:lnTo>
                  <a:lnTo>
                    <a:pt x="1660" y="768"/>
                  </a:lnTo>
                  <a:lnTo>
                    <a:pt x="1660" y="757"/>
                  </a:lnTo>
                  <a:lnTo>
                    <a:pt x="1660" y="768"/>
                  </a:lnTo>
                  <a:lnTo>
                    <a:pt x="1660" y="778"/>
                  </a:lnTo>
                  <a:lnTo>
                    <a:pt x="1660" y="768"/>
                  </a:lnTo>
                  <a:lnTo>
                    <a:pt x="1648" y="768"/>
                  </a:lnTo>
                  <a:lnTo>
                    <a:pt x="1635" y="768"/>
                  </a:lnTo>
                  <a:lnTo>
                    <a:pt x="1623" y="768"/>
                  </a:lnTo>
                  <a:lnTo>
                    <a:pt x="1623" y="778"/>
                  </a:lnTo>
                  <a:lnTo>
                    <a:pt x="1610" y="778"/>
                  </a:lnTo>
                  <a:lnTo>
                    <a:pt x="1610" y="788"/>
                  </a:lnTo>
                  <a:lnTo>
                    <a:pt x="1623" y="788"/>
                  </a:lnTo>
                  <a:lnTo>
                    <a:pt x="1610" y="788"/>
                  </a:lnTo>
                  <a:lnTo>
                    <a:pt x="1610" y="797"/>
                  </a:lnTo>
                  <a:lnTo>
                    <a:pt x="1596" y="797"/>
                  </a:lnTo>
                  <a:lnTo>
                    <a:pt x="1596" y="809"/>
                  </a:lnTo>
                  <a:lnTo>
                    <a:pt x="1585" y="809"/>
                  </a:lnTo>
                  <a:lnTo>
                    <a:pt x="1585" y="797"/>
                  </a:lnTo>
                  <a:lnTo>
                    <a:pt x="1585" y="809"/>
                  </a:lnTo>
                  <a:lnTo>
                    <a:pt x="1571" y="809"/>
                  </a:lnTo>
                  <a:lnTo>
                    <a:pt x="1571" y="797"/>
                  </a:lnTo>
                  <a:lnTo>
                    <a:pt x="1571" y="809"/>
                  </a:lnTo>
                  <a:lnTo>
                    <a:pt x="1560" y="809"/>
                  </a:lnTo>
                  <a:lnTo>
                    <a:pt x="1547" y="809"/>
                  </a:lnTo>
                  <a:lnTo>
                    <a:pt x="1534" y="809"/>
                  </a:lnTo>
                  <a:lnTo>
                    <a:pt x="1523" y="809"/>
                  </a:lnTo>
                  <a:lnTo>
                    <a:pt x="1523" y="818"/>
                  </a:lnTo>
                  <a:lnTo>
                    <a:pt x="1509" y="818"/>
                  </a:lnTo>
                  <a:lnTo>
                    <a:pt x="1509" y="809"/>
                  </a:lnTo>
                  <a:lnTo>
                    <a:pt x="1509" y="818"/>
                  </a:lnTo>
                  <a:lnTo>
                    <a:pt x="1509" y="809"/>
                  </a:lnTo>
                  <a:lnTo>
                    <a:pt x="1498" y="809"/>
                  </a:lnTo>
                  <a:lnTo>
                    <a:pt x="1498" y="818"/>
                  </a:lnTo>
                  <a:lnTo>
                    <a:pt x="1498" y="809"/>
                  </a:lnTo>
                  <a:lnTo>
                    <a:pt x="1498" y="818"/>
                  </a:lnTo>
                  <a:lnTo>
                    <a:pt x="1484" y="818"/>
                  </a:lnTo>
                  <a:lnTo>
                    <a:pt x="1471" y="818"/>
                  </a:lnTo>
                  <a:lnTo>
                    <a:pt x="1459" y="818"/>
                  </a:lnTo>
                  <a:lnTo>
                    <a:pt x="1471" y="818"/>
                  </a:lnTo>
                  <a:lnTo>
                    <a:pt x="1471" y="828"/>
                  </a:lnTo>
                  <a:lnTo>
                    <a:pt x="1471" y="818"/>
                  </a:lnTo>
                  <a:lnTo>
                    <a:pt x="1459" y="818"/>
                  </a:lnTo>
                  <a:lnTo>
                    <a:pt x="1459" y="828"/>
                  </a:lnTo>
                  <a:lnTo>
                    <a:pt x="1459" y="818"/>
                  </a:lnTo>
                  <a:lnTo>
                    <a:pt x="1459" y="828"/>
                  </a:lnTo>
                  <a:lnTo>
                    <a:pt x="1446" y="828"/>
                  </a:lnTo>
                  <a:lnTo>
                    <a:pt x="1433" y="828"/>
                  </a:lnTo>
                  <a:lnTo>
                    <a:pt x="1446" y="828"/>
                  </a:lnTo>
                  <a:lnTo>
                    <a:pt x="1446" y="818"/>
                  </a:lnTo>
                  <a:lnTo>
                    <a:pt x="1433" y="818"/>
                  </a:lnTo>
                  <a:lnTo>
                    <a:pt x="1433" y="828"/>
                  </a:lnTo>
                  <a:lnTo>
                    <a:pt x="1433" y="818"/>
                  </a:lnTo>
                  <a:lnTo>
                    <a:pt x="1433" y="828"/>
                  </a:lnTo>
                  <a:lnTo>
                    <a:pt x="1422" y="828"/>
                  </a:lnTo>
                  <a:lnTo>
                    <a:pt x="1408" y="828"/>
                  </a:lnTo>
                  <a:lnTo>
                    <a:pt x="1408" y="818"/>
                  </a:lnTo>
                  <a:lnTo>
                    <a:pt x="1408" y="828"/>
                  </a:lnTo>
                  <a:lnTo>
                    <a:pt x="1397" y="828"/>
                  </a:lnTo>
                  <a:lnTo>
                    <a:pt x="1397" y="818"/>
                  </a:lnTo>
                  <a:lnTo>
                    <a:pt x="1397" y="828"/>
                  </a:lnTo>
                  <a:lnTo>
                    <a:pt x="1383" y="828"/>
                  </a:lnTo>
                  <a:lnTo>
                    <a:pt x="1397" y="828"/>
                  </a:lnTo>
                  <a:lnTo>
                    <a:pt x="1383" y="828"/>
                  </a:lnTo>
                  <a:lnTo>
                    <a:pt x="1370" y="828"/>
                  </a:lnTo>
                  <a:lnTo>
                    <a:pt x="1383" y="828"/>
                  </a:lnTo>
                  <a:lnTo>
                    <a:pt x="1383" y="838"/>
                  </a:lnTo>
                  <a:lnTo>
                    <a:pt x="1370" y="838"/>
                  </a:lnTo>
                  <a:lnTo>
                    <a:pt x="1370" y="828"/>
                  </a:lnTo>
                  <a:lnTo>
                    <a:pt x="1370" y="838"/>
                  </a:lnTo>
                  <a:lnTo>
                    <a:pt x="1358" y="838"/>
                  </a:lnTo>
                  <a:lnTo>
                    <a:pt x="1358" y="849"/>
                  </a:lnTo>
                  <a:lnTo>
                    <a:pt x="1345" y="849"/>
                  </a:lnTo>
                  <a:lnTo>
                    <a:pt x="1358" y="849"/>
                  </a:lnTo>
                  <a:lnTo>
                    <a:pt x="1345" y="849"/>
                  </a:lnTo>
                  <a:lnTo>
                    <a:pt x="1345" y="858"/>
                  </a:lnTo>
                  <a:lnTo>
                    <a:pt x="1333" y="858"/>
                  </a:lnTo>
                  <a:lnTo>
                    <a:pt x="1333" y="868"/>
                  </a:lnTo>
                  <a:lnTo>
                    <a:pt x="1321" y="868"/>
                  </a:lnTo>
                  <a:lnTo>
                    <a:pt x="1307" y="868"/>
                  </a:lnTo>
                  <a:lnTo>
                    <a:pt x="1307" y="878"/>
                  </a:lnTo>
                  <a:lnTo>
                    <a:pt x="1307" y="868"/>
                  </a:lnTo>
                  <a:lnTo>
                    <a:pt x="1307" y="878"/>
                  </a:lnTo>
                  <a:lnTo>
                    <a:pt x="1307" y="868"/>
                  </a:lnTo>
                  <a:lnTo>
                    <a:pt x="1296" y="868"/>
                  </a:lnTo>
                  <a:lnTo>
                    <a:pt x="1296" y="878"/>
                  </a:lnTo>
                  <a:lnTo>
                    <a:pt x="1283" y="878"/>
                  </a:lnTo>
                  <a:lnTo>
                    <a:pt x="1271" y="878"/>
                  </a:lnTo>
                  <a:lnTo>
                    <a:pt x="1271" y="889"/>
                  </a:lnTo>
                  <a:lnTo>
                    <a:pt x="1271" y="878"/>
                  </a:lnTo>
                  <a:lnTo>
                    <a:pt x="1258" y="878"/>
                  </a:lnTo>
                  <a:lnTo>
                    <a:pt x="1271" y="878"/>
                  </a:lnTo>
                  <a:lnTo>
                    <a:pt x="1271" y="889"/>
                  </a:lnTo>
                  <a:lnTo>
                    <a:pt x="1258" y="889"/>
                  </a:lnTo>
                  <a:lnTo>
                    <a:pt x="1271" y="889"/>
                  </a:lnTo>
                  <a:lnTo>
                    <a:pt x="1258" y="889"/>
                  </a:lnTo>
                  <a:lnTo>
                    <a:pt x="1258" y="900"/>
                  </a:lnTo>
                  <a:lnTo>
                    <a:pt x="1244" y="900"/>
                  </a:lnTo>
                  <a:lnTo>
                    <a:pt x="1244" y="909"/>
                  </a:lnTo>
                  <a:lnTo>
                    <a:pt x="1233" y="909"/>
                  </a:lnTo>
                  <a:lnTo>
                    <a:pt x="1220" y="909"/>
                  </a:lnTo>
                  <a:lnTo>
                    <a:pt x="1220" y="920"/>
                  </a:lnTo>
                  <a:lnTo>
                    <a:pt x="1207" y="920"/>
                  </a:lnTo>
                  <a:lnTo>
                    <a:pt x="1207" y="929"/>
                  </a:lnTo>
                  <a:lnTo>
                    <a:pt x="1195" y="929"/>
                  </a:lnTo>
                  <a:lnTo>
                    <a:pt x="1207" y="929"/>
                  </a:lnTo>
                  <a:lnTo>
                    <a:pt x="1195" y="929"/>
                  </a:lnTo>
                  <a:lnTo>
                    <a:pt x="1182" y="929"/>
                  </a:lnTo>
                  <a:lnTo>
                    <a:pt x="1182" y="940"/>
                  </a:lnTo>
                  <a:lnTo>
                    <a:pt x="1170" y="929"/>
                  </a:lnTo>
                  <a:lnTo>
                    <a:pt x="1170" y="940"/>
                  </a:lnTo>
                  <a:lnTo>
                    <a:pt x="1157" y="940"/>
                  </a:lnTo>
                  <a:lnTo>
                    <a:pt x="1157" y="950"/>
                  </a:lnTo>
                  <a:lnTo>
                    <a:pt x="1157" y="940"/>
                  </a:lnTo>
                  <a:lnTo>
                    <a:pt x="1157" y="950"/>
                  </a:lnTo>
                  <a:lnTo>
                    <a:pt x="1157" y="940"/>
                  </a:lnTo>
                  <a:lnTo>
                    <a:pt x="1143" y="940"/>
                  </a:lnTo>
                  <a:lnTo>
                    <a:pt x="1143" y="950"/>
                  </a:lnTo>
                  <a:lnTo>
                    <a:pt x="1143" y="960"/>
                  </a:lnTo>
                  <a:lnTo>
                    <a:pt x="1143" y="969"/>
                  </a:lnTo>
                  <a:lnTo>
                    <a:pt x="1143" y="980"/>
                  </a:lnTo>
                  <a:lnTo>
                    <a:pt x="1143" y="990"/>
                  </a:lnTo>
                  <a:lnTo>
                    <a:pt x="1132" y="990"/>
                  </a:lnTo>
                  <a:lnTo>
                    <a:pt x="1132" y="1000"/>
                  </a:lnTo>
                  <a:lnTo>
                    <a:pt x="1132" y="1009"/>
                  </a:lnTo>
                  <a:lnTo>
                    <a:pt x="1132" y="1021"/>
                  </a:lnTo>
                  <a:lnTo>
                    <a:pt x="1132" y="1030"/>
                  </a:lnTo>
                  <a:lnTo>
                    <a:pt x="1119" y="1030"/>
                  </a:lnTo>
                  <a:lnTo>
                    <a:pt x="1119" y="1041"/>
                  </a:lnTo>
                  <a:lnTo>
                    <a:pt x="1132" y="1041"/>
                  </a:lnTo>
                  <a:lnTo>
                    <a:pt x="1119" y="1041"/>
                  </a:lnTo>
                  <a:lnTo>
                    <a:pt x="1132" y="1041"/>
                  </a:lnTo>
                  <a:lnTo>
                    <a:pt x="1119" y="1041"/>
                  </a:lnTo>
                  <a:lnTo>
                    <a:pt x="1119" y="1050"/>
                  </a:lnTo>
                  <a:lnTo>
                    <a:pt x="1108" y="1050"/>
                  </a:lnTo>
                  <a:lnTo>
                    <a:pt x="1119" y="1050"/>
                  </a:lnTo>
                  <a:lnTo>
                    <a:pt x="1108" y="1061"/>
                  </a:lnTo>
                  <a:lnTo>
                    <a:pt x="1108" y="1070"/>
                  </a:lnTo>
                  <a:lnTo>
                    <a:pt x="1108" y="1061"/>
                  </a:lnTo>
                  <a:lnTo>
                    <a:pt x="1108" y="1070"/>
                  </a:lnTo>
                  <a:lnTo>
                    <a:pt x="1094" y="1070"/>
                  </a:lnTo>
                  <a:lnTo>
                    <a:pt x="1094" y="1081"/>
                  </a:lnTo>
                  <a:lnTo>
                    <a:pt x="1081" y="1081"/>
                  </a:lnTo>
                  <a:lnTo>
                    <a:pt x="1094" y="1081"/>
                  </a:lnTo>
                  <a:lnTo>
                    <a:pt x="1081" y="1081"/>
                  </a:lnTo>
                  <a:lnTo>
                    <a:pt x="1081" y="1091"/>
                  </a:lnTo>
                  <a:lnTo>
                    <a:pt x="1069" y="1091"/>
                  </a:lnTo>
                  <a:lnTo>
                    <a:pt x="1081" y="1091"/>
                  </a:lnTo>
                  <a:lnTo>
                    <a:pt x="1069" y="1091"/>
                  </a:lnTo>
                  <a:lnTo>
                    <a:pt x="1069" y="1101"/>
                  </a:lnTo>
                  <a:lnTo>
                    <a:pt x="1081" y="1101"/>
                  </a:lnTo>
                  <a:lnTo>
                    <a:pt x="1069" y="1101"/>
                  </a:lnTo>
                  <a:lnTo>
                    <a:pt x="1081" y="1101"/>
                  </a:lnTo>
                  <a:lnTo>
                    <a:pt x="1069" y="1101"/>
                  </a:lnTo>
                  <a:lnTo>
                    <a:pt x="1081" y="1101"/>
                  </a:lnTo>
                  <a:lnTo>
                    <a:pt x="1069" y="1101"/>
                  </a:lnTo>
                  <a:lnTo>
                    <a:pt x="1069" y="1112"/>
                  </a:lnTo>
                  <a:lnTo>
                    <a:pt x="1056" y="1112"/>
                  </a:lnTo>
                  <a:lnTo>
                    <a:pt x="1069" y="1112"/>
                  </a:lnTo>
                  <a:lnTo>
                    <a:pt x="1069" y="1121"/>
                  </a:lnTo>
                  <a:lnTo>
                    <a:pt x="1056" y="1121"/>
                  </a:lnTo>
                  <a:lnTo>
                    <a:pt x="1069" y="1121"/>
                  </a:lnTo>
                  <a:lnTo>
                    <a:pt x="1056" y="1121"/>
                  </a:lnTo>
                  <a:lnTo>
                    <a:pt x="1069" y="1121"/>
                  </a:lnTo>
                  <a:lnTo>
                    <a:pt x="1056" y="1121"/>
                  </a:lnTo>
                  <a:lnTo>
                    <a:pt x="1056" y="1132"/>
                  </a:lnTo>
                  <a:lnTo>
                    <a:pt x="1069" y="1132"/>
                  </a:lnTo>
                  <a:lnTo>
                    <a:pt x="1069" y="1141"/>
                  </a:lnTo>
                  <a:lnTo>
                    <a:pt x="1069" y="1152"/>
                  </a:lnTo>
                  <a:lnTo>
                    <a:pt x="1081" y="1152"/>
                  </a:lnTo>
                  <a:lnTo>
                    <a:pt x="1081" y="1162"/>
                  </a:lnTo>
                  <a:lnTo>
                    <a:pt x="1081" y="1173"/>
                  </a:lnTo>
                  <a:lnTo>
                    <a:pt x="1094" y="1173"/>
                  </a:lnTo>
                  <a:lnTo>
                    <a:pt x="1094" y="1182"/>
                  </a:lnTo>
                  <a:lnTo>
                    <a:pt x="1094" y="1192"/>
                  </a:lnTo>
                  <a:lnTo>
                    <a:pt x="1081" y="1192"/>
                  </a:lnTo>
                  <a:lnTo>
                    <a:pt x="1081" y="1202"/>
                  </a:lnTo>
                  <a:lnTo>
                    <a:pt x="1069" y="1202"/>
                  </a:lnTo>
                  <a:lnTo>
                    <a:pt x="1081" y="1202"/>
                  </a:lnTo>
                  <a:lnTo>
                    <a:pt x="1069" y="1202"/>
                  </a:lnTo>
                  <a:lnTo>
                    <a:pt x="1069" y="1213"/>
                  </a:lnTo>
                  <a:lnTo>
                    <a:pt x="1069" y="1202"/>
                  </a:lnTo>
                  <a:lnTo>
                    <a:pt x="1069" y="1213"/>
                  </a:lnTo>
                  <a:lnTo>
                    <a:pt x="1056" y="1213"/>
                  </a:lnTo>
                  <a:lnTo>
                    <a:pt x="1044" y="1213"/>
                  </a:lnTo>
                  <a:lnTo>
                    <a:pt x="1031" y="1213"/>
                  </a:lnTo>
                  <a:lnTo>
                    <a:pt x="1031" y="1222"/>
                  </a:lnTo>
                  <a:lnTo>
                    <a:pt x="1031" y="1213"/>
                  </a:lnTo>
                  <a:lnTo>
                    <a:pt x="1031" y="1222"/>
                  </a:lnTo>
                  <a:lnTo>
                    <a:pt x="1019" y="1222"/>
                  </a:lnTo>
                  <a:lnTo>
                    <a:pt x="1007" y="1222"/>
                  </a:lnTo>
                  <a:lnTo>
                    <a:pt x="1007" y="1233"/>
                  </a:lnTo>
                  <a:lnTo>
                    <a:pt x="1007" y="1222"/>
                  </a:lnTo>
                  <a:lnTo>
                    <a:pt x="1007" y="1233"/>
                  </a:lnTo>
                  <a:lnTo>
                    <a:pt x="994" y="1233"/>
                  </a:lnTo>
                  <a:lnTo>
                    <a:pt x="982" y="1233"/>
                  </a:lnTo>
                  <a:lnTo>
                    <a:pt x="982" y="1242"/>
                  </a:lnTo>
                  <a:lnTo>
                    <a:pt x="969" y="1242"/>
                  </a:lnTo>
                  <a:lnTo>
                    <a:pt x="969" y="1253"/>
                  </a:lnTo>
                  <a:lnTo>
                    <a:pt x="955" y="1253"/>
                  </a:lnTo>
                  <a:lnTo>
                    <a:pt x="955" y="1262"/>
                  </a:lnTo>
                  <a:lnTo>
                    <a:pt x="944" y="1262"/>
                  </a:lnTo>
                  <a:lnTo>
                    <a:pt x="944" y="1273"/>
                  </a:lnTo>
                  <a:lnTo>
                    <a:pt x="955" y="1273"/>
                  </a:lnTo>
                  <a:lnTo>
                    <a:pt x="944" y="1273"/>
                  </a:lnTo>
                  <a:lnTo>
                    <a:pt x="944" y="1282"/>
                  </a:lnTo>
                  <a:lnTo>
                    <a:pt x="944" y="1293"/>
                  </a:lnTo>
                  <a:lnTo>
                    <a:pt x="944" y="1303"/>
                  </a:lnTo>
                  <a:lnTo>
                    <a:pt x="930" y="1303"/>
                  </a:lnTo>
                  <a:lnTo>
                    <a:pt x="918" y="1303"/>
                  </a:lnTo>
                  <a:lnTo>
                    <a:pt x="918" y="1314"/>
                  </a:lnTo>
                  <a:lnTo>
                    <a:pt x="906" y="1314"/>
                  </a:lnTo>
                  <a:lnTo>
                    <a:pt x="906" y="1323"/>
                  </a:lnTo>
                  <a:lnTo>
                    <a:pt x="918" y="1323"/>
                  </a:lnTo>
                  <a:lnTo>
                    <a:pt x="918" y="1333"/>
                  </a:lnTo>
                  <a:lnTo>
                    <a:pt x="930" y="1333"/>
                  </a:lnTo>
                  <a:lnTo>
                    <a:pt x="930" y="1345"/>
                  </a:lnTo>
                  <a:lnTo>
                    <a:pt x="944" y="1345"/>
                  </a:lnTo>
                  <a:lnTo>
                    <a:pt x="944" y="1354"/>
                  </a:lnTo>
                  <a:lnTo>
                    <a:pt x="930" y="1354"/>
                  </a:lnTo>
                  <a:lnTo>
                    <a:pt x="918" y="1354"/>
                  </a:lnTo>
                  <a:lnTo>
                    <a:pt x="906" y="1354"/>
                  </a:lnTo>
                  <a:lnTo>
                    <a:pt x="893" y="1354"/>
                  </a:lnTo>
                  <a:lnTo>
                    <a:pt x="893" y="1364"/>
                  </a:lnTo>
                  <a:lnTo>
                    <a:pt x="906" y="1364"/>
                  </a:lnTo>
                  <a:lnTo>
                    <a:pt x="906" y="1374"/>
                  </a:lnTo>
                  <a:lnTo>
                    <a:pt x="906" y="1385"/>
                  </a:lnTo>
                  <a:lnTo>
                    <a:pt x="893" y="1385"/>
                  </a:lnTo>
                  <a:lnTo>
                    <a:pt x="881" y="1385"/>
                  </a:lnTo>
                  <a:lnTo>
                    <a:pt x="868" y="1385"/>
                  </a:lnTo>
                  <a:lnTo>
                    <a:pt x="868" y="1374"/>
                  </a:lnTo>
                  <a:lnTo>
                    <a:pt x="854" y="1374"/>
                  </a:lnTo>
                  <a:lnTo>
                    <a:pt x="843" y="1374"/>
                  </a:lnTo>
                  <a:lnTo>
                    <a:pt x="829" y="1374"/>
                  </a:lnTo>
                  <a:lnTo>
                    <a:pt x="829" y="1364"/>
                  </a:lnTo>
                  <a:lnTo>
                    <a:pt x="818" y="1364"/>
                  </a:lnTo>
                  <a:lnTo>
                    <a:pt x="818" y="1354"/>
                  </a:lnTo>
                  <a:lnTo>
                    <a:pt x="805" y="1354"/>
                  </a:lnTo>
                  <a:lnTo>
                    <a:pt x="792" y="1354"/>
                  </a:lnTo>
                  <a:lnTo>
                    <a:pt x="792" y="1345"/>
                  </a:lnTo>
                  <a:lnTo>
                    <a:pt x="780" y="1345"/>
                  </a:lnTo>
                  <a:lnTo>
                    <a:pt x="767" y="1345"/>
                  </a:lnTo>
                  <a:lnTo>
                    <a:pt x="767" y="1354"/>
                  </a:lnTo>
                  <a:lnTo>
                    <a:pt x="756" y="1354"/>
                  </a:lnTo>
                  <a:lnTo>
                    <a:pt x="756" y="1364"/>
                  </a:lnTo>
                  <a:lnTo>
                    <a:pt x="742" y="1364"/>
                  </a:lnTo>
                  <a:lnTo>
                    <a:pt x="742" y="1374"/>
                  </a:lnTo>
                  <a:lnTo>
                    <a:pt x="742" y="1385"/>
                  </a:lnTo>
                  <a:lnTo>
                    <a:pt x="742" y="1394"/>
                  </a:lnTo>
                  <a:lnTo>
                    <a:pt x="742" y="1404"/>
                  </a:lnTo>
                  <a:lnTo>
                    <a:pt x="756" y="1404"/>
                  </a:lnTo>
                  <a:lnTo>
                    <a:pt x="756" y="1414"/>
                  </a:lnTo>
                  <a:lnTo>
                    <a:pt x="756" y="1425"/>
                  </a:lnTo>
                  <a:lnTo>
                    <a:pt x="767" y="1425"/>
                  </a:lnTo>
                  <a:lnTo>
                    <a:pt x="767" y="1434"/>
                  </a:lnTo>
                  <a:lnTo>
                    <a:pt x="756" y="1434"/>
                  </a:lnTo>
                  <a:lnTo>
                    <a:pt x="756" y="1445"/>
                  </a:lnTo>
                  <a:lnTo>
                    <a:pt x="742" y="1445"/>
                  </a:lnTo>
                  <a:lnTo>
                    <a:pt x="742" y="1454"/>
                  </a:lnTo>
                  <a:lnTo>
                    <a:pt x="742" y="1465"/>
                  </a:lnTo>
                  <a:lnTo>
                    <a:pt x="729" y="1465"/>
                  </a:lnTo>
                  <a:lnTo>
                    <a:pt x="729" y="1474"/>
                  </a:lnTo>
                  <a:lnTo>
                    <a:pt x="717" y="1474"/>
                  </a:lnTo>
                  <a:lnTo>
                    <a:pt x="704" y="1474"/>
                  </a:lnTo>
                  <a:lnTo>
                    <a:pt x="691" y="1474"/>
                  </a:lnTo>
                  <a:lnTo>
                    <a:pt x="691" y="1486"/>
                  </a:lnTo>
                  <a:lnTo>
                    <a:pt x="680" y="1486"/>
                  </a:lnTo>
                  <a:lnTo>
                    <a:pt x="680" y="1474"/>
                  </a:lnTo>
                  <a:lnTo>
                    <a:pt x="666" y="1474"/>
                  </a:lnTo>
                  <a:lnTo>
                    <a:pt x="655" y="1474"/>
                  </a:lnTo>
                  <a:lnTo>
                    <a:pt x="641" y="1474"/>
                  </a:lnTo>
                  <a:lnTo>
                    <a:pt x="628" y="1474"/>
                  </a:lnTo>
                  <a:lnTo>
                    <a:pt x="616" y="1474"/>
                  </a:lnTo>
                  <a:lnTo>
                    <a:pt x="616" y="1486"/>
                  </a:lnTo>
                  <a:lnTo>
                    <a:pt x="603" y="1486"/>
                  </a:lnTo>
                  <a:lnTo>
                    <a:pt x="603" y="1495"/>
                  </a:lnTo>
                  <a:lnTo>
                    <a:pt x="603" y="1505"/>
                  </a:lnTo>
                  <a:lnTo>
                    <a:pt x="591" y="1505"/>
                  </a:lnTo>
                  <a:lnTo>
                    <a:pt x="591" y="1495"/>
                  </a:lnTo>
                  <a:lnTo>
                    <a:pt x="579" y="1495"/>
                  </a:lnTo>
                  <a:lnTo>
                    <a:pt x="579" y="1505"/>
                  </a:lnTo>
                  <a:lnTo>
                    <a:pt x="565" y="1505"/>
                  </a:lnTo>
                  <a:lnTo>
                    <a:pt x="554" y="1505"/>
                  </a:lnTo>
                  <a:lnTo>
                    <a:pt x="554" y="1515"/>
                  </a:lnTo>
                  <a:lnTo>
                    <a:pt x="540" y="1515"/>
                  </a:lnTo>
                  <a:lnTo>
                    <a:pt x="540" y="1526"/>
                  </a:lnTo>
                  <a:lnTo>
                    <a:pt x="540" y="1535"/>
                  </a:lnTo>
                  <a:lnTo>
                    <a:pt x="540" y="1545"/>
                  </a:lnTo>
                  <a:lnTo>
                    <a:pt x="554" y="1545"/>
                  </a:lnTo>
                  <a:lnTo>
                    <a:pt x="554" y="1557"/>
                  </a:lnTo>
                  <a:lnTo>
                    <a:pt x="540" y="1557"/>
                  </a:lnTo>
                  <a:lnTo>
                    <a:pt x="529" y="1557"/>
                  </a:lnTo>
                  <a:lnTo>
                    <a:pt x="529" y="1545"/>
                  </a:lnTo>
                  <a:lnTo>
                    <a:pt x="516" y="1545"/>
                  </a:lnTo>
                  <a:lnTo>
                    <a:pt x="516" y="1557"/>
                  </a:lnTo>
                  <a:lnTo>
                    <a:pt x="502" y="1557"/>
                  </a:lnTo>
                  <a:lnTo>
                    <a:pt x="491" y="1557"/>
                  </a:lnTo>
                  <a:lnTo>
                    <a:pt x="491" y="1566"/>
                  </a:lnTo>
                  <a:lnTo>
                    <a:pt x="478" y="1566"/>
                  </a:lnTo>
                  <a:lnTo>
                    <a:pt x="478" y="1576"/>
                  </a:lnTo>
                  <a:lnTo>
                    <a:pt x="478" y="1586"/>
                  </a:lnTo>
                  <a:lnTo>
                    <a:pt x="466" y="1586"/>
                  </a:lnTo>
                  <a:lnTo>
                    <a:pt x="466" y="1597"/>
                  </a:lnTo>
                  <a:lnTo>
                    <a:pt x="453" y="1597"/>
                  </a:lnTo>
                  <a:lnTo>
                    <a:pt x="453" y="1606"/>
                  </a:lnTo>
                  <a:lnTo>
                    <a:pt x="440" y="1606"/>
                  </a:lnTo>
                  <a:lnTo>
                    <a:pt x="428" y="1606"/>
                  </a:lnTo>
                  <a:lnTo>
                    <a:pt x="428" y="1597"/>
                  </a:lnTo>
                  <a:lnTo>
                    <a:pt x="428" y="1586"/>
                  </a:lnTo>
                  <a:lnTo>
                    <a:pt x="428" y="1576"/>
                  </a:lnTo>
                  <a:lnTo>
                    <a:pt x="428" y="1566"/>
                  </a:lnTo>
                  <a:lnTo>
                    <a:pt x="440" y="1566"/>
                  </a:lnTo>
                  <a:lnTo>
                    <a:pt x="428" y="1566"/>
                  </a:lnTo>
                  <a:lnTo>
                    <a:pt x="428" y="1557"/>
                  </a:lnTo>
                  <a:lnTo>
                    <a:pt x="440" y="1557"/>
                  </a:lnTo>
                  <a:lnTo>
                    <a:pt x="440" y="1545"/>
                  </a:lnTo>
                  <a:lnTo>
                    <a:pt x="428" y="1545"/>
                  </a:lnTo>
                  <a:lnTo>
                    <a:pt x="428" y="1535"/>
                  </a:lnTo>
                  <a:lnTo>
                    <a:pt x="428" y="1526"/>
                  </a:lnTo>
                  <a:lnTo>
                    <a:pt x="440" y="1526"/>
                  </a:lnTo>
                  <a:lnTo>
                    <a:pt x="440" y="1515"/>
                  </a:lnTo>
                  <a:lnTo>
                    <a:pt x="440" y="1505"/>
                  </a:lnTo>
                  <a:lnTo>
                    <a:pt x="440" y="1495"/>
                  </a:lnTo>
                  <a:lnTo>
                    <a:pt x="440" y="1486"/>
                  </a:lnTo>
                  <a:lnTo>
                    <a:pt x="453" y="1486"/>
                  </a:lnTo>
                  <a:lnTo>
                    <a:pt x="466" y="1486"/>
                  </a:lnTo>
                  <a:lnTo>
                    <a:pt x="466" y="1474"/>
                  </a:lnTo>
                  <a:lnTo>
                    <a:pt x="466" y="1465"/>
                  </a:lnTo>
                  <a:lnTo>
                    <a:pt x="453" y="1465"/>
                  </a:lnTo>
                  <a:lnTo>
                    <a:pt x="440" y="1465"/>
                  </a:lnTo>
                  <a:lnTo>
                    <a:pt x="428" y="1465"/>
                  </a:lnTo>
                  <a:lnTo>
                    <a:pt x="428" y="1454"/>
                  </a:lnTo>
                  <a:lnTo>
                    <a:pt x="428" y="1445"/>
                  </a:lnTo>
                  <a:lnTo>
                    <a:pt x="415" y="1445"/>
                  </a:lnTo>
                  <a:lnTo>
                    <a:pt x="415" y="1434"/>
                  </a:lnTo>
                  <a:lnTo>
                    <a:pt x="401" y="1434"/>
                  </a:lnTo>
                  <a:lnTo>
                    <a:pt x="401" y="1425"/>
                  </a:lnTo>
                  <a:lnTo>
                    <a:pt x="401" y="1414"/>
                  </a:lnTo>
                  <a:lnTo>
                    <a:pt x="401" y="1404"/>
                  </a:lnTo>
                  <a:lnTo>
                    <a:pt x="401" y="1394"/>
                  </a:lnTo>
                  <a:lnTo>
                    <a:pt x="390" y="1394"/>
                  </a:lnTo>
                  <a:lnTo>
                    <a:pt x="390" y="1385"/>
                  </a:lnTo>
                  <a:lnTo>
                    <a:pt x="377" y="1374"/>
                  </a:lnTo>
                  <a:lnTo>
                    <a:pt x="377" y="1364"/>
                  </a:lnTo>
                  <a:lnTo>
                    <a:pt x="377" y="1354"/>
                  </a:lnTo>
                  <a:lnTo>
                    <a:pt x="377" y="1345"/>
                  </a:lnTo>
                  <a:lnTo>
                    <a:pt x="390" y="1345"/>
                  </a:lnTo>
                  <a:lnTo>
                    <a:pt x="390" y="1333"/>
                  </a:lnTo>
                  <a:lnTo>
                    <a:pt x="390" y="1323"/>
                  </a:lnTo>
                  <a:lnTo>
                    <a:pt x="401" y="1323"/>
                  </a:lnTo>
                  <a:lnTo>
                    <a:pt x="415" y="1323"/>
                  </a:lnTo>
                  <a:lnTo>
                    <a:pt x="415" y="1314"/>
                  </a:lnTo>
                  <a:lnTo>
                    <a:pt x="428" y="1314"/>
                  </a:lnTo>
                  <a:lnTo>
                    <a:pt x="415" y="1314"/>
                  </a:lnTo>
                  <a:lnTo>
                    <a:pt x="415" y="1303"/>
                  </a:lnTo>
                  <a:lnTo>
                    <a:pt x="415" y="1293"/>
                  </a:lnTo>
                  <a:lnTo>
                    <a:pt x="428" y="1293"/>
                  </a:lnTo>
                  <a:lnTo>
                    <a:pt x="415" y="1293"/>
                  </a:lnTo>
                  <a:lnTo>
                    <a:pt x="428" y="1293"/>
                  </a:lnTo>
                  <a:lnTo>
                    <a:pt x="428" y="1282"/>
                  </a:lnTo>
                  <a:lnTo>
                    <a:pt x="415" y="1282"/>
                  </a:lnTo>
                  <a:lnTo>
                    <a:pt x="428" y="1282"/>
                  </a:lnTo>
                  <a:lnTo>
                    <a:pt x="415" y="1282"/>
                  </a:lnTo>
                  <a:lnTo>
                    <a:pt x="415" y="1273"/>
                  </a:lnTo>
                  <a:lnTo>
                    <a:pt x="415" y="1262"/>
                  </a:lnTo>
                  <a:lnTo>
                    <a:pt x="415" y="1253"/>
                  </a:lnTo>
                  <a:lnTo>
                    <a:pt x="401" y="1253"/>
                  </a:lnTo>
                  <a:lnTo>
                    <a:pt x="415" y="1253"/>
                  </a:lnTo>
                  <a:lnTo>
                    <a:pt x="428" y="1253"/>
                  </a:lnTo>
                  <a:lnTo>
                    <a:pt x="428" y="1242"/>
                  </a:lnTo>
                  <a:lnTo>
                    <a:pt x="428" y="1233"/>
                  </a:lnTo>
                  <a:lnTo>
                    <a:pt x="440" y="1233"/>
                  </a:lnTo>
                  <a:lnTo>
                    <a:pt x="440" y="1242"/>
                  </a:lnTo>
                  <a:lnTo>
                    <a:pt x="453" y="1242"/>
                  </a:lnTo>
                  <a:lnTo>
                    <a:pt x="453" y="1233"/>
                  </a:lnTo>
                  <a:lnTo>
                    <a:pt x="453" y="1242"/>
                  </a:lnTo>
                  <a:lnTo>
                    <a:pt x="466" y="1233"/>
                  </a:lnTo>
                  <a:lnTo>
                    <a:pt x="453" y="1233"/>
                  </a:lnTo>
                  <a:lnTo>
                    <a:pt x="466" y="1233"/>
                  </a:lnTo>
                  <a:lnTo>
                    <a:pt x="466" y="1222"/>
                  </a:lnTo>
                  <a:lnTo>
                    <a:pt x="478" y="1222"/>
                  </a:lnTo>
                  <a:lnTo>
                    <a:pt x="478" y="1233"/>
                  </a:lnTo>
                  <a:lnTo>
                    <a:pt x="478" y="1242"/>
                  </a:lnTo>
                  <a:lnTo>
                    <a:pt x="491" y="1242"/>
                  </a:lnTo>
                  <a:lnTo>
                    <a:pt x="502" y="1242"/>
                  </a:lnTo>
                  <a:lnTo>
                    <a:pt x="502" y="1253"/>
                  </a:lnTo>
                  <a:lnTo>
                    <a:pt x="502" y="1262"/>
                  </a:lnTo>
                  <a:lnTo>
                    <a:pt x="516" y="1262"/>
                  </a:lnTo>
                  <a:lnTo>
                    <a:pt x="516" y="1253"/>
                  </a:lnTo>
                  <a:lnTo>
                    <a:pt x="529" y="1253"/>
                  </a:lnTo>
                  <a:lnTo>
                    <a:pt x="540" y="1253"/>
                  </a:lnTo>
                  <a:lnTo>
                    <a:pt x="540" y="1242"/>
                  </a:lnTo>
                  <a:lnTo>
                    <a:pt x="529" y="1242"/>
                  </a:lnTo>
                  <a:lnTo>
                    <a:pt x="529" y="1233"/>
                  </a:lnTo>
                  <a:lnTo>
                    <a:pt x="529" y="1222"/>
                  </a:lnTo>
                  <a:lnTo>
                    <a:pt x="529" y="1213"/>
                  </a:lnTo>
                  <a:lnTo>
                    <a:pt x="529" y="1202"/>
                  </a:lnTo>
                  <a:lnTo>
                    <a:pt x="540" y="1202"/>
                  </a:lnTo>
                  <a:lnTo>
                    <a:pt x="540" y="1192"/>
                  </a:lnTo>
                  <a:lnTo>
                    <a:pt x="529" y="1192"/>
                  </a:lnTo>
                  <a:lnTo>
                    <a:pt x="529" y="1182"/>
                  </a:lnTo>
                  <a:lnTo>
                    <a:pt x="529" y="1173"/>
                  </a:lnTo>
                  <a:lnTo>
                    <a:pt x="529" y="1162"/>
                  </a:lnTo>
                  <a:lnTo>
                    <a:pt x="540" y="1162"/>
                  </a:lnTo>
                  <a:lnTo>
                    <a:pt x="540" y="1152"/>
                  </a:lnTo>
                  <a:lnTo>
                    <a:pt x="540" y="1141"/>
                  </a:lnTo>
                  <a:lnTo>
                    <a:pt x="529" y="1141"/>
                  </a:lnTo>
                  <a:lnTo>
                    <a:pt x="516" y="1141"/>
                  </a:lnTo>
                  <a:lnTo>
                    <a:pt x="516" y="1132"/>
                  </a:lnTo>
                  <a:lnTo>
                    <a:pt x="502" y="1132"/>
                  </a:lnTo>
                  <a:lnTo>
                    <a:pt x="491" y="1132"/>
                  </a:lnTo>
                  <a:lnTo>
                    <a:pt x="478" y="1132"/>
                  </a:lnTo>
                  <a:lnTo>
                    <a:pt x="478" y="1121"/>
                  </a:lnTo>
                  <a:lnTo>
                    <a:pt x="478" y="1132"/>
                  </a:lnTo>
                  <a:lnTo>
                    <a:pt x="478" y="1121"/>
                  </a:lnTo>
                  <a:lnTo>
                    <a:pt x="466" y="1121"/>
                  </a:lnTo>
                  <a:lnTo>
                    <a:pt x="466" y="1132"/>
                  </a:lnTo>
                  <a:lnTo>
                    <a:pt x="453" y="1132"/>
                  </a:lnTo>
                  <a:lnTo>
                    <a:pt x="440" y="1132"/>
                  </a:lnTo>
                  <a:lnTo>
                    <a:pt x="440" y="1121"/>
                  </a:lnTo>
                  <a:lnTo>
                    <a:pt x="428" y="1121"/>
                  </a:lnTo>
                  <a:lnTo>
                    <a:pt x="415" y="1121"/>
                  </a:lnTo>
                  <a:lnTo>
                    <a:pt x="401" y="1121"/>
                  </a:lnTo>
                  <a:lnTo>
                    <a:pt x="401" y="1132"/>
                  </a:lnTo>
                  <a:lnTo>
                    <a:pt x="390" y="1132"/>
                  </a:lnTo>
                  <a:lnTo>
                    <a:pt x="377" y="1132"/>
                  </a:lnTo>
                  <a:lnTo>
                    <a:pt x="365" y="1132"/>
                  </a:lnTo>
                  <a:lnTo>
                    <a:pt x="352" y="1121"/>
                  </a:lnTo>
                  <a:lnTo>
                    <a:pt x="352" y="1112"/>
                  </a:lnTo>
                  <a:lnTo>
                    <a:pt x="339" y="1112"/>
                  </a:lnTo>
                  <a:lnTo>
                    <a:pt x="339" y="1101"/>
                  </a:lnTo>
                  <a:lnTo>
                    <a:pt x="339" y="1091"/>
                  </a:lnTo>
                  <a:lnTo>
                    <a:pt x="327" y="1091"/>
                  </a:lnTo>
                  <a:lnTo>
                    <a:pt x="327" y="1101"/>
                  </a:lnTo>
                  <a:lnTo>
                    <a:pt x="314" y="1101"/>
                  </a:lnTo>
                  <a:lnTo>
                    <a:pt x="302" y="1101"/>
                  </a:lnTo>
                  <a:lnTo>
                    <a:pt x="302" y="1112"/>
                  </a:lnTo>
                  <a:lnTo>
                    <a:pt x="289" y="1112"/>
                  </a:lnTo>
                  <a:lnTo>
                    <a:pt x="289" y="1101"/>
                  </a:lnTo>
                  <a:lnTo>
                    <a:pt x="276" y="1101"/>
                  </a:lnTo>
                  <a:lnTo>
                    <a:pt x="276" y="1112"/>
                  </a:lnTo>
                  <a:lnTo>
                    <a:pt x="276" y="1101"/>
                  </a:lnTo>
                  <a:lnTo>
                    <a:pt x="264" y="1101"/>
                  </a:lnTo>
                  <a:lnTo>
                    <a:pt x="264" y="1112"/>
                  </a:lnTo>
                  <a:lnTo>
                    <a:pt x="264" y="1101"/>
                  </a:lnTo>
                  <a:lnTo>
                    <a:pt x="252" y="1101"/>
                  </a:lnTo>
                  <a:lnTo>
                    <a:pt x="252" y="1091"/>
                  </a:lnTo>
                  <a:lnTo>
                    <a:pt x="240" y="1091"/>
                  </a:lnTo>
                  <a:lnTo>
                    <a:pt x="240" y="1081"/>
                  </a:lnTo>
                  <a:lnTo>
                    <a:pt x="240" y="1070"/>
                  </a:lnTo>
                  <a:lnTo>
                    <a:pt x="240" y="1061"/>
                  </a:lnTo>
                  <a:lnTo>
                    <a:pt x="227" y="1061"/>
                  </a:lnTo>
                  <a:lnTo>
                    <a:pt x="213" y="1061"/>
                  </a:lnTo>
                  <a:lnTo>
                    <a:pt x="213" y="1050"/>
                  </a:lnTo>
                  <a:lnTo>
                    <a:pt x="202" y="1050"/>
                  </a:lnTo>
                  <a:lnTo>
                    <a:pt x="188" y="1050"/>
                  </a:lnTo>
                  <a:lnTo>
                    <a:pt x="188" y="1041"/>
                  </a:lnTo>
                  <a:lnTo>
                    <a:pt x="175" y="1041"/>
                  </a:lnTo>
                  <a:lnTo>
                    <a:pt x="163" y="1041"/>
                  </a:lnTo>
                  <a:lnTo>
                    <a:pt x="163" y="1030"/>
                  </a:lnTo>
                  <a:lnTo>
                    <a:pt x="151" y="1030"/>
                  </a:lnTo>
                  <a:lnTo>
                    <a:pt x="139" y="1030"/>
                  </a:lnTo>
                  <a:lnTo>
                    <a:pt x="139" y="1021"/>
                  </a:lnTo>
                  <a:lnTo>
                    <a:pt x="126" y="1021"/>
                  </a:lnTo>
                  <a:lnTo>
                    <a:pt x="126" y="1030"/>
                  </a:lnTo>
                  <a:lnTo>
                    <a:pt x="112" y="1030"/>
                  </a:lnTo>
                  <a:lnTo>
                    <a:pt x="101" y="1030"/>
                  </a:lnTo>
                  <a:lnTo>
                    <a:pt x="101" y="1021"/>
                  </a:lnTo>
                  <a:lnTo>
                    <a:pt x="101" y="1030"/>
                  </a:lnTo>
                  <a:lnTo>
                    <a:pt x="87" y="1030"/>
                  </a:lnTo>
                  <a:lnTo>
                    <a:pt x="87" y="1021"/>
                  </a:lnTo>
                  <a:lnTo>
                    <a:pt x="76" y="1021"/>
                  </a:lnTo>
                  <a:lnTo>
                    <a:pt x="76" y="1009"/>
                  </a:lnTo>
                  <a:lnTo>
                    <a:pt x="76" y="1000"/>
                  </a:lnTo>
                  <a:lnTo>
                    <a:pt x="62" y="1000"/>
                  </a:lnTo>
                  <a:lnTo>
                    <a:pt x="62" y="990"/>
                  </a:lnTo>
                  <a:lnTo>
                    <a:pt x="50" y="990"/>
                  </a:lnTo>
                  <a:lnTo>
                    <a:pt x="38" y="990"/>
                  </a:lnTo>
                  <a:lnTo>
                    <a:pt x="25" y="990"/>
                  </a:lnTo>
                  <a:lnTo>
                    <a:pt x="25" y="1000"/>
                  </a:lnTo>
                  <a:lnTo>
                    <a:pt x="25" y="990"/>
                  </a:lnTo>
                  <a:lnTo>
                    <a:pt x="38" y="980"/>
                  </a:lnTo>
                  <a:lnTo>
                    <a:pt x="38" y="969"/>
                  </a:lnTo>
                  <a:lnTo>
                    <a:pt x="25" y="960"/>
                  </a:lnTo>
                  <a:lnTo>
                    <a:pt x="25" y="950"/>
                  </a:lnTo>
                  <a:lnTo>
                    <a:pt x="25" y="940"/>
                  </a:lnTo>
                  <a:lnTo>
                    <a:pt x="25" y="929"/>
                  </a:lnTo>
                  <a:lnTo>
                    <a:pt x="25" y="920"/>
                  </a:lnTo>
                  <a:lnTo>
                    <a:pt x="25" y="909"/>
                  </a:lnTo>
                  <a:lnTo>
                    <a:pt x="13" y="909"/>
                  </a:lnTo>
                  <a:lnTo>
                    <a:pt x="13" y="900"/>
                  </a:lnTo>
                  <a:lnTo>
                    <a:pt x="0" y="900"/>
                  </a:lnTo>
                  <a:lnTo>
                    <a:pt x="0" y="889"/>
                  </a:lnTo>
                  <a:lnTo>
                    <a:pt x="0" y="878"/>
                  </a:lnTo>
                  <a:lnTo>
                    <a:pt x="13" y="878"/>
                  </a:lnTo>
                  <a:lnTo>
                    <a:pt x="13" y="868"/>
                  </a:lnTo>
                  <a:lnTo>
                    <a:pt x="13" y="858"/>
                  </a:lnTo>
                  <a:lnTo>
                    <a:pt x="25" y="858"/>
                  </a:lnTo>
                  <a:lnTo>
                    <a:pt x="38" y="858"/>
                  </a:lnTo>
                  <a:lnTo>
                    <a:pt x="38" y="849"/>
                  </a:lnTo>
                  <a:lnTo>
                    <a:pt x="38" y="838"/>
                  </a:lnTo>
                  <a:lnTo>
                    <a:pt x="38" y="828"/>
                  </a:lnTo>
                  <a:lnTo>
                    <a:pt x="50" y="828"/>
                  </a:lnTo>
                  <a:lnTo>
                    <a:pt x="50" y="818"/>
                  </a:lnTo>
                  <a:lnTo>
                    <a:pt x="62" y="818"/>
                  </a:lnTo>
                  <a:lnTo>
                    <a:pt x="62" y="809"/>
                  </a:lnTo>
                  <a:lnTo>
                    <a:pt x="62" y="797"/>
                  </a:lnTo>
                  <a:lnTo>
                    <a:pt x="62" y="788"/>
                  </a:lnTo>
                  <a:lnTo>
                    <a:pt x="50" y="788"/>
                  </a:lnTo>
                  <a:lnTo>
                    <a:pt x="50" y="778"/>
                  </a:lnTo>
                  <a:lnTo>
                    <a:pt x="50" y="768"/>
                  </a:lnTo>
                  <a:lnTo>
                    <a:pt x="62" y="768"/>
                  </a:lnTo>
                  <a:lnTo>
                    <a:pt x="62" y="757"/>
                  </a:lnTo>
                  <a:lnTo>
                    <a:pt x="62" y="748"/>
                  </a:lnTo>
                  <a:lnTo>
                    <a:pt x="62" y="738"/>
                  </a:lnTo>
                  <a:lnTo>
                    <a:pt x="62" y="728"/>
                  </a:lnTo>
                  <a:lnTo>
                    <a:pt x="62" y="717"/>
                  </a:lnTo>
                  <a:lnTo>
                    <a:pt x="62" y="708"/>
                  </a:lnTo>
                  <a:lnTo>
                    <a:pt x="50" y="708"/>
                  </a:lnTo>
                  <a:lnTo>
                    <a:pt x="50" y="697"/>
                  </a:lnTo>
                  <a:lnTo>
                    <a:pt x="38" y="697"/>
                  </a:lnTo>
                  <a:lnTo>
                    <a:pt x="38" y="687"/>
                  </a:lnTo>
                  <a:lnTo>
                    <a:pt x="50" y="687"/>
                  </a:lnTo>
                  <a:lnTo>
                    <a:pt x="50" y="677"/>
                  </a:lnTo>
                  <a:lnTo>
                    <a:pt x="50" y="666"/>
                  </a:lnTo>
                  <a:lnTo>
                    <a:pt x="38" y="666"/>
                  </a:lnTo>
                  <a:lnTo>
                    <a:pt x="38" y="656"/>
                  </a:lnTo>
                  <a:lnTo>
                    <a:pt x="38" y="646"/>
                  </a:lnTo>
                  <a:lnTo>
                    <a:pt x="25" y="646"/>
                  </a:lnTo>
                  <a:lnTo>
                    <a:pt x="25" y="637"/>
                  </a:lnTo>
                  <a:lnTo>
                    <a:pt x="13" y="637"/>
                  </a:lnTo>
                  <a:lnTo>
                    <a:pt x="13" y="626"/>
                  </a:lnTo>
                  <a:lnTo>
                    <a:pt x="13" y="616"/>
                  </a:lnTo>
                  <a:lnTo>
                    <a:pt x="13" y="606"/>
                  </a:lnTo>
                  <a:lnTo>
                    <a:pt x="13" y="597"/>
                  </a:lnTo>
                  <a:lnTo>
                    <a:pt x="13" y="586"/>
                  </a:lnTo>
                  <a:lnTo>
                    <a:pt x="13" y="576"/>
                  </a:lnTo>
                  <a:lnTo>
                    <a:pt x="13" y="565"/>
                  </a:lnTo>
                  <a:lnTo>
                    <a:pt x="0" y="565"/>
                  </a:lnTo>
                  <a:lnTo>
                    <a:pt x="13" y="565"/>
                  </a:lnTo>
                  <a:lnTo>
                    <a:pt x="0" y="565"/>
                  </a:lnTo>
                  <a:lnTo>
                    <a:pt x="0" y="556"/>
                  </a:lnTo>
                  <a:lnTo>
                    <a:pt x="0" y="545"/>
                  </a:lnTo>
                  <a:lnTo>
                    <a:pt x="151" y="505"/>
                  </a:lnTo>
                  <a:lnTo>
                    <a:pt x="276" y="465"/>
                  </a:lnTo>
                  <a:lnTo>
                    <a:pt x="302" y="454"/>
                  </a:lnTo>
                  <a:lnTo>
                    <a:pt x="314" y="444"/>
                  </a:lnTo>
                  <a:lnTo>
                    <a:pt x="327" y="444"/>
                  </a:lnTo>
                  <a:lnTo>
                    <a:pt x="352" y="424"/>
                  </a:lnTo>
                  <a:lnTo>
                    <a:pt x="352" y="414"/>
                  </a:lnTo>
                  <a:lnTo>
                    <a:pt x="365" y="414"/>
                  </a:lnTo>
                  <a:lnTo>
                    <a:pt x="377" y="404"/>
                  </a:lnTo>
                  <a:lnTo>
                    <a:pt x="390" y="404"/>
                  </a:lnTo>
                  <a:lnTo>
                    <a:pt x="401" y="384"/>
                  </a:lnTo>
                  <a:lnTo>
                    <a:pt x="415" y="384"/>
                  </a:lnTo>
                  <a:lnTo>
                    <a:pt x="428" y="374"/>
                  </a:lnTo>
                  <a:lnTo>
                    <a:pt x="440" y="364"/>
                  </a:lnTo>
                  <a:lnTo>
                    <a:pt x="440" y="353"/>
                  </a:lnTo>
                  <a:lnTo>
                    <a:pt x="453" y="344"/>
                  </a:lnTo>
                  <a:lnTo>
                    <a:pt x="466" y="333"/>
                  </a:lnTo>
                  <a:lnTo>
                    <a:pt x="466" y="324"/>
                  </a:lnTo>
                  <a:lnTo>
                    <a:pt x="478" y="324"/>
                  </a:lnTo>
                  <a:lnTo>
                    <a:pt x="478" y="313"/>
                  </a:lnTo>
                  <a:lnTo>
                    <a:pt x="491" y="313"/>
                  </a:lnTo>
                  <a:lnTo>
                    <a:pt x="491" y="303"/>
                  </a:lnTo>
                  <a:lnTo>
                    <a:pt x="502" y="303"/>
                  </a:lnTo>
                  <a:lnTo>
                    <a:pt x="502" y="292"/>
                  </a:lnTo>
                  <a:lnTo>
                    <a:pt x="516" y="283"/>
                  </a:lnTo>
                  <a:lnTo>
                    <a:pt x="516" y="273"/>
                  </a:lnTo>
                  <a:lnTo>
                    <a:pt x="516" y="283"/>
                  </a:lnTo>
                  <a:lnTo>
                    <a:pt x="529" y="283"/>
                  </a:lnTo>
                  <a:lnTo>
                    <a:pt x="529" y="273"/>
                  </a:lnTo>
                  <a:lnTo>
                    <a:pt x="529" y="283"/>
                  </a:lnTo>
                  <a:lnTo>
                    <a:pt x="529" y="273"/>
                  </a:lnTo>
                  <a:lnTo>
                    <a:pt x="554" y="181"/>
                  </a:lnTo>
                  <a:lnTo>
                    <a:pt x="565" y="172"/>
                  </a:lnTo>
                  <a:lnTo>
                    <a:pt x="565" y="162"/>
                  </a:lnTo>
                  <a:lnTo>
                    <a:pt x="579" y="172"/>
                  </a:lnTo>
                  <a:lnTo>
                    <a:pt x="591" y="172"/>
                  </a:lnTo>
                  <a:lnTo>
                    <a:pt x="603" y="172"/>
                  </a:lnTo>
                  <a:lnTo>
                    <a:pt x="603" y="162"/>
                  </a:lnTo>
                  <a:lnTo>
                    <a:pt x="603" y="152"/>
                  </a:lnTo>
                  <a:lnTo>
                    <a:pt x="591" y="152"/>
                  </a:lnTo>
                  <a:lnTo>
                    <a:pt x="591" y="141"/>
                  </a:lnTo>
                  <a:lnTo>
                    <a:pt x="603" y="141"/>
                  </a:lnTo>
                  <a:lnTo>
                    <a:pt x="591" y="141"/>
                  </a:lnTo>
                  <a:lnTo>
                    <a:pt x="591" y="132"/>
                  </a:lnTo>
                  <a:lnTo>
                    <a:pt x="591" y="121"/>
                  </a:lnTo>
                  <a:lnTo>
                    <a:pt x="591" y="111"/>
                  </a:lnTo>
                  <a:lnTo>
                    <a:pt x="603" y="111"/>
                  </a:lnTo>
                  <a:lnTo>
                    <a:pt x="603" y="101"/>
                  </a:lnTo>
                  <a:lnTo>
                    <a:pt x="603" y="91"/>
                  </a:lnTo>
                  <a:lnTo>
                    <a:pt x="591" y="91"/>
                  </a:lnTo>
                  <a:lnTo>
                    <a:pt x="603" y="91"/>
                  </a:lnTo>
                  <a:lnTo>
                    <a:pt x="591" y="91"/>
                  </a:lnTo>
                  <a:lnTo>
                    <a:pt x="603" y="91"/>
                  </a:lnTo>
                  <a:lnTo>
                    <a:pt x="591" y="91"/>
                  </a:lnTo>
                  <a:lnTo>
                    <a:pt x="591" y="80"/>
                  </a:lnTo>
                  <a:lnTo>
                    <a:pt x="591" y="91"/>
                  </a:lnTo>
                  <a:lnTo>
                    <a:pt x="591" y="80"/>
                  </a:lnTo>
                  <a:lnTo>
                    <a:pt x="579" y="80"/>
                  </a:lnTo>
                  <a:lnTo>
                    <a:pt x="579" y="71"/>
                  </a:lnTo>
                  <a:lnTo>
                    <a:pt x="565" y="71"/>
                  </a:lnTo>
                  <a:lnTo>
                    <a:pt x="565" y="61"/>
                  </a:lnTo>
                  <a:lnTo>
                    <a:pt x="554" y="61"/>
                  </a:lnTo>
                  <a:lnTo>
                    <a:pt x="554" y="51"/>
                  </a:lnTo>
                  <a:lnTo>
                    <a:pt x="540" y="51"/>
                  </a:lnTo>
                  <a:lnTo>
                    <a:pt x="540" y="40"/>
                  </a:lnTo>
                  <a:lnTo>
                    <a:pt x="529" y="40"/>
                  </a:lnTo>
                  <a:lnTo>
                    <a:pt x="529" y="31"/>
                  </a:lnTo>
                  <a:lnTo>
                    <a:pt x="516" y="31"/>
                  </a:lnTo>
                  <a:lnTo>
                    <a:pt x="516" y="21"/>
                  </a:lnTo>
                  <a:lnTo>
                    <a:pt x="516" y="9"/>
                  </a:lnTo>
                  <a:lnTo>
                    <a:pt x="529" y="9"/>
                  </a:lnTo>
                  <a:lnTo>
                    <a:pt x="540" y="9"/>
                  </a:lnTo>
                  <a:lnTo>
                    <a:pt x="540" y="21"/>
                  </a:lnTo>
                  <a:lnTo>
                    <a:pt x="554" y="21"/>
                  </a:lnTo>
                  <a:lnTo>
                    <a:pt x="565" y="21"/>
                  </a:lnTo>
                  <a:lnTo>
                    <a:pt x="579" y="21"/>
                  </a:lnTo>
                  <a:lnTo>
                    <a:pt x="591" y="21"/>
                  </a:lnTo>
                  <a:lnTo>
                    <a:pt x="591" y="9"/>
                  </a:lnTo>
                  <a:lnTo>
                    <a:pt x="603" y="9"/>
                  </a:lnTo>
                  <a:lnTo>
                    <a:pt x="603" y="0"/>
                  </a:lnTo>
                  <a:lnTo>
                    <a:pt x="616" y="0"/>
                  </a:lnTo>
                  <a:lnTo>
                    <a:pt x="628" y="0"/>
                  </a:lnTo>
                  <a:lnTo>
                    <a:pt x="641" y="9"/>
                  </a:lnTo>
                  <a:lnTo>
                    <a:pt x="655" y="9"/>
                  </a:lnTo>
                  <a:lnTo>
                    <a:pt x="655" y="21"/>
                  </a:lnTo>
                  <a:lnTo>
                    <a:pt x="666" y="21"/>
                  </a:lnTo>
                  <a:lnTo>
                    <a:pt x="666" y="31"/>
                  </a:lnTo>
                  <a:lnTo>
                    <a:pt x="680" y="31"/>
                  </a:lnTo>
                  <a:lnTo>
                    <a:pt x="691" y="31"/>
                  </a:lnTo>
                  <a:lnTo>
                    <a:pt x="691" y="21"/>
                  </a:lnTo>
                  <a:lnTo>
                    <a:pt x="704" y="21"/>
                  </a:lnTo>
                  <a:lnTo>
                    <a:pt x="704" y="31"/>
                  </a:lnTo>
                  <a:lnTo>
                    <a:pt x="717" y="31"/>
                  </a:lnTo>
                  <a:lnTo>
                    <a:pt x="717" y="40"/>
                  </a:lnTo>
                  <a:lnTo>
                    <a:pt x="717" y="51"/>
                  </a:lnTo>
                  <a:lnTo>
                    <a:pt x="729" y="51"/>
                  </a:lnTo>
                  <a:lnTo>
                    <a:pt x="729" y="61"/>
                  </a:lnTo>
                  <a:lnTo>
                    <a:pt x="742" y="61"/>
                  </a:lnTo>
                  <a:lnTo>
                    <a:pt x="742" y="51"/>
                  </a:lnTo>
                  <a:lnTo>
                    <a:pt x="742" y="61"/>
                  </a:lnTo>
                  <a:lnTo>
                    <a:pt x="756" y="61"/>
                  </a:lnTo>
                  <a:lnTo>
                    <a:pt x="756" y="71"/>
                  </a:lnTo>
                  <a:lnTo>
                    <a:pt x="767" y="71"/>
                  </a:lnTo>
                  <a:lnTo>
                    <a:pt x="767" y="80"/>
                  </a:lnTo>
                  <a:lnTo>
                    <a:pt x="767" y="71"/>
                  </a:lnTo>
                  <a:lnTo>
                    <a:pt x="767" y="80"/>
                  </a:lnTo>
                  <a:lnTo>
                    <a:pt x="780" y="80"/>
                  </a:lnTo>
                  <a:lnTo>
                    <a:pt x="792" y="80"/>
                  </a:lnTo>
                  <a:lnTo>
                    <a:pt x="792" y="91"/>
                  </a:lnTo>
                  <a:lnTo>
                    <a:pt x="792" y="101"/>
                  </a:lnTo>
                  <a:lnTo>
                    <a:pt x="805" y="101"/>
                  </a:lnTo>
                  <a:lnTo>
                    <a:pt x="805" y="111"/>
                  </a:lnTo>
                  <a:lnTo>
                    <a:pt x="805" y="121"/>
                  </a:lnTo>
                  <a:lnTo>
                    <a:pt x="792" y="121"/>
                  </a:lnTo>
                  <a:lnTo>
                    <a:pt x="805" y="121"/>
                  </a:lnTo>
                  <a:lnTo>
                    <a:pt x="805" y="132"/>
                  </a:lnTo>
                  <a:lnTo>
                    <a:pt x="818" y="132"/>
                  </a:lnTo>
                  <a:lnTo>
                    <a:pt x="818" y="141"/>
                  </a:lnTo>
                  <a:lnTo>
                    <a:pt x="818" y="132"/>
                  </a:lnTo>
                  <a:lnTo>
                    <a:pt x="818" y="141"/>
                  </a:lnTo>
                  <a:lnTo>
                    <a:pt x="829" y="141"/>
                  </a:lnTo>
                  <a:lnTo>
                    <a:pt x="829" y="152"/>
                  </a:lnTo>
                  <a:lnTo>
                    <a:pt x="818" y="152"/>
                  </a:lnTo>
                  <a:lnTo>
                    <a:pt x="829" y="152"/>
                  </a:lnTo>
                  <a:lnTo>
                    <a:pt x="818" y="152"/>
                  </a:lnTo>
                  <a:lnTo>
                    <a:pt x="818" y="162"/>
                  </a:lnTo>
                  <a:lnTo>
                    <a:pt x="829" y="162"/>
                  </a:lnTo>
                  <a:lnTo>
                    <a:pt x="818" y="172"/>
                  </a:lnTo>
                  <a:lnTo>
                    <a:pt x="829" y="172"/>
                  </a:lnTo>
                  <a:lnTo>
                    <a:pt x="829" y="181"/>
                  </a:lnTo>
                  <a:lnTo>
                    <a:pt x="843" y="181"/>
                  </a:lnTo>
                  <a:lnTo>
                    <a:pt x="843" y="172"/>
                  </a:lnTo>
                  <a:lnTo>
                    <a:pt x="843" y="181"/>
                  </a:lnTo>
                  <a:lnTo>
                    <a:pt x="854" y="181"/>
                  </a:lnTo>
                  <a:lnTo>
                    <a:pt x="868" y="181"/>
                  </a:lnTo>
                  <a:lnTo>
                    <a:pt x="881" y="181"/>
                  </a:lnTo>
                  <a:lnTo>
                    <a:pt x="881" y="172"/>
                  </a:lnTo>
                  <a:lnTo>
                    <a:pt x="881" y="181"/>
                  </a:lnTo>
                  <a:lnTo>
                    <a:pt x="881" y="192"/>
                  </a:lnTo>
                  <a:lnTo>
                    <a:pt x="893" y="192"/>
                  </a:lnTo>
                  <a:lnTo>
                    <a:pt x="893" y="202"/>
                  </a:lnTo>
                  <a:lnTo>
                    <a:pt x="906" y="202"/>
                  </a:lnTo>
                  <a:lnTo>
                    <a:pt x="906" y="212"/>
                  </a:lnTo>
                  <a:lnTo>
                    <a:pt x="918" y="212"/>
                  </a:lnTo>
                  <a:lnTo>
                    <a:pt x="918" y="221"/>
                  </a:lnTo>
                  <a:lnTo>
                    <a:pt x="930" y="221"/>
                  </a:lnTo>
                  <a:lnTo>
                    <a:pt x="944" y="221"/>
                  </a:lnTo>
                  <a:lnTo>
                    <a:pt x="944" y="212"/>
                  </a:lnTo>
                  <a:lnTo>
                    <a:pt x="944" y="221"/>
                  </a:lnTo>
                  <a:lnTo>
                    <a:pt x="955" y="221"/>
                  </a:lnTo>
                  <a:lnTo>
                    <a:pt x="969" y="221"/>
                  </a:lnTo>
                  <a:lnTo>
                    <a:pt x="982" y="221"/>
                  </a:lnTo>
                  <a:lnTo>
                    <a:pt x="982" y="232"/>
                  </a:lnTo>
                  <a:lnTo>
                    <a:pt x="994" y="232"/>
                  </a:lnTo>
                  <a:lnTo>
                    <a:pt x="982" y="232"/>
                  </a:lnTo>
                  <a:lnTo>
                    <a:pt x="982" y="242"/>
                  </a:lnTo>
                  <a:lnTo>
                    <a:pt x="994" y="242"/>
                  </a:lnTo>
                  <a:lnTo>
                    <a:pt x="994" y="252"/>
                  </a:lnTo>
                  <a:lnTo>
                    <a:pt x="982" y="252"/>
                  </a:lnTo>
                  <a:lnTo>
                    <a:pt x="994" y="252"/>
                  </a:lnTo>
                  <a:lnTo>
                    <a:pt x="994" y="263"/>
                  </a:lnTo>
                  <a:lnTo>
                    <a:pt x="1007" y="263"/>
                  </a:lnTo>
                  <a:lnTo>
                    <a:pt x="1007" y="273"/>
                  </a:lnTo>
                  <a:lnTo>
                    <a:pt x="1007" y="283"/>
                  </a:lnTo>
                  <a:lnTo>
                    <a:pt x="1019" y="283"/>
                  </a:lnTo>
                  <a:lnTo>
                    <a:pt x="1007" y="283"/>
                  </a:lnTo>
                  <a:lnTo>
                    <a:pt x="1007" y="292"/>
                  </a:lnTo>
                  <a:lnTo>
                    <a:pt x="994" y="303"/>
                  </a:lnTo>
                  <a:lnTo>
                    <a:pt x="994" y="313"/>
                  </a:lnTo>
                  <a:lnTo>
                    <a:pt x="1007" y="313"/>
                  </a:lnTo>
                  <a:lnTo>
                    <a:pt x="1019" y="313"/>
                  </a:lnTo>
                  <a:lnTo>
                    <a:pt x="1019" y="324"/>
                  </a:lnTo>
                  <a:lnTo>
                    <a:pt x="1031" y="324"/>
                  </a:lnTo>
                  <a:lnTo>
                    <a:pt x="1044" y="324"/>
                  </a:lnTo>
                  <a:lnTo>
                    <a:pt x="1044" y="333"/>
                  </a:lnTo>
                  <a:lnTo>
                    <a:pt x="1044" y="324"/>
                  </a:lnTo>
                  <a:lnTo>
                    <a:pt x="1056" y="324"/>
                  </a:lnTo>
                  <a:lnTo>
                    <a:pt x="1069" y="324"/>
                  </a:lnTo>
                  <a:lnTo>
                    <a:pt x="1056" y="324"/>
                  </a:lnTo>
                  <a:lnTo>
                    <a:pt x="1069" y="324"/>
                  </a:lnTo>
                  <a:lnTo>
                    <a:pt x="1069" y="313"/>
                  </a:lnTo>
                  <a:lnTo>
                    <a:pt x="1069" y="324"/>
                  </a:lnTo>
                  <a:lnTo>
                    <a:pt x="1081" y="324"/>
                  </a:lnTo>
                  <a:lnTo>
                    <a:pt x="1081" y="333"/>
                  </a:lnTo>
                  <a:lnTo>
                    <a:pt x="1094" y="333"/>
                  </a:lnTo>
                  <a:lnTo>
                    <a:pt x="1094" y="344"/>
                  </a:lnTo>
                  <a:lnTo>
                    <a:pt x="1094" y="353"/>
                  </a:lnTo>
                  <a:lnTo>
                    <a:pt x="1094" y="364"/>
                  </a:lnTo>
                  <a:lnTo>
                    <a:pt x="1094" y="374"/>
                  </a:lnTo>
                  <a:lnTo>
                    <a:pt x="1108" y="374"/>
                  </a:lnTo>
                  <a:lnTo>
                    <a:pt x="1108" y="384"/>
                  </a:lnTo>
                  <a:lnTo>
                    <a:pt x="1094" y="384"/>
                  </a:lnTo>
                  <a:lnTo>
                    <a:pt x="1094" y="393"/>
                  </a:lnTo>
                  <a:lnTo>
                    <a:pt x="1081" y="393"/>
                  </a:lnTo>
                  <a:lnTo>
                    <a:pt x="1081" y="404"/>
                  </a:lnTo>
                  <a:lnTo>
                    <a:pt x="1081" y="414"/>
                  </a:lnTo>
                  <a:lnTo>
                    <a:pt x="1094" y="414"/>
                  </a:lnTo>
                  <a:lnTo>
                    <a:pt x="1094" y="424"/>
                  </a:lnTo>
                  <a:lnTo>
                    <a:pt x="1094" y="414"/>
                  </a:lnTo>
                  <a:lnTo>
                    <a:pt x="1108" y="414"/>
                  </a:lnTo>
                  <a:lnTo>
                    <a:pt x="1108" y="424"/>
                  </a:lnTo>
                  <a:lnTo>
                    <a:pt x="1119" y="424"/>
                  </a:lnTo>
                  <a:lnTo>
                    <a:pt x="1132" y="424"/>
                  </a:lnTo>
                  <a:lnTo>
                    <a:pt x="1132" y="433"/>
                  </a:lnTo>
                  <a:lnTo>
                    <a:pt x="1132" y="444"/>
                  </a:lnTo>
                  <a:lnTo>
                    <a:pt x="1143" y="444"/>
                  </a:lnTo>
                  <a:lnTo>
                    <a:pt x="1157" y="444"/>
                  </a:lnTo>
                  <a:lnTo>
                    <a:pt x="1157" y="433"/>
                  </a:lnTo>
                  <a:lnTo>
                    <a:pt x="1170" y="433"/>
                  </a:lnTo>
                  <a:lnTo>
                    <a:pt x="1182" y="433"/>
                  </a:lnTo>
                  <a:lnTo>
                    <a:pt x="1182" y="444"/>
                  </a:lnTo>
                  <a:lnTo>
                    <a:pt x="1182" y="433"/>
                  </a:lnTo>
                  <a:lnTo>
                    <a:pt x="1195" y="433"/>
                  </a:lnTo>
                  <a:lnTo>
                    <a:pt x="1195" y="444"/>
                  </a:lnTo>
                  <a:lnTo>
                    <a:pt x="1195" y="433"/>
                  </a:lnTo>
                  <a:lnTo>
                    <a:pt x="1207" y="433"/>
                  </a:lnTo>
                  <a:lnTo>
                    <a:pt x="1207" y="424"/>
                  </a:lnTo>
                  <a:lnTo>
                    <a:pt x="1220" y="433"/>
                  </a:lnTo>
                  <a:lnTo>
                    <a:pt x="1233" y="433"/>
                  </a:lnTo>
                  <a:lnTo>
                    <a:pt x="1233" y="444"/>
                  </a:lnTo>
                  <a:lnTo>
                    <a:pt x="1233" y="433"/>
                  </a:lnTo>
                  <a:lnTo>
                    <a:pt x="1233" y="444"/>
                  </a:lnTo>
                  <a:lnTo>
                    <a:pt x="1244" y="444"/>
                  </a:lnTo>
                  <a:lnTo>
                    <a:pt x="1258" y="444"/>
                  </a:lnTo>
                  <a:lnTo>
                    <a:pt x="1258" y="433"/>
                  </a:lnTo>
                  <a:lnTo>
                    <a:pt x="1258" y="444"/>
                  </a:lnTo>
                  <a:lnTo>
                    <a:pt x="1271" y="444"/>
                  </a:lnTo>
                  <a:lnTo>
                    <a:pt x="1258" y="444"/>
                  </a:lnTo>
                  <a:lnTo>
                    <a:pt x="1258" y="454"/>
                  </a:lnTo>
                  <a:lnTo>
                    <a:pt x="1271" y="454"/>
                  </a:lnTo>
                  <a:lnTo>
                    <a:pt x="1283" y="454"/>
                  </a:lnTo>
                  <a:lnTo>
                    <a:pt x="1283" y="444"/>
                  </a:lnTo>
                  <a:lnTo>
                    <a:pt x="1283" y="454"/>
                  </a:lnTo>
                  <a:lnTo>
                    <a:pt x="1283" y="444"/>
                  </a:lnTo>
                  <a:lnTo>
                    <a:pt x="1296" y="444"/>
                  </a:lnTo>
                  <a:lnTo>
                    <a:pt x="1307" y="444"/>
                  </a:lnTo>
                  <a:lnTo>
                    <a:pt x="1321" y="444"/>
                  </a:lnTo>
                  <a:lnTo>
                    <a:pt x="1321" y="433"/>
                  </a:lnTo>
                  <a:lnTo>
                    <a:pt x="1333" y="433"/>
                  </a:lnTo>
                  <a:lnTo>
                    <a:pt x="1333" y="424"/>
                  </a:lnTo>
                  <a:lnTo>
                    <a:pt x="1345" y="424"/>
                  </a:lnTo>
                  <a:lnTo>
                    <a:pt x="1345" y="433"/>
                  </a:lnTo>
                  <a:lnTo>
                    <a:pt x="1358" y="433"/>
                  </a:lnTo>
                  <a:lnTo>
                    <a:pt x="1358" y="424"/>
                  </a:lnTo>
                  <a:lnTo>
                    <a:pt x="1370" y="424"/>
                  </a:lnTo>
                  <a:lnTo>
                    <a:pt x="1370" y="433"/>
                  </a:lnTo>
                  <a:lnTo>
                    <a:pt x="1370" y="424"/>
                  </a:lnTo>
                  <a:lnTo>
                    <a:pt x="1370" y="414"/>
                  </a:lnTo>
                  <a:lnTo>
                    <a:pt x="1370" y="424"/>
                  </a:lnTo>
                  <a:lnTo>
                    <a:pt x="1383" y="424"/>
                  </a:lnTo>
                  <a:lnTo>
                    <a:pt x="1383" y="414"/>
                  </a:lnTo>
                  <a:lnTo>
                    <a:pt x="1383" y="404"/>
                  </a:lnTo>
                  <a:lnTo>
                    <a:pt x="1397" y="393"/>
                  </a:lnTo>
                  <a:lnTo>
                    <a:pt x="1397" y="404"/>
                  </a:lnTo>
                  <a:lnTo>
                    <a:pt x="1397" y="393"/>
                  </a:lnTo>
                  <a:lnTo>
                    <a:pt x="1408" y="393"/>
                  </a:lnTo>
                  <a:lnTo>
                    <a:pt x="1408" y="384"/>
                  </a:lnTo>
                  <a:lnTo>
                    <a:pt x="1422" y="384"/>
                  </a:lnTo>
                  <a:lnTo>
                    <a:pt x="1422" y="393"/>
                  </a:lnTo>
                  <a:lnTo>
                    <a:pt x="1422" y="404"/>
                  </a:lnTo>
                  <a:lnTo>
                    <a:pt x="1408" y="404"/>
                  </a:lnTo>
                  <a:lnTo>
                    <a:pt x="1422" y="404"/>
                  </a:lnTo>
                  <a:lnTo>
                    <a:pt x="1433" y="404"/>
                  </a:lnTo>
                  <a:lnTo>
                    <a:pt x="1433" y="393"/>
                  </a:lnTo>
                  <a:lnTo>
                    <a:pt x="1433" y="404"/>
                  </a:lnTo>
                  <a:lnTo>
                    <a:pt x="1446" y="404"/>
                  </a:lnTo>
                  <a:lnTo>
                    <a:pt x="1459" y="404"/>
                  </a:lnTo>
                  <a:lnTo>
                    <a:pt x="1459" y="414"/>
                  </a:lnTo>
                  <a:lnTo>
                    <a:pt x="1459" y="424"/>
                  </a:lnTo>
                  <a:lnTo>
                    <a:pt x="1471" y="424"/>
                  </a:lnTo>
                  <a:lnTo>
                    <a:pt x="1471" y="414"/>
                  </a:lnTo>
                  <a:lnTo>
                    <a:pt x="1484" y="414"/>
                  </a:lnTo>
                  <a:lnTo>
                    <a:pt x="1484" y="424"/>
                  </a:lnTo>
                  <a:lnTo>
                    <a:pt x="1498" y="424"/>
                  </a:lnTo>
                  <a:lnTo>
                    <a:pt x="1498" y="433"/>
                  </a:lnTo>
                  <a:lnTo>
                    <a:pt x="1509" y="433"/>
                  </a:lnTo>
                  <a:lnTo>
                    <a:pt x="1509" y="424"/>
                  </a:lnTo>
                  <a:lnTo>
                    <a:pt x="1523" y="424"/>
                  </a:lnTo>
                  <a:lnTo>
                    <a:pt x="1534" y="424"/>
                  </a:lnTo>
                  <a:lnTo>
                    <a:pt x="1534" y="433"/>
                  </a:lnTo>
                  <a:lnTo>
                    <a:pt x="1547" y="433"/>
                  </a:lnTo>
                  <a:lnTo>
                    <a:pt x="1547" y="424"/>
                  </a:lnTo>
                  <a:lnTo>
                    <a:pt x="1560" y="424"/>
                  </a:lnTo>
                  <a:lnTo>
                    <a:pt x="1547" y="424"/>
                  </a:lnTo>
                  <a:lnTo>
                    <a:pt x="1547" y="414"/>
                  </a:lnTo>
                  <a:lnTo>
                    <a:pt x="1560" y="414"/>
                  </a:lnTo>
                  <a:lnTo>
                    <a:pt x="1571" y="414"/>
                  </a:lnTo>
                  <a:lnTo>
                    <a:pt x="1585" y="414"/>
                  </a:lnTo>
                  <a:lnTo>
                    <a:pt x="1585" y="404"/>
                  </a:lnTo>
                  <a:lnTo>
                    <a:pt x="1596" y="404"/>
                  </a:lnTo>
                  <a:lnTo>
                    <a:pt x="1610" y="404"/>
                  </a:lnTo>
                  <a:lnTo>
                    <a:pt x="1623" y="404"/>
                  </a:lnTo>
                  <a:lnTo>
                    <a:pt x="1623" y="414"/>
                  </a:lnTo>
                  <a:lnTo>
                    <a:pt x="1635" y="414"/>
                  </a:lnTo>
                  <a:lnTo>
                    <a:pt x="1635" y="424"/>
                  </a:lnTo>
                  <a:lnTo>
                    <a:pt x="1648" y="424"/>
                  </a:lnTo>
                  <a:lnTo>
                    <a:pt x="1660" y="424"/>
                  </a:lnTo>
                  <a:lnTo>
                    <a:pt x="1660" y="433"/>
                  </a:lnTo>
                  <a:lnTo>
                    <a:pt x="1672" y="433"/>
                  </a:lnTo>
                  <a:lnTo>
                    <a:pt x="1672" y="444"/>
                  </a:lnTo>
                  <a:lnTo>
                    <a:pt x="1672" y="454"/>
                  </a:lnTo>
                  <a:lnTo>
                    <a:pt x="1686" y="454"/>
                  </a:lnTo>
                  <a:lnTo>
                    <a:pt x="1686" y="444"/>
                  </a:lnTo>
                  <a:lnTo>
                    <a:pt x="1672" y="444"/>
                  </a:lnTo>
                  <a:lnTo>
                    <a:pt x="1686" y="444"/>
                  </a:lnTo>
                  <a:lnTo>
                    <a:pt x="1697" y="444"/>
                  </a:lnTo>
                  <a:lnTo>
                    <a:pt x="1697" y="454"/>
                  </a:lnTo>
                  <a:lnTo>
                    <a:pt x="1697" y="444"/>
                  </a:lnTo>
                  <a:lnTo>
                    <a:pt x="1711" y="444"/>
                  </a:lnTo>
                  <a:lnTo>
                    <a:pt x="1711" y="454"/>
                  </a:lnTo>
                  <a:lnTo>
                    <a:pt x="1722" y="465"/>
                  </a:lnTo>
                  <a:lnTo>
                    <a:pt x="1722" y="454"/>
                  </a:lnTo>
                  <a:lnTo>
                    <a:pt x="1736" y="454"/>
                  </a:lnTo>
                  <a:lnTo>
                    <a:pt x="1749" y="454"/>
                  </a:lnTo>
                  <a:lnTo>
                    <a:pt x="1749" y="465"/>
                  </a:lnTo>
                  <a:lnTo>
                    <a:pt x="1736" y="465"/>
                  </a:lnTo>
                  <a:lnTo>
                    <a:pt x="1736" y="475"/>
                  </a:lnTo>
                  <a:lnTo>
                    <a:pt x="1749" y="475"/>
                  </a:lnTo>
                  <a:lnTo>
                    <a:pt x="1749" y="465"/>
                  </a:lnTo>
                  <a:lnTo>
                    <a:pt x="1761" y="465"/>
                  </a:lnTo>
                  <a:lnTo>
                    <a:pt x="1761" y="475"/>
                  </a:lnTo>
                  <a:lnTo>
                    <a:pt x="1761" y="485"/>
                  </a:lnTo>
                  <a:lnTo>
                    <a:pt x="1773" y="485"/>
                  </a:lnTo>
                  <a:lnTo>
                    <a:pt x="1787" y="485"/>
                  </a:lnTo>
                  <a:lnTo>
                    <a:pt x="1787" y="496"/>
                  </a:lnTo>
                  <a:lnTo>
                    <a:pt x="1773" y="496"/>
                  </a:lnTo>
                  <a:lnTo>
                    <a:pt x="1787" y="496"/>
                  </a:lnTo>
                  <a:lnTo>
                    <a:pt x="1798" y="496"/>
                  </a:lnTo>
                  <a:lnTo>
                    <a:pt x="1798" y="485"/>
                  </a:lnTo>
                  <a:lnTo>
                    <a:pt x="1798" y="496"/>
                  </a:lnTo>
                  <a:lnTo>
                    <a:pt x="1798" y="505"/>
                  </a:lnTo>
                  <a:lnTo>
                    <a:pt x="1811" y="505"/>
                  </a:lnTo>
                  <a:lnTo>
                    <a:pt x="1773" y="545"/>
                  </a:lnTo>
                  <a:lnTo>
                    <a:pt x="1697" y="637"/>
                  </a:lnTo>
                  <a:lnTo>
                    <a:pt x="1697" y="646"/>
                  </a:lnTo>
                  <a:lnTo>
                    <a:pt x="1686" y="646"/>
                  </a:lnTo>
                  <a:lnTo>
                    <a:pt x="1686" y="656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32"/>
            <p:cNvSpPr/>
            <p:nvPr/>
          </p:nvSpPr>
          <p:spPr>
            <a:xfrm>
              <a:off x="5137458" y="3518630"/>
              <a:ext cx="931057" cy="945113"/>
            </a:xfrm>
            <a:custGeom>
              <a:avLst/>
              <a:gdLst/>
              <a:ahLst/>
              <a:cxnLst/>
              <a:rect l="l" t="t" r="r" b="b"/>
              <a:pathLst>
                <a:path w="804" h="650" extrusionOk="0">
                  <a:moveTo>
                    <a:pt x="591" y="650"/>
                  </a:moveTo>
                  <a:lnTo>
                    <a:pt x="509" y="620"/>
                  </a:lnTo>
                  <a:lnTo>
                    <a:pt x="497" y="620"/>
                  </a:lnTo>
                  <a:lnTo>
                    <a:pt x="425" y="600"/>
                  </a:lnTo>
                  <a:lnTo>
                    <a:pt x="425" y="591"/>
                  </a:lnTo>
                  <a:lnTo>
                    <a:pt x="415" y="591"/>
                  </a:lnTo>
                  <a:lnTo>
                    <a:pt x="402" y="591"/>
                  </a:lnTo>
                  <a:lnTo>
                    <a:pt x="402" y="600"/>
                  </a:lnTo>
                  <a:lnTo>
                    <a:pt x="389" y="600"/>
                  </a:lnTo>
                  <a:lnTo>
                    <a:pt x="389" y="591"/>
                  </a:lnTo>
                  <a:lnTo>
                    <a:pt x="379" y="591"/>
                  </a:lnTo>
                  <a:lnTo>
                    <a:pt x="366" y="591"/>
                  </a:lnTo>
                  <a:lnTo>
                    <a:pt x="356" y="600"/>
                  </a:lnTo>
                  <a:lnTo>
                    <a:pt x="356" y="591"/>
                  </a:lnTo>
                  <a:lnTo>
                    <a:pt x="343" y="600"/>
                  </a:lnTo>
                  <a:lnTo>
                    <a:pt x="343" y="591"/>
                  </a:lnTo>
                  <a:lnTo>
                    <a:pt x="331" y="591"/>
                  </a:lnTo>
                  <a:lnTo>
                    <a:pt x="320" y="591"/>
                  </a:lnTo>
                  <a:lnTo>
                    <a:pt x="320" y="580"/>
                  </a:lnTo>
                  <a:lnTo>
                    <a:pt x="307" y="580"/>
                  </a:lnTo>
                  <a:lnTo>
                    <a:pt x="297" y="580"/>
                  </a:lnTo>
                  <a:lnTo>
                    <a:pt x="284" y="580"/>
                  </a:lnTo>
                  <a:lnTo>
                    <a:pt x="272" y="580"/>
                  </a:lnTo>
                  <a:lnTo>
                    <a:pt x="261" y="580"/>
                  </a:lnTo>
                  <a:lnTo>
                    <a:pt x="261" y="569"/>
                  </a:lnTo>
                  <a:lnTo>
                    <a:pt x="248" y="569"/>
                  </a:lnTo>
                  <a:lnTo>
                    <a:pt x="238" y="569"/>
                  </a:lnTo>
                  <a:lnTo>
                    <a:pt x="238" y="560"/>
                  </a:lnTo>
                  <a:lnTo>
                    <a:pt x="225" y="560"/>
                  </a:lnTo>
                  <a:lnTo>
                    <a:pt x="225" y="549"/>
                  </a:lnTo>
                  <a:lnTo>
                    <a:pt x="213" y="549"/>
                  </a:lnTo>
                  <a:lnTo>
                    <a:pt x="213" y="560"/>
                  </a:lnTo>
                  <a:lnTo>
                    <a:pt x="213" y="549"/>
                  </a:lnTo>
                  <a:lnTo>
                    <a:pt x="202" y="549"/>
                  </a:lnTo>
                  <a:lnTo>
                    <a:pt x="213" y="549"/>
                  </a:lnTo>
                  <a:lnTo>
                    <a:pt x="202" y="549"/>
                  </a:lnTo>
                  <a:lnTo>
                    <a:pt x="202" y="540"/>
                  </a:lnTo>
                  <a:lnTo>
                    <a:pt x="202" y="549"/>
                  </a:lnTo>
                  <a:lnTo>
                    <a:pt x="189" y="549"/>
                  </a:lnTo>
                  <a:lnTo>
                    <a:pt x="189" y="540"/>
                  </a:lnTo>
                  <a:lnTo>
                    <a:pt x="177" y="540"/>
                  </a:lnTo>
                  <a:lnTo>
                    <a:pt x="166" y="540"/>
                  </a:lnTo>
                  <a:lnTo>
                    <a:pt x="154" y="540"/>
                  </a:lnTo>
                  <a:lnTo>
                    <a:pt x="154" y="549"/>
                  </a:lnTo>
                  <a:lnTo>
                    <a:pt x="154" y="540"/>
                  </a:lnTo>
                  <a:lnTo>
                    <a:pt x="143" y="540"/>
                  </a:lnTo>
                  <a:lnTo>
                    <a:pt x="143" y="529"/>
                  </a:lnTo>
                  <a:lnTo>
                    <a:pt x="130" y="529"/>
                  </a:lnTo>
                  <a:lnTo>
                    <a:pt x="130" y="520"/>
                  </a:lnTo>
                  <a:lnTo>
                    <a:pt x="118" y="520"/>
                  </a:lnTo>
                  <a:lnTo>
                    <a:pt x="107" y="520"/>
                  </a:lnTo>
                  <a:lnTo>
                    <a:pt x="95" y="520"/>
                  </a:lnTo>
                  <a:lnTo>
                    <a:pt x="95" y="509"/>
                  </a:lnTo>
                  <a:lnTo>
                    <a:pt x="95" y="500"/>
                  </a:lnTo>
                  <a:lnTo>
                    <a:pt x="95" y="490"/>
                  </a:lnTo>
                  <a:lnTo>
                    <a:pt x="83" y="490"/>
                  </a:lnTo>
                  <a:lnTo>
                    <a:pt x="83" y="480"/>
                  </a:lnTo>
                  <a:lnTo>
                    <a:pt x="71" y="480"/>
                  </a:lnTo>
                  <a:lnTo>
                    <a:pt x="71" y="469"/>
                  </a:lnTo>
                  <a:lnTo>
                    <a:pt x="83" y="460"/>
                  </a:lnTo>
                  <a:lnTo>
                    <a:pt x="95" y="460"/>
                  </a:lnTo>
                  <a:lnTo>
                    <a:pt x="95" y="449"/>
                  </a:lnTo>
                  <a:lnTo>
                    <a:pt x="95" y="440"/>
                  </a:lnTo>
                  <a:lnTo>
                    <a:pt x="107" y="440"/>
                  </a:lnTo>
                  <a:lnTo>
                    <a:pt x="95" y="440"/>
                  </a:lnTo>
                  <a:lnTo>
                    <a:pt x="83" y="440"/>
                  </a:lnTo>
                  <a:lnTo>
                    <a:pt x="83" y="430"/>
                  </a:lnTo>
                  <a:lnTo>
                    <a:pt x="71" y="430"/>
                  </a:lnTo>
                  <a:lnTo>
                    <a:pt x="71" y="440"/>
                  </a:lnTo>
                  <a:lnTo>
                    <a:pt x="71" y="430"/>
                  </a:lnTo>
                  <a:lnTo>
                    <a:pt x="59" y="430"/>
                  </a:lnTo>
                  <a:lnTo>
                    <a:pt x="71" y="420"/>
                  </a:lnTo>
                  <a:lnTo>
                    <a:pt x="59" y="420"/>
                  </a:lnTo>
                  <a:lnTo>
                    <a:pt x="71" y="420"/>
                  </a:lnTo>
                  <a:lnTo>
                    <a:pt x="71" y="409"/>
                  </a:lnTo>
                  <a:lnTo>
                    <a:pt x="71" y="400"/>
                  </a:lnTo>
                  <a:lnTo>
                    <a:pt x="59" y="400"/>
                  </a:lnTo>
                  <a:lnTo>
                    <a:pt x="48" y="400"/>
                  </a:lnTo>
                  <a:lnTo>
                    <a:pt x="36" y="400"/>
                  </a:lnTo>
                  <a:lnTo>
                    <a:pt x="24" y="400"/>
                  </a:lnTo>
                  <a:lnTo>
                    <a:pt x="24" y="390"/>
                  </a:lnTo>
                  <a:lnTo>
                    <a:pt x="24" y="380"/>
                  </a:lnTo>
                  <a:lnTo>
                    <a:pt x="12" y="380"/>
                  </a:lnTo>
                  <a:lnTo>
                    <a:pt x="12" y="370"/>
                  </a:lnTo>
                  <a:lnTo>
                    <a:pt x="12" y="359"/>
                  </a:lnTo>
                  <a:lnTo>
                    <a:pt x="0" y="349"/>
                  </a:lnTo>
                  <a:lnTo>
                    <a:pt x="0" y="339"/>
                  </a:lnTo>
                  <a:lnTo>
                    <a:pt x="0" y="330"/>
                  </a:lnTo>
                  <a:lnTo>
                    <a:pt x="12" y="330"/>
                  </a:lnTo>
                  <a:lnTo>
                    <a:pt x="12" y="319"/>
                  </a:lnTo>
                  <a:lnTo>
                    <a:pt x="12" y="310"/>
                  </a:lnTo>
                  <a:lnTo>
                    <a:pt x="24" y="310"/>
                  </a:lnTo>
                  <a:lnTo>
                    <a:pt x="24" y="299"/>
                  </a:lnTo>
                  <a:lnTo>
                    <a:pt x="24" y="290"/>
                  </a:lnTo>
                  <a:lnTo>
                    <a:pt x="24" y="279"/>
                  </a:lnTo>
                  <a:lnTo>
                    <a:pt x="36" y="279"/>
                  </a:lnTo>
                  <a:lnTo>
                    <a:pt x="36" y="270"/>
                  </a:lnTo>
                  <a:lnTo>
                    <a:pt x="36" y="259"/>
                  </a:lnTo>
                  <a:lnTo>
                    <a:pt x="48" y="259"/>
                  </a:lnTo>
                  <a:lnTo>
                    <a:pt x="48" y="250"/>
                  </a:lnTo>
                  <a:lnTo>
                    <a:pt x="48" y="239"/>
                  </a:lnTo>
                  <a:lnTo>
                    <a:pt x="48" y="230"/>
                  </a:lnTo>
                  <a:lnTo>
                    <a:pt x="59" y="230"/>
                  </a:lnTo>
                  <a:lnTo>
                    <a:pt x="59" y="220"/>
                  </a:lnTo>
                  <a:lnTo>
                    <a:pt x="48" y="220"/>
                  </a:lnTo>
                  <a:lnTo>
                    <a:pt x="48" y="210"/>
                  </a:lnTo>
                  <a:lnTo>
                    <a:pt x="48" y="199"/>
                  </a:lnTo>
                  <a:lnTo>
                    <a:pt x="59" y="199"/>
                  </a:lnTo>
                  <a:lnTo>
                    <a:pt x="71" y="199"/>
                  </a:lnTo>
                  <a:lnTo>
                    <a:pt x="83" y="199"/>
                  </a:lnTo>
                  <a:lnTo>
                    <a:pt x="95" y="199"/>
                  </a:lnTo>
                  <a:lnTo>
                    <a:pt x="95" y="190"/>
                  </a:lnTo>
                  <a:lnTo>
                    <a:pt x="107" y="190"/>
                  </a:lnTo>
                  <a:lnTo>
                    <a:pt x="107" y="199"/>
                  </a:lnTo>
                  <a:lnTo>
                    <a:pt x="118" y="199"/>
                  </a:lnTo>
                  <a:lnTo>
                    <a:pt x="130" y="199"/>
                  </a:lnTo>
                  <a:lnTo>
                    <a:pt x="143" y="199"/>
                  </a:lnTo>
                  <a:lnTo>
                    <a:pt x="154" y="199"/>
                  </a:lnTo>
                  <a:lnTo>
                    <a:pt x="166" y="199"/>
                  </a:lnTo>
                  <a:lnTo>
                    <a:pt x="177" y="199"/>
                  </a:lnTo>
                  <a:lnTo>
                    <a:pt x="189" y="199"/>
                  </a:lnTo>
                  <a:lnTo>
                    <a:pt x="202" y="199"/>
                  </a:lnTo>
                  <a:lnTo>
                    <a:pt x="213" y="199"/>
                  </a:lnTo>
                  <a:lnTo>
                    <a:pt x="225" y="199"/>
                  </a:lnTo>
                  <a:lnTo>
                    <a:pt x="238" y="199"/>
                  </a:lnTo>
                  <a:lnTo>
                    <a:pt x="238" y="190"/>
                  </a:lnTo>
                  <a:lnTo>
                    <a:pt x="248" y="179"/>
                  </a:lnTo>
                  <a:lnTo>
                    <a:pt x="248" y="170"/>
                  </a:lnTo>
                  <a:lnTo>
                    <a:pt x="248" y="160"/>
                  </a:lnTo>
                  <a:lnTo>
                    <a:pt x="261" y="160"/>
                  </a:lnTo>
                  <a:lnTo>
                    <a:pt x="261" y="150"/>
                  </a:lnTo>
                  <a:lnTo>
                    <a:pt x="261" y="139"/>
                  </a:lnTo>
                  <a:lnTo>
                    <a:pt x="272" y="129"/>
                  </a:lnTo>
                  <a:lnTo>
                    <a:pt x="272" y="120"/>
                  </a:lnTo>
                  <a:lnTo>
                    <a:pt x="284" y="120"/>
                  </a:lnTo>
                  <a:lnTo>
                    <a:pt x="284" y="109"/>
                  </a:lnTo>
                  <a:lnTo>
                    <a:pt x="297" y="109"/>
                  </a:lnTo>
                  <a:lnTo>
                    <a:pt x="307" y="109"/>
                  </a:lnTo>
                  <a:lnTo>
                    <a:pt x="307" y="100"/>
                  </a:lnTo>
                  <a:lnTo>
                    <a:pt x="320" y="100"/>
                  </a:lnTo>
                  <a:lnTo>
                    <a:pt x="320" y="89"/>
                  </a:lnTo>
                  <a:lnTo>
                    <a:pt x="331" y="89"/>
                  </a:lnTo>
                  <a:lnTo>
                    <a:pt x="331" y="79"/>
                  </a:lnTo>
                  <a:lnTo>
                    <a:pt x="343" y="69"/>
                  </a:lnTo>
                  <a:lnTo>
                    <a:pt x="343" y="60"/>
                  </a:lnTo>
                  <a:lnTo>
                    <a:pt x="343" y="49"/>
                  </a:lnTo>
                  <a:lnTo>
                    <a:pt x="343" y="40"/>
                  </a:lnTo>
                  <a:lnTo>
                    <a:pt x="356" y="29"/>
                  </a:lnTo>
                  <a:lnTo>
                    <a:pt x="366" y="29"/>
                  </a:lnTo>
                  <a:lnTo>
                    <a:pt x="366" y="20"/>
                  </a:lnTo>
                  <a:lnTo>
                    <a:pt x="379" y="20"/>
                  </a:lnTo>
                  <a:lnTo>
                    <a:pt x="379" y="9"/>
                  </a:lnTo>
                  <a:lnTo>
                    <a:pt x="379" y="0"/>
                  </a:lnTo>
                  <a:lnTo>
                    <a:pt x="389" y="0"/>
                  </a:lnTo>
                  <a:lnTo>
                    <a:pt x="389" y="20"/>
                  </a:lnTo>
                  <a:lnTo>
                    <a:pt x="389" y="89"/>
                  </a:lnTo>
                  <a:lnTo>
                    <a:pt x="389" y="129"/>
                  </a:lnTo>
                  <a:lnTo>
                    <a:pt x="389" y="150"/>
                  </a:lnTo>
                  <a:lnTo>
                    <a:pt x="389" y="210"/>
                  </a:lnTo>
                  <a:lnTo>
                    <a:pt x="389" y="199"/>
                  </a:lnTo>
                  <a:lnTo>
                    <a:pt x="402" y="199"/>
                  </a:lnTo>
                  <a:lnTo>
                    <a:pt x="415" y="199"/>
                  </a:lnTo>
                  <a:lnTo>
                    <a:pt x="415" y="210"/>
                  </a:lnTo>
                  <a:lnTo>
                    <a:pt x="425" y="210"/>
                  </a:lnTo>
                  <a:lnTo>
                    <a:pt x="425" y="220"/>
                  </a:lnTo>
                  <a:lnTo>
                    <a:pt x="425" y="210"/>
                  </a:lnTo>
                  <a:lnTo>
                    <a:pt x="425" y="220"/>
                  </a:lnTo>
                  <a:lnTo>
                    <a:pt x="438" y="220"/>
                  </a:lnTo>
                  <a:lnTo>
                    <a:pt x="448" y="220"/>
                  </a:lnTo>
                  <a:lnTo>
                    <a:pt x="461" y="220"/>
                  </a:lnTo>
                  <a:lnTo>
                    <a:pt x="473" y="220"/>
                  </a:lnTo>
                  <a:lnTo>
                    <a:pt x="484" y="220"/>
                  </a:lnTo>
                  <a:lnTo>
                    <a:pt x="484" y="210"/>
                  </a:lnTo>
                  <a:lnTo>
                    <a:pt x="497" y="210"/>
                  </a:lnTo>
                  <a:lnTo>
                    <a:pt x="509" y="210"/>
                  </a:lnTo>
                  <a:lnTo>
                    <a:pt x="509" y="199"/>
                  </a:lnTo>
                  <a:lnTo>
                    <a:pt x="520" y="199"/>
                  </a:lnTo>
                  <a:lnTo>
                    <a:pt x="532" y="199"/>
                  </a:lnTo>
                  <a:lnTo>
                    <a:pt x="532" y="190"/>
                  </a:lnTo>
                  <a:lnTo>
                    <a:pt x="532" y="199"/>
                  </a:lnTo>
                  <a:lnTo>
                    <a:pt x="543" y="199"/>
                  </a:lnTo>
                  <a:lnTo>
                    <a:pt x="543" y="190"/>
                  </a:lnTo>
                  <a:lnTo>
                    <a:pt x="543" y="199"/>
                  </a:lnTo>
                  <a:lnTo>
                    <a:pt x="556" y="199"/>
                  </a:lnTo>
                  <a:lnTo>
                    <a:pt x="568" y="199"/>
                  </a:lnTo>
                  <a:lnTo>
                    <a:pt x="579" y="199"/>
                  </a:lnTo>
                  <a:lnTo>
                    <a:pt x="579" y="210"/>
                  </a:lnTo>
                  <a:lnTo>
                    <a:pt x="579" y="199"/>
                  </a:lnTo>
                  <a:lnTo>
                    <a:pt x="579" y="210"/>
                  </a:lnTo>
                  <a:lnTo>
                    <a:pt x="579" y="199"/>
                  </a:lnTo>
                  <a:lnTo>
                    <a:pt x="591" y="199"/>
                  </a:lnTo>
                  <a:lnTo>
                    <a:pt x="602" y="199"/>
                  </a:lnTo>
                  <a:lnTo>
                    <a:pt x="615" y="199"/>
                  </a:lnTo>
                  <a:lnTo>
                    <a:pt x="602" y="199"/>
                  </a:lnTo>
                  <a:lnTo>
                    <a:pt x="615" y="199"/>
                  </a:lnTo>
                  <a:lnTo>
                    <a:pt x="627" y="220"/>
                  </a:lnTo>
                  <a:lnTo>
                    <a:pt x="661" y="270"/>
                  </a:lnTo>
                  <a:lnTo>
                    <a:pt x="686" y="299"/>
                  </a:lnTo>
                  <a:lnTo>
                    <a:pt x="709" y="339"/>
                  </a:lnTo>
                  <a:lnTo>
                    <a:pt x="733" y="370"/>
                  </a:lnTo>
                  <a:lnTo>
                    <a:pt x="733" y="380"/>
                  </a:lnTo>
                  <a:lnTo>
                    <a:pt x="745" y="390"/>
                  </a:lnTo>
                  <a:lnTo>
                    <a:pt x="745" y="400"/>
                  </a:lnTo>
                  <a:lnTo>
                    <a:pt x="804" y="490"/>
                  </a:lnTo>
                  <a:lnTo>
                    <a:pt x="804" y="500"/>
                  </a:lnTo>
                  <a:lnTo>
                    <a:pt x="791" y="500"/>
                  </a:lnTo>
                  <a:lnTo>
                    <a:pt x="791" y="490"/>
                  </a:lnTo>
                  <a:lnTo>
                    <a:pt x="791" y="500"/>
                  </a:lnTo>
                  <a:lnTo>
                    <a:pt x="804" y="500"/>
                  </a:lnTo>
                  <a:lnTo>
                    <a:pt x="791" y="500"/>
                  </a:lnTo>
                  <a:lnTo>
                    <a:pt x="791" y="509"/>
                  </a:lnTo>
                  <a:lnTo>
                    <a:pt x="781" y="509"/>
                  </a:lnTo>
                  <a:lnTo>
                    <a:pt x="781" y="520"/>
                  </a:lnTo>
                  <a:lnTo>
                    <a:pt x="791" y="520"/>
                  </a:lnTo>
                  <a:lnTo>
                    <a:pt x="781" y="520"/>
                  </a:lnTo>
                  <a:lnTo>
                    <a:pt x="791" y="520"/>
                  </a:lnTo>
                  <a:lnTo>
                    <a:pt x="791" y="529"/>
                  </a:lnTo>
                  <a:lnTo>
                    <a:pt x="781" y="529"/>
                  </a:lnTo>
                  <a:lnTo>
                    <a:pt x="781" y="540"/>
                  </a:lnTo>
                  <a:lnTo>
                    <a:pt x="781" y="529"/>
                  </a:lnTo>
                  <a:lnTo>
                    <a:pt x="768" y="529"/>
                  </a:lnTo>
                  <a:lnTo>
                    <a:pt x="768" y="540"/>
                  </a:lnTo>
                  <a:lnTo>
                    <a:pt x="768" y="549"/>
                  </a:lnTo>
                  <a:lnTo>
                    <a:pt x="756" y="549"/>
                  </a:lnTo>
                  <a:lnTo>
                    <a:pt x="768" y="549"/>
                  </a:lnTo>
                  <a:lnTo>
                    <a:pt x="756" y="549"/>
                  </a:lnTo>
                  <a:lnTo>
                    <a:pt x="768" y="549"/>
                  </a:lnTo>
                  <a:lnTo>
                    <a:pt x="756" y="549"/>
                  </a:lnTo>
                  <a:lnTo>
                    <a:pt x="756" y="560"/>
                  </a:lnTo>
                  <a:lnTo>
                    <a:pt x="756" y="569"/>
                  </a:lnTo>
                  <a:lnTo>
                    <a:pt x="756" y="580"/>
                  </a:lnTo>
                  <a:lnTo>
                    <a:pt x="733" y="591"/>
                  </a:lnTo>
                  <a:lnTo>
                    <a:pt x="720" y="591"/>
                  </a:lnTo>
                  <a:lnTo>
                    <a:pt x="615" y="640"/>
                  </a:lnTo>
                  <a:lnTo>
                    <a:pt x="591" y="65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32"/>
            <p:cNvSpPr/>
            <p:nvPr/>
          </p:nvSpPr>
          <p:spPr>
            <a:xfrm>
              <a:off x="5360181" y="5160537"/>
              <a:ext cx="396296" cy="500981"/>
            </a:xfrm>
            <a:custGeom>
              <a:avLst/>
              <a:gdLst/>
              <a:ahLst/>
              <a:cxnLst/>
              <a:rect l="l" t="t" r="r" b="b"/>
              <a:pathLst>
                <a:path w="344" h="345" extrusionOk="0">
                  <a:moveTo>
                    <a:pt x="90" y="325"/>
                  </a:moveTo>
                  <a:lnTo>
                    <a:pt x="90" y="336"/>
                  </a:lnTo>
                  <a:lnTo>
                    <a:pt x="77" y="345"/>
                  </a:lnTo>
                  <a:lnTo>
                    <a:pt x="65" y="345"/>
                  </a:lnTo>
                  <a:lnTo>
                    <a:pt x="65" y="336"/>
                  </a:lnTo>
                  <a:lnTo>
                    <a:pt x="52" y="336"/>
                  </a:lnTo>
                  <a:lnTo>
                    <a:pt x="52" y="325"/>
                  </a:lnTo>
                  <a:lnTo>
                    <a:pt x="39" y="325"/>
                  </a:lnTo>
                  <a:lnTo>
                    <a:pt x="27" y="325"/>
                  </a:lnTo>
                  <a:lnTo>
                    <a:pt x="27" y="314"/>
                  </a:lnTo>
                  <a:lnTo>
                    <a:pt x="39" y="314"/>
                  </a:lnTo>
                  <a:lnTo>
                    <a:pt x="39" y="305"/>
                  </a:lnTo>
                  <a:lnTo>
                    <a:pt x="27" y="305"/>
                  </a:lnTo>
                  <a:lnTo>
                    <a:pt x="27" y="294"/>
                  </a:lnTo>
                  <a:lnTo>
                    <a:pt x="27" y="284"/>
                  </a:lnTo>
                  <a:lnTo>
                    <a:pt x="27" y="273"/>
                  </a:lnTo>
                  <a:lnTo>
                    <a:pt x="27" y="264"/>
                  </a:lnTo>
                  <a:lnTo>
                    <a:pt x="14" y="264"/>
                  </a:lnTo>
                  <a:lnTo>
                    <a:pt x="14" y="254"/>
                  </a:lnTo>
                  <a:lnTo>
                    <a:pt x="0" y="254"/>
                  </a:lnTo>
                  <a:lnTo>
                    <a:pt x="0" y="244"/>
                  </a:lnTo>
                  <a:lnTo>
                    <a:pt x="14" y="244"/>
                  </a:lnTo>
                  <a:lnTo>
                    <a:pt x="14" y="233"/>
                  </a:lnTo>
                  <a:lnTo>
                    <a:pt x="27" y="233"/>
                  </a:lnTo>
                  <a:lnTo>
                    <a:pt x="27" y="224"/>
                  </a:lnTo>
                  <a:lnTo>
                    <a:pt x="39" y="224"/>
                  </a:lnTo>
                  <a:lnTo>
                    <a:pt x="39" y="213"/>
                  </a:lnTo>
                  <a:lnTo>
                    <a:pt x="39" y="203"/>
                  </a:lnTo>
                  <a:lnTo>
                    <a:pt x="39" y="193"/>
                  </a:lnTo>
                  <a:lnTo>
                    <a:pt x="39" y="203"/>
                  </a:lnTo>
                  <a:lnTo>
                    <a:pt x="39" y="193"/>
                  </a:lnTo>
                  <a:lnTo>
                    <a:pt x="27" y="193"/>
                  </a:lnTo>
                  <a:lnTo>
                    <a:pt x="27" y="184"/>
                  </a:lnTo>
                  <a:lnTo>
                    <a:pt x="14" y="184"/>
                  </a:lnTo>
                  <a:lnTo>
                    <a:pt x="14" y="172"/>
                  </a:lnTo>
                  <a:lnTo>
                    <a:pt x="14" y="163"/>
                  </a:lnTo>
                  <a:lnTo>
                    <a:pt x="14" y="152"/>
                  </a:lnTo>
                  <a:lnTo>
                    <a:pt x="14" y="142"/>
                  </a:lnTo>
                  <a:lnTo>
                    <a:pt x="27" y="142"/>
                  </a:lnTo>
                  <a:lnTo>
                    <a:pt x="39" y="142"/>
                  </a:lnTo>
                  <a:lnTo>
                    <a:pt x="52" y="142"/>
                  </a:lnTo>
                  <a:lnTo>
                    <a:pt x="52" y="132"/>
                  </a:lnTo>
                  <a:lnTo>
                    <a:pt x="52" y="123"/>
                  </a:lnTo>
                  <a:lnTo>
                    <a:pt x="52" y="112"/>
                  </a:lnTo>
                  <a:lnTo>
                    <a:pt x="65" y="112"/>
                  </a:lnTo>
                  <a:lnTo>
                    <a:pt x="65" y="102"/>
                  </a:lnTo>
                  <a:lnTo>
                    <a:pt x="65" y="91"/>
                  </a:lnTo>
                  <a:lnTo>
                    <a:pt x="77" y="91"/>
                  </a:lnTo>
                  <a:lnTo>
                    <a:pt x="90" y="91"/>
                  </a:lnTo>
                  <a:lnTo>
                    <a:pt x="102" y="91"/>
                  </a:lnTo>
                  <a:lnTo>
                    <a:pt x="102" y="102"/>
                  </a:lnTo>
                  <a:lnTo>
                    <a:pt x="115" y="102"/>
                  </a:lnTo>
                  <a:lnTo>
                    <a:pt x="129" y="102"/>
                  </a:lnTo>
                  <a:lnTo>
                    <a:pt x="129" y="91"/>
                  </a:lnTo>
                  <a:lnTo>
                    <a:pt x="129" y="81"/>
                  </a:lnTo>
                  <a:lnTo>
                    <a:pt x="129" y="72"/>
                  </a:lnTo>
                  <a:lnTo>
                    <a:pt x="115" y="72"/>
                  </a:lnTo>
                  <a:lnTo>
                    <a:pt x="115" y="60"/>
                  </a:lnTo>
                  <a:lnTo>
                    <a:pt x="129" y="60"/>
                  </a:lnTo>
                  <a:lnTo>
                    <a:pt x="129" y="72"/>
                  </a:lnTo>
                  <a:lnTo>
                    <a:pt x="129" y="60"/>
                  </a:lnTo>
                  <a:lnTo>
                    <a:pt x="141" y="60"/>
                  </a:lnTo>
                  <a:lnTo>
                    <a:pt x="154" y="60"/>
                  </a:lnTo>
                  <a:lnTo>
                    <a:pt x="154" y="51"/>
                  </a:lnTo>
                  <a:lnTo>
                    <a:pt x="154" y="40"/>
                  </a:lnTo>
                  <a:lnTo>
                    <a:pt x="141" y="40"/>
                  </a:lnTo>
                  <a:lnTo>
                    <a:pt x="154" y="40"/>
                  </a:lnTo>
                  <a:lnTo>
                    <a:pt x="154" y="31"/>
                  </a:lnTo>
                  <a:lnTo>
                    <a:pt x="141" y="31"/>
                  </a:lnTo>
                  <a:lnTo>
                    <a:pt x="154" y="31"/>
                  </a:lnTo>
                  <a:lnTo>
                    <a:pt x="141" y="31"/>
                  </a:lnTo>
                  <a:lnTo>
                    <a:pt x="141" y="20"/>
                  </a:lnTo>
                  <a:lnTo>
                    <a:pt x="154" y="20"/>
                  </a:lnTo>
                  <a:lnTo>
                    <a:pt x="166" y="20"/>
                  </a:lnTo>
                  <a:lnTo>
                    <a:pt x="166" y="11"/>
                  </a:lnTo>
                  <a:lnTo>
                    <a:pt x="154" y="11"/>
                  </a:lnTo>
                  <a:lnTo>
                    <a:pt x="166" y="11"/>
                  </a:lnTo>
                  <a:lnTo>
                    <a:pt x="154" y="11"/>
                  </a:lnTo>
                  <a:lnTo>
                    <a:pt x="154" y="0"/>
                  </a:lnTo>
                  <a:lnTo>
                    <a:pt x="166" y="11"/>
                  </a:lnTo>
                  <a:lnTo>
                    <a:pt x="166" y="0"/>
                  </a:lnTo>
                  <a:lnTo>
                    <a:pt x="166" y="11"/>
                  </a:lnTo>
                  <a:lnTo>
                    <a:pt x="178" y="11"/>
                  </a:lnTo>
                  <a:lnTo>
                    <a:pt x="192" y="11"/>
                  </a:lnTo>
                  <a:lnTo>
                    <a:pt x="203" y="11"/>
                  </a:lnTo>
                  <a:lnTo>
                    <a:pt x="217" y="11"/>
                  </a:lnTo>
                  <a:lnTo>
                    <a:pt x="229" y="11"/>
                  </a:lnTo>
                  <a:lnTo>
                    <a:pt x="229" y="20"/>
                  </a:lnTo>
                  <a:lnTo>
                    <a:pt x="229" y="11"/>
                  </a:lnTo>
                  <a:lnTo>
                    <a:pt x="229" y="20"/>
                  </a:lnTo>
                  <a:lnTo>
                    <a:pt x="242" y="20"/>
                  </a:lnTo>
                  <a:lnTo>
                    <a:pt x="255" y="20"/>
                  </a:lnTo>
                  <a:lnTo>
                    <a:pt x="255" y="31"/>
                  </a:lnTo>
                  <a:lnTo>
                    <a:pt x="255" y="40"/>
                  </a:lnTo>
                  <a:lnTo>
                    <a:pt x="255" y="51"/>
                  </a:lnTo>
                  <a:lnTo>
                    <a:pt x="267" y="51"/>
                  </a:lnTo>
                  <a:lnTo>
                    <a:pt x="267" y="60"/>
                  </a:lnTo>
                  <a:lnTo>
                    <a:pt x="267" y="72"/>
                  </a:lnTo>
                  <a:lnTo>
                    <a:pt x="267" y="81"/>
                  </a:lnTo>
                  <a:lnTo>
                    <a:pt x="255" y="81"/>
                  </a:lnTo>
                  <a:lnTo>
                    <a:pt x="267" y="81"/>
                  </a:lnTo>
                  <a:lnTo>
                    <a:pt x="255" y="91"/>
                  </a:lnTo>
                  <a:lnTo>
                    <a:pt x="267" y="91"/>
                  </a:lnTo>
                  <a:lnTo>
                    <a:pt x="267" y="102"/>
                  </a:lnTo>
                  <a:lnTo>
                    <a:pt x="280" y="102"/>
                  </a:lnTo>
                  <a:lnTo>
                    <a:pt x="292" y="102"/>
                  </a:lnTo>
                  <a:lnTo>
                    <a:pt x="292" y="112"/>
                  </a:lnTo>
                  <a:lnTo>
                    <a:pt x="305" y="112"/>
                  </a:lnTo>
                  <a:lnTo>
                    <a:pt x="305" y="123"/>
                  </a:lnTo>
                  <a:lnTo>
                    <a:pt x="305" y="132"/>
                  </a:lnTo>
                  <a:lnTo>
                    <a:pt x="319" y="132"/>
                  </a:lnTo>
                  <a:lnTo>
                    <a:pt x="330" y="132"/>
                  </a:lnTo>
                  <a:lnTo>
                    <a:pt x="344" y="132"/>
                  </a:lnTo>
                  <a:lnTo>
                    <a:pt x="344" y="142"/>
                  </a:lnTo>
                  <a:lnTo>
                    <a:pt x="344" y="152"/>
                  </a:lnTo>
                  <a:lnTo>
                    <a:pt x="330" y="152"/>
                  </a:lnTo>
                  <a:lnTo>
                    <a:pt x="330" y="163"/>
                  </a:lnTo>
                  <a:lnTo>
                    <a:pt x="319" y="163"/>
                  </a:lnTo>
                  <a:lnTo>
                    <a:pt x="319" y="172"/>
                  </a:lnTo>
                  <a:lnTo>
                    <a:pt x="319" y="184"/>
                  </a:lnTo>
                  <a:lnTo>
                    <a:pt x="305" y="184"/>
                  </a:lnTo>
                  <a:lnTo>
                    <a:pt x="292" y="184"/>
                  </a:lnTo>
                  <a:lnTo>
                    <a:pt x="292" y="193"/>
                  </a:lnTo>
                  <a:lnTo>
                    <a:pt x="280" y="193"/>
                  </a:lnTo>
                  <a:lnTo>
                    <a:pt x="280" y="184"/>
                  </a:lnTo>
                  <a:lnTo>
                    <a:pt x="280" y="172"/>
                  </a:lnTo>
                  <a:lnTo>
                    <a:pt x="292" y="172"/>
                  </a:lnTo>
                  <a:lnTo>
                    <a:pt x="292" y="163"/>
                  </a:lnTo>
                  <a:lnTo>
                    <a:pt x="280" y="163"/>
                  </a:lnTo>
                  <a:lnTo>
                    <a:pt x="280" y="152"/>
                  </a:lnTo>
                  <a:lnTo>
                    <a:pt x="267" y="152"/>
                  </a:lnTo>
                  <a:lnTo>
                    <a:pt x="267" y="163"/>
                  </a:lnTo>
                  <a:lnTo>
                    <a:pt x="255" y="163"/>
                  </a:lnTo>
                  <a:lnTo>
                    <a:pt x="242" y="163"/>
                  </a:lnTo>
                  <a:lnTo>
                    <a:pt x="242" y="172"/>
                  </a:lnTo>
                  <a:lnTo>
                    <a:pt x="242" y="184"/>
                  </a:lnTo>
                  <a:lnTo>
                    <a:pt x="229" y="184"/>
                  </a:lnTo>
                  <a:lnTo>
                    <a:pt x="242" y="184"/>
                  </a:lnTo>
                  <a:lnTo>
                    <a:pt x="229" y="184"/>
                  </a:lnTo>
                  <a:lnTo>
                    <a:pt x="242" y="193"/>
                  </a:lnTo>
                  <a:lnTo>
                    <a:pt x="229" y="193"/>
                  </a:lnTo>
                  <a:lnTo>
                    <a:pt x="229" y="203"/>
                  </a:lnTo>
                  <a:lnTo>
                    <a:pt x="242" y="203"/>
                  </a:lnTo>
                  <a:lnTo>
                    <a:pt x="242" y="213"/>
                  </a:lnTo>
                  <a:lnTo>
                    <a:pt x="229" y="213"/>
                  </a:lnTo>
                  <a:lnTo>
                    <a:pt x="229" y="224"/>
                  </a:lnTo>
                  <a:lnTo>
                    <a:pt x="217" y="224"/>
                  </a:lnTo>
                  <a:lnTo>
                    <a:pt x="217" y="233"/>
                  </a:lnTo>
                  <a:lnTo>
                    <a:pt x="203" y="233"/>
                  </a:lnTo>
                  <a:lnTo>
                    <a:pt x="192" y="233"/>
                  </a:lnTo>
                  <a:lnTo>
                    <a:pt x="178" y="233"/>
                  </a:lnTo>
                  <a:lnTo>
                    <a:pt x="178" y="244"/>
                  </a:lnTo>
                  <a:lnTo>
                    <a:pt x="178" y="254"/>
                  </a:lnTo>
                  <a:lnTo>
                    <a:pt x="166" y="254"/>
                  </a:lnTo>
                  <a:lnTo>
                    <a:pt x="166" y="264"/>
                  </a:lnTo>
                  <a:lnTo>
                    <a:pt x="166" y="273"/>
                  </a:lnTo>
                  <a:lnTo>
                    <a:pt x="166" y="284"/>
                  </a:lnTo>
                  <a:lnTo>
                    <a:pt x="154" y="284"/>
                  </a:lnTo>
                  <a:lnTo>
                    <a:pt x="154" y="294"/>
                  </a:lnTo>
                  <a:lnTo>
                    <a:pt x="141" y="294"/>
                  </a:lnTo>
                  <a:lnTo>
                    <a:pt x="141" y="305"/>
                  </a:lnTo>
                  <a:lnTo>
                    <a:pt x="129" y="305"/>
                  </a:lnTo>
                  <a:lnTo>
                    <a:pt x="129" y="314"/>
                  </a:lnTo>
                  <a:lnTo>
                    <a:pt x="129" y="325"/>
                  </a:lnTo>
                  <a:lnTo>
                    <a:pt x="115" y="325"/>
                  </a:lnTo>
                  <a:lnTo>
                    <a:pt x="102" y="325"/>
                  </a:lnTo>
                  <a:lnTo>
                    <a:pt x="90" y="325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2"/>
            <p:cNvSpPr/>
            <p:nvPr/>
          </p:nvSpPr>
          <p:spPr>
            <a:xfrm>
              <a:off x="4004182" y="3385784"/>
              <a:ext cx="684367" cy="472556"/>
            </a:xfrm>
            <a:custGeom>
              <a:avLst/>
              <a:gdLst/>
              <a:ahLst/>
              <a:cxnLst/>
              <a:rect l="l" t="t" r="r" b="b"/>
              <a:pathLst>
                <a:path w="591" h="325" extrusionOk="0">
                  <a:moveTo>
                    <a:pt x="113" y="182"/>
                  </a:moveTo>
                  <a:lnTo>
                    <a:pt x="126" y="182"/>
                  </a:lnTo>
                  <a:lnTo>
                    <a:pt x="126" y="192"/>
                  </a:lnTo>
                  <a:lnTo>
                    <a:pt x="137" y="192"/>
                  </a:lnTo>
                  <a:lnTo>
                    <a:pt x="151" y="192"/>
                  </a:lnTo>
                  <a:lnTo>
                    <a:pt x="137" y="192"/>
                  </a:lnTo>
                  <a:lnTo>
                    <a:pt x="151" y="192"/>
                  </a:lnTo>
                  <a:lnTo>
                    <a:pt x="164" y="192"/>
                  </a:lnTo>
                  <a:lnTo>
                    <a:pt x="164" y="203"/>
                  </a:lnTo>
                  <a:lnTo>
                    <a:pt x="164" y="192"/>
                  </a:lnTo>
                  <a:lnTo>
                    <a:pt x="176" y="192"/>
                  </a:lnTo>
                  <a:lnTo>
                    <a:pt x="176" y="182"/>
                  </a:lnTo>
                  <a:lnTo>
                    <a:pt x="176" y="173"/>
                  </a:lnTo>
                  <a:lnTo>
                    <a:pt x="189" y="173"/>
                  </a:lnTo>
                  <a:lnTo>
                    <a:pt x="189" y="162"/>
                  </a:lnTo>
                  <a:lnTo>
                    <a:pt x="189" y="173"/>
                  </a:lnTo>
                  <a:lnTo>
                    <a:pt x="189" y="162"/>
                  </a:lnTo>
                  <a:lnTo>
                    <a:pt x="202" y="162"/>
                  </a:lnTo>
                  <a:lnTo>
                    <a:pt x="202" y="152"/>
                  </a:lnTo>
                  <a:lnTo>
                    <a:pt x="214" y="152"/>
                  </a:lnTo>
                  <a:lnTo>
                    <a:pt x="227" y="152"/>
                  </a:lnTo>
                  <a:lnTo>
                    <a:pt x="227" y="142"/>
                  </a:lnTo>
                  <a:lnTo>
                    <a:pt x="227" y="132"/>
                  </a:lnTo>
                  <a:lnTo>
                    <a:pt x="227" y="121"/>
                  </a:lnTo>
                  <a:lnTo>
                    <a:pt x="238" y="121"/>
                  </a:lnTo>
                  <a:lnTo>
                    <a:pt x="238" y="112"/>
                  </a:lnTo>
                  <a:lnTo>
                    <a:pt x="252" y="112"/>
                  </a:lnTo>
                  <a:lnTo>
                    <a:pt x="252" y="101"/>
                  </a:lnTo>
                  <a:lnTo>
                    <a:pt x="265" y="101"/>
                  </a:lnTo>
                  <a:lnTo>
                    <a:pt x="277" y="101"/>
                  </a:lnTo>
                  <a:lnTo>
                    <a:pt x="277" y="112"/>
                  </a:lnTo>
                  <a:lnTo>
                    <a:pt x="290" y="112"/>
                  </a:lnTo>
                  <a:lnTo>
                    <a:pt x="277" y="112"/>
                  </a:lnTo>
                  <a:lnTo>
                    <a:pt x="277" y="101"/>
                  </a:lnTo>
                  <a:lnTo>
                    <a:pt x="290" y="101"/>
                  </a:lnTo>
                  <a:lnTo>
                    <a:pt x="302" y="91"/>
                  </a:lnTo>
                  <a:lnTo>
                    <a:pt x="302" y="81"/>
                  </a:lnTo>
                  <a:lnTo>
                    <a:pt x="315" y="81"/>
                  </a:lnTo>
                  <a:lnTo>
                    <a:pt x="328" y="91"/>
                  </a:lnTo>
                  <a:lnTo>
                    <a:pt x="328" y="81"/>
                  </a:lnTo>
                  <a:lnTo>
                    <a:pt x="328" y="72"/>
                  </a:lnTo>
                  <a:lnTo>
                    <a:pt x="339" y="72"/>
                  </a:lnTo>
                  <a:lnTo>
                    <a:pt x="353" y="81"/>
                  </a:lnTo>
                  <a:lnTo>
                    <a:pt x="364" y="81"/>
                  </a:lnTo>
                  <a:lnTo>
                    <a:pt x="378" y="81"/>
                  </a:lnTo>
                  <a:lnTo>
                    <a:pt x="378" y="72"/>
                  </a:lnTo>
                  <a:lnTo>
                    <a:pt x="378" y="81"/>
                  </a:lnTo>
                  <a:lnTo>
                    <a:pt x="391" y="81"/>
                  </a:lnTo>
                  <a:lnTo>
                    <a:pt x="391" y="72"/>
                  </a:lnTo>
                  <a:lnTo>
                    <a:pt x="403" y="72"/>
                  </a:lnTo>
                  <a:lnTo>
                    <a:pt x="403" y="61"/>
                  </a:lnTo>
                  <a:lnTo>
                    <a:pt x="416" y="61"/>
                  </a:lnTo>
                  <a:lnTo>
                    <a:pt x="428" y="61"/>
                  </a:lnTo>
                  <a:lnTo>
                    <a:pt x="428" y="51"/>
                  </a:lnTo>
                  <a:lnTo>
                    <a:pt x="440" y="51"/>
                  </a:lnTo>
                  <a:lnTo>
                    <a:pt x="440" y="40"/>
                  </a:lnTo>
                  <a:lnTo>
                    <a:pt x="440" y="31"/>
                  </a:lnTo>
                  <a:lnTo>
                    <a:pt x="454" y="31"/>
                  </a:lnTo>
                  <a:lnTo>
                    <a:pt x="454" y="21"/>
                  </a:lnTo>
                  <a:lnTo>
                    <a:pt x="454" y="9"/>
                  </a:lnTo>
                  <a:lnTo>
                    <a:pt x="465" y="0"/>
                  </a:lnTo>
                  <a:lnTo>
                    <a:pt x="465" y="9"/>
                  </a:lnTo>
                  <a:lnTo>
                    <a:pt x="479" y="9"/>
                  </a:lnTo>
                  <a:lnTo>
                    <a:pt x="492" y="9"/>
                  </a:lnTo>
                  <a:lnTo>
                    <a:pt x="492" y="21"/>
                  </a:lnTo>
                  <a:lnTo>
                    <a:pt x="492" y="31"/>
                  </a:lnTo>
                  <a:lnTo>
                    <a:pt x="504" y="31"/>
                  </a:lnTo>
                  <a:lnTo>
                    <a:pt x="504" y="40"/>
                  </a:lnTo>
                  <a:lnTo>
                    <a:pt x="517" y="40"/>
                  </a:lnTo>
                  <a:lnTo>
                    <a:pt x="504" y="40"/>
                  </a:lnTo>
                  <a:lnTo>
                    <a:pt x="517" y="40"/>
                  </a:lnTo>
                  <a:lnTo>
                    <a:pt x="517" y="51"/>
                  </a:lnTo>
                  <a:lnTo>
                    <a:pt x="517" y="61"/>
                  </a:lnTo>
                  <a:lnTo>
                    <a:pt x="517" y="72"/>
                  </a:lnTo>
                  <a:lnTo>
                    <a:pt x="517" y="81"/>
                  </a:lnTo>
                  <a:lnTo>
                    <a:pt x="517" y="91"/>
                  </a:lnTo>
                  <a:lnTo>
                    <a:pt x="529" y="91"/>
                  </a:lnTo>
                  <a:lnTo>
                    <a:pt x="529" y="101"/>
                  </a:lnTo>
                  <a:lnTo>
                    <a:pt x="529" y="112"/>
                  </a:lnTo>
                  <a:lnTo>
                    <a:pt x="529" y="121"/>
                  </a:lnTo>
                  <a:lnTo>
                    <a:pt x="541" y="121"/>
                  </a:lnTo>
                  <a:lnTo>
                    <a:pt x="541" y="132"/>
                  </a:lnTo>
                  <a:lnTo>
                    <a:pt x="554" y="132"/>
                  </a:lnTo>
                  <a:lnTo>
                    <a:pt x="554" y="142"/>
                  </a:lnTo>
                  <a:lnTo>
                    <a:pt x="566" y="152"/>
                  </a:lnTo>
                  <a:lnTo>
                    <a:pt x="554" y="152"/>
                  </a:lnTo>
                  <a:lnTo>
                    <a:pt x="541" y="152"/>
                  </a:lnTo>
                  <a:lnTo>
                    <a:pt x="541" y="162"/>
                  </a:lnTo>
                  <a:lnTo>
                    <a:pt x="529" y="162"/>
                  </a:lnTo>
                  <a:lnTo>
                    <a:pt x="529" y="152"/>
                  </a:lnTo>
                  <a:lnTo>
                    <a:pt x="529" y="162"/>
                  </a:lnTo>
                  <a:lnTo>
                    <a:pt x="529" y="173"/>
                  </a:lnTo>
                  <a:lnTo>
                    <a:pt x="541" y="173"/>
                  </a:lnTo>
                  <a:lnTo>
                    <a:pt x="541" y="182"/>
                  </a:lnTo>
                  <a:lnTo>
                    <a:pt x="554" y="182"/>
                  </a:lnTo>
                  <a:lnTo>
                    <a:pt x="554" y="192"/>
                  </a:lnTo>
                  <a:lnTo>
                    <a:pt x="566" y="192"/>
                  </a:lnTo>
                  <a:lnTo>
                    <a:pt x="579" y="192"/>
                  </a:lnTo>
                  <a:lnTo>
                    <a:pt x="579" y="203"/>
                  </a:lnTo>
                  <a:lnTo>
                    <a:pt x="579" y="213"/>
                  </a:lnTo>
                  <a:lnTo>
                    <a:pt x="591" y="213"/>
                  </a:lnTo>
                  <a:lnTo>
                    <a:pt x="591" y="222"/>
                  </a:lnTo>
                  <a:lnTo>
                    <a:pt x="591" y="233"/>
                  </a:lnTo>
                  <a:lnTo>
                    <a:pt x="579" y="233"/>
                  </a:lnTo>
                  <a:lnTo>
                    <a:pt x="579" y="222"/>
                  </a:lnTo>
                  <a:lnTo>
                    <a:pt x="579" y="233"/>
                  </a:lnTo>
                  <a:lnTo>
                    <a:pt x="579" y="222"/>
                  </a:lnTo>
                  <a:lnTo>
                    <a:pt x="566" y="222"/>
                  </a:lnTo>
                  <a:lnTo>
                    <a:pt x="566" y="233"/>
                  </a:lnTo>
                  <a:lnTo>
                    <a:pt x="566" y="222"/>
                  </a:lnTo>
                  <a:lnTo>
                    <a:pt x="566" y="233"/>
                  </a:lnTo>
                  <a:lnTo>
                    <a:pt x="554" y="233"/>
                  </a:lnTo>
                  <a:lnTo>
                    <a:pt x="554" y="244"/>
                  </a:lnTo>
                  <a:lnTo>
                    <a:pt x="541" y="244"/>
                  </a:lnTo>
                  <a:lnTo>
                    <a:pt x="541" y="253"/>
                  </a:lnTo>
                  <a:lnTo>
                    <a:pt x="529" y="253"/>
                  </a:lnTo>
                  <a:lnTo>
                    <a:pt x="529" y="264"/>
                  </a:lnTo>
                  <a:lnTo>
                    <a:pt x="517" y="264"/>
                  </a:lnTo>
                  <a:lnTo>
                    <a:pt x="504" y="264"/>
                  </a:lnTo>
                  <a:lnTo>
                    <a:pt x="504" y="274"/>
                  </a:lnTo>
                  <a:lnTo>
                    <a:pt x="492" y="274"/>
                  </a:lnTo>
                  <a:lnTo>
                    <a:pt x="492" y="285"/>
                  </a:lnTo>
                  <a:lnTo>
                    <a:pt x="492" y="274"/>
                  </a:lnTo>
                  <a:lnTo>
                    <a:pt x="492" y="285"/>
                  </a:lnTo>
                  <a:lnTo>
                    <a:pt x="479" y="274"/>
                  </a:lnTo>
                  <a:lnTo>
                    <a:pt x="479" y="285"/>
                  </a:lnTo>
                  <a:lnTo>
                    <a:pt x="479" y="274"/>
                  </a:lnTo>
                  <a:lnTo>
                    <a:pt x="465" y="274"/>
                  </a:lnTo>
                  <a:lnTo>
                    <a:pt x="454" y="274"/>
                  </a:lnTo>
                  <a:lnTo>
                    <a:pt x="454" y="264"/>
                  </a:lnTo>
                  <a:lnTo>
                    <a:pt x="440" y="264"/>
                  </a:lnTo>
                  <a:lnTo>
                    <a:pt x="428" y="264"/>
                  </a:lnTo>
                  <a:lnTo>
                    <a:pt x="428" y="253"/>
                  </a:lnTo>
                  <a:lnTo>
                    <a:pt x="428" y="244"/>
                  </a:lnTo>
                  <a:lnTo>
                    <a:pt x="416" y="244"/>
                  </a:lnTo>
                  <a:lnTo>
                    <a:pt x="416" y="253"/>
                  </a:lnTo>
                  <a:lnTo>
                    <a:pt x="403" y="253"/>
                  </a:lnTo>
                  <a:lnTo>
                    <a:pt x="403" y="244"/>
                  </a:lnTo>
                  <a:lnTo>
                    <a:pt x="391" y="244"/>
                  </a:lnTo>
                  <a:lnTo>
                    <a:pt x="391" y="253"/>
                  </a:lnTo>
                  <a:lnTo>
                    <a:pt x="391" y="244"/>
                  </a:lnTo>
                  <a:lnTo>
                    <a:pt x="391" y="233"/>
                  </a:lnTo>
                  <a:lnTo>
                    <a:pt x="378" y="233"/>
                  </a:lnTo>
                  <a:lnTo>
                    <a:pt x="364" y="233"/>
                  </a:lnTo>
                  <a:lnTo>
                    <a:pt x="364" y="244"/>
                  </a:lnTo>
                  <a:lnTo>
                    <a:pt x="353" y="244"/>
                  </a:lnTo>
                  <a:lnTo>
                    <a:pt x="339" y="244"/>
                  </a:lnTo>
                  <a:lnTo>
                    <a:pt x="339" y="253"/>
                  </a:lnTo>
                  <a:lnTo>
                    <a:pt x="339" y="244"/>
                  </a:lnTo>
                  <a:lnTo>
                    <a:pt x="339" y="253"/>
                  </a:lnTo>
                  <a:lnTo>
                    <a:pt x="339" y="264"/>
                  </a:lnTo>
                  <a:lnTo>
                    <a:pt x="328" y="264"/>
                  </a:lnTo>
                  <a:lnTo>
                    <a:pt x="315" y="264"/>
                  </a:lnTo>
                  <a:lnTo>
                    <a:pt x="315" y="274"/>
                  </a:lnTo>
                  <a:lnTo>
                    <a:pt x="315" y="264"/>
                  </a:lnTo>
                  <a:lnTo>
                    <a:pt x="302" y="264"/>
                  </a:lnTo>
                  <a:lnTo>
                    <a:pt x="302" y="274"/>
                  </a:lnTo>
                  <a:lnTo>
                    <a:pt x="290" y="274"/>
                  </a:lnTo>
                  <a:lnTo>
                    <a:pt x="277" y="274"/>
                  </a:lnTo>
                  <a:lnTo>
                    <a:pt x="277" y="264"/>
                  </a:lnTo>
                  <a:lnTo>
                    <a:pt x="277" y="253"/>
                  </a:lnTo>
                  <a:lnTo>
                    <a:pt x="290" y="253"/>
                  </a:lnTo>
                  <a:lnTo>
                    <a:pt x="277" y="253"/>
                  </a:lnTo>
                  <a:lnTo>
                    <a:pt x="265" y="253"/>
                  </a:lnTo>
                  <a:lnTo>
                    <a:pt x="265" y="244"/>
                  </a:lnTo>
                  <a:lnTo>
                    <a:pt x="265" y="253"/>
                  </a:lnTo>
                  <a:lnTo>
                    <a:pt x="252" y="253"/>
                  </a:lnTo>
                  <a:lnTo>
                    <a:pt x="252" y="264"/>
                  </a:lnTo>
                  <a:lnTo>
                    <a:pt x="238" y="264"/>
                  </a:lnTo>
                  <a:lnTo>
                    <a:pt x="227" y="264"/>
                  </a:lnTo>
                  <a:lnTo>
                    <a:pt x="238" y="264"/>
                  </a:lnTo>
                  <a:lnTo>
                    <a:pt x="227" y="264"/>
                  </a:lnTo>
                  <a:lnTo>
                    <a:pt x="214" y="264"/>
                  </a:lnTo>
                  <a:lnTo>
                    <a:pt x="202" y="264"/>
                  </a:lnTo>
                  <a:lnTo>
                    <a:pt x="202" y="274"/>
                  </a:lnTo>
                  <a:lnTo>
                    <a:pt x="189" y="274"/>
                  </a:lnTo>
                  <a:lnTo>
                    <a:pt x="176" y="274"/>
                  </a:lnTo>
                  <a:lnTo>
                    <a:pt x="176" y="264"/>
                  </a:lnTo>
                  <a:lnTo>
                    <a:pt x="164" y="264"/>
                  </a:lnTo>
                  <a:lnTo>
                    <a:pt x="151" y="264"/>
                  </a:lnTo>
                  <a:lnTo>
                    <a:pt x="151" y="274"/>
                  </a:lnTo>
                  <a:lnTo>
                    <a:pt x="137" y="274"/>
                  </a:lnTo>
                  <a:lnTo>
                    <a:pt x="137" y="285"/>
                  </a:lnTo>
                  <a:lnTo>
                    <a:pt x="126" y="285"/>
                  </a:lnTo>
                  <a:lnTo>
                    <a:pt x="113" y="285"/>
                  </a:lnTo>
                  <a:lnTo>
                    <a:pt x="101" y="285"/>
                  </a:lnTo>
                  <a:lnTo>
                    <a:pt x="101" y="294"/>
                  </a:lnTo>
                  <a:lnTo>
                    <a:pt x="101" y="304"/>
                  </a:lnTo>
                  <a:lnTo>
                    <a:pt x="113" y="304"/>
                  </a:lnTo>
                  <a:lnTo>
                    <a:pt x="101" y="304"/>
                  </a:lnTo>
                  <a:lnTo>
                    <a:pt x="113" y="304"/>
                  </a:lnTo>
                  <a:lnTo>
                    <a:pt x="101" y="304"/>
                  </a:lnTo>
                  <a:lnTo>
                    <a:pt x="101" y="314"/>
                  </a:lnTo>
                  <a:lnTo>
                    <a:pt x="113" y="314"/>
                  </a:lnTo>
                  <a:lnTo>
                    <a:pt x="113" y="325"/>
                  </a:lnTo>
                  <a:lnTo>
                    <a:pt x="101" y="325"/>
                  </a:lnTo>
                  <a:lnTo>
                    <a:pt x="88" y="325"/>
                  </a:lnTo>
                  <a:lnTo>
                    <a:pt x="88" y="314"/>
                  </a:lnTo>
                  <a:lnTo>
                    <a:pt x="75" y="314"/>
                  </a:lnTo>
                  <a:lnTo>
                    <a:pt x="75" y="304"/>
                  </a:lnTo>
                  <a:lnTo>
                    <a:pt x="75" y="314"/>
                  </a:lnTo>
                  <a:lnTo>
                    <a:pt x="63" y="314"/>
                  </a:lnTo>
                  <a:lnTo>
                    <a:pt x="50" y="314"/>
                  </a:lnTo>
                  <a:lnTo>
                    <a:pt x="50" y="304"/>
                  </a:lnTo>
                  <a:lnTo>
                    <a:pt x="38" y="304"/>
                  </a:lnTo>
                  <a:lnTo>
                    <a:pt x="38" y="294"/>
                  </a:lnTo>
                  <a:lnTo>
                    <a:pt x="25" y="294"/>
                  </a:lnTo>
                  <a:lnTo>
                    <a:pt x="25" y="304"/>
                  </a:lnTo>
                  <a:lnTo>
                    <a:pt x="25" y="294"/>
                  </a:lnTo>
                  <a:lnTo>
                    <a:pt x="38" y="294"/>
                  </a:lnTo>
                  <a:lnTo>
                    <a:pt x="38" y="285"/>
                  </a:lnTo>
                  <a:lnTo>
                    <a:pt x="25" y="285"/>
                  </a:lnTo>
                  <a:lnTo>
                    <a:pt x="38" y="285"/>
                  </a:lnTo>
                  <a:lnTo>
                    <a:pt x="25" y="285"/>
                  </a:lnTo>
                  <a:lnTo>
                    <a:pt x="25" y="274"/>
                  </a:lnTo>
                  <a:lnTo>
                    <a:pt x="25" y="264"/>
                  </a:lnTo>
                  <a:lnTo>
                    <a:pt x="12" y="264"/>
                  </a:lnTo>
                  <a:lnTo>
                    <a:pt x="12" y="253"/>
                  </a:lnTo>
                  <a:lnTo>
                    <a:pt x="25" y="253"/>
                  </a:lnTo>
                  <a:lnTo>
                    <a:pt x="12" y="253"/>
                  </a:lnTo>
                  <a:lnTo>
                    <a:pt x="12" y="244"/>
                  </a:lnTo>
                  <a:lnTo>
                    <a:pt x="12" y="233"/>
                  </a:lnTo>
                  <a:lnTo>
                    <a:pt x="12" y="222"/>
                  </a:lnTo>
                  <a:lnTo>
                    <a:pt x="0" y="222"/>
                  </a:lnTo>
                  <a:lnTo>
                    <a:pt x="0" y="213"/>
                  </a:lnTo>
                  <a:lnTo>
                    <a:pt x="0" y="203"/>
                  </a:lnTo>
                  <a:lnTo>
                    <a:pt x="0" y="192"/>
                  </a:lnTo>
                  <a:lnTo>
                    <a:pt x="12" y="192"/>
                  </a:lnTo>
                  <a:lnTo>
                    <a:pt x="12" y="182"/>
                  </a:lnTo>
                  <a:lnTo>
                    <a:pt x="25" y="182"/>
                  </a:lnTo>
                  <a:lnTo>
                    <a:pt x="38" y="182"/>
                  </a:lnTo>
                  <a:lnTo>
                    <a:pt x="50" y="182"/>
                  </a:lnTo>
                  <a:lnTo>
                    <a:pt x="50" y="173"/>
                  </a:lnTo>
                  <a:lnTo>
                    <a:pt x="63" y="173"/>
                  </a:lnTo>
                  <a:lnTo>
                    <a:pt x="63" y="162"/>
                  </a:lnTo>
                  <a:lnTo>
                    <a:pt x="75" y="162"/>
                  </a:lnTo>
                  <a:lnTo>
                    <a:pt x="88" y="162"/>
                  </a:lnTo>
                  <a:lnTo>
                    <a:pt x="88" y="173"/>
                  </a:lnTo>
                  <a:lnTo>
                    <a:pt x="88" y="182"/>
                  </a:lnTo>
                  <a:lnTo>
                    <a:pt x="101" y="182"/>
                  </a:lnTo>
                  <a:lnTo>
                    <a:pt x="113" y="182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2"/>
            <p:cNvSpPr/>
            <p:nvPr/>
          </p:nvSpPr>
          <p:spPr>
            <a:xfrm>
              <a:off x="5474775" y="4368204"/>
              <a:ext cx="542719" cy="1154744"/>
            </a:xfrm>
            <a:custGeom>
              <a:avLst/>
              <a:gdLst/>
              <a:ahLst/>
              <a:cxnLst/>
              <a:rect l="l" t="t" r="r" b="b"/>
              <a:pathLst>
                <a:path w="546" h="930" extrusionOk="0">
                  <a:moveTo>
                    <a:pt x="320" y="578"/>
                  </a:moveTo>
                  <a:lnTo>
                    <a:pt x="334" y="565"/>
                  </a:lnTo>
                  <a:lnTo>
                    <a:pt x="346" y="612"/>
                  </a:lnTo>
                  <a:lnTo>
                    <a:pt x="334" y="612"/>
                  </a:lnTo>
                  <a:lnTo>
                    <a:pt x="320" y="578"/>
                  </a:lnTo>
                  <a:close/>
                  <a:moveTo>
                    <a:pt x="268" y="578"/>
                  </a:moveTo>
                  <a:lnTo>
                    <a:pt x="268" y="589"/>
                  </a:lnTo>
                  <a:lnTo>
                    <a:pt x="254" y="589"/>
                  </a:lnTo>
                  <a:lnTo>
                    <a:pt x="254" y="578"/>
                  </a:lnTo>
                  <a:lnTo>
                    <a:pt x="254" y="589"/>
                  </a:lnTo>
                  <a:lnTo>
                    <a:pt x="254" y="601"/>
                  </a:lnTo>
                  <a:lnTo>
                    <a:pt x="254" y="612"/>
                  </a:lnTo>
                  <a:lnTo>
                    <a:pt x="254" y="625"/>
                  </a:lnTo>
                  <a:lnTo>
                    <a:pt x="254" y="612"/>
                  </a:lnTo>
                  <a:lnTo>
                    <a:pt x="268" y="612"/>
                  </a:lnTo>
                  <a:lnTo>
                    <a:pt x="268" y="625"/>
                  </a:lnTo>
                  <a:lnTo>
                    <a:pt x="280" y="625"/>
                  </a:lnTo>
                  <a:lnTo>
                    <a:pt x="280" y="636"/>
                  </a:lnTo>
                  <a:lnTo>
                    <a:pt x="294" y="636"/>
                  </a:lnTo>
                  <a:lnTo>
                    <a:pt x="294" y="625"/>
                  </a:lnTo>
                  <a:lnTo>
                    <a:pt x="294" y="612"/>
                  </a:lnTo>
                  <a:lnTo>
                    <a:pt x="294" y="601"/>
                  </a:lnTo>
                  <a:lnTo>
                    <a:pt x="306" y="601"/>
                  </a:lnTo>
                  <a:lnTo>
                    <a:pt x="306" y="612"/>
                  </a:lnTo>
                  <a:lnTo>
                    <a:pt x="306" y="625"/>
                  </a:lnTo>
                  <a:lnTo>
                    <a:pt x="306" y="636"/>
                  </a:lnTo>
                  <a:lnTo>
                    <a:pt x="306" y="625"/>
                  </a:lnTo>
                  <a:lnTo>
                    <a:pt x="320" y="636"/>
                  </a:lnTo>
                  <a:lnTo>
                    <a:pt x="320" y="625"/>
                  </a:lnTo>
                  <a:lnTo>
                    <a:pt x="320" y="636"/>
                  </a:lnTo>
                  <a:lnTo>
                    <a:pt x="320" y="625"/>
                  </a:lnTo>
                  <a:lnTo>
                    <a:pt x="334" y="625"/>
                  </a:lnTo>
                  <a:lnTo>
                    <a:pt x="334" y="636"/>
                  </a:lnTo>
                  <a:lnTo>
                    <a:pt x="334" y="648"/>
                  </a:lnTo>
                  <a:lnTo>
                    <a:pt x="334" y="636"/>
                  </a:lnTo>
                  <a:lnTo>
                    <a:pt x="346" y="648"/>
                  </a:lnTo>
                  <a:lnTo>
                    <a:pt x="346" y="636"/>
                  </a:lnTo>
                  <a:lnTo>
                    <a:pt x="346" y="648"/>
                  </a:lnTo>
                  <a:lnTo>
                    <a:pt x="346" y="636"/>
                  </a:lnTo>
                  <a:lnTo>
                    <a:pt x="346" y="648"/>
                  </a:lnTo>
                  <a:lnTo>
                    <a:pt x="360" y="648"/>
                  </a:lnTo>
                  <a:lnTo>
                    <a:pt x="373" y="648"/>
                  </a:lnTo>
                  <a:lnTo>
                    <a:pt x="387" y="648"/>
                  </a:lnTo>
                  <a:lnTo>
                    <a:pt x="387" y="659"/>
                  </a:lnTo>
                  <a:lnTo>
                    <a:pt x="387" y="672"/>
                  </a:lnTo>
                  <a:lnTo>
                    <a:pt x="387" y="659"/>
                  </a:lnTo>
                  <a:lnTo>
                    <a:pt x="387" y="672"/>
                  </a:lnTo>
                  <a:lnTo>
                    <a:pt x="373" y="672"/>
                  </a:lnTo>
                  <a:lnTo>
                    <a:pt x="387" y="672"/>
                  </a:lnTo>
                  <a:lnTo>
                    <a:pt x="373" y="672"/>
                  </a:lnTo>
                  <a:lnTo>
                    <a:pt x="373" y="683"/>
                  </a:lnTo>
                  <a:lnTo>
                    <a:pt x="373" y="672"/>
                  </a:lnTo>
                  <a:lnTo>
                    <a:pt x="373" y="683"/>
                  </a:lnTo>
                  <a:lnTo>
                    <a:pt x="373" y="695"/>
                  </a:lnTo>
                  <a:lnTo>
                    <a:pt x="373" y="683"/>
                  </a:lnTo>
                  <a:lnTo>
                    <a:pt x="373" y="695"/>
                  </a:lnTo>
                  <a:lnTo>
                    <a:pt x="387" y="695"/>
                  </a:lnTo>
                  <a:lnTo>
                    <a:pt x="401" y="695"/>
                  </a:lnTo>
                  <a:lnTo>
                    <a:pt x="401" y="706"/>
                  </a:lnTo>
                  <a:lnTo>
                    <a:pt x="413" y="706"/>
                  </a:lnTo>
                  <a:lnTo>
                    <a:pt x="427" y="706"/>
                  </a:lnTo>
                  <a:lnTo>
                    <a:pt x="427" y="719"/>
                  </a:lnTo>
                  <a:lnTo>
                    <a:pt x="439" y="719"/>
                  </a:lnTo>
                  <a:lnTo>
                    <a:pt x="427" y="706"/>
                  </a:lnTo>
                  <a:lnTo>
                    <a:pt x="439" y="706"/>
                  </a:lnTo>
                  <a:lnTo>
                    <a:pt x="453" y="706"/>
                  </a:lnTo>
                  <a:lnTo>
                    <a:pt x="467" y="706"/>
                  </a:lnTo>
                  <a:lnTo>
                    <a:pt x="479" y="706"/>
                  </a:lnTo>
                  <a:lnTo>
                    <a:pt x="479" y="695"/>
                  </a:lnTo>
                  <a:lnTo>
                    <a:pt x="479" y="706"/>
                  </a:lnTo>
                  <a:lnTo>
                    <a:pt x="493" y="706"/>
                  </a:lnTo>
                  <a:lnTo>
                    <a:pt x="493" y="695"/>
                  </a:lnTo>
                  <a:lnTo>
                    <a:pt x="506" y="695"/>
                  </a:lnTo>
                  <a:lnTo>
                    <a:pt x="506" y="706"/>
                  </a:lnTo>
                  <a:lnTo>
                    <a:pt x="520" y="719"/>
                  </a:lnTo>
                  <a:lnTo>
                    <a:pt x="534" y="730"/>
                  </a:lnTo>
                  <a:lnTo>
                    <a:pt x="506" y="742"/>
                  </a:lnTo>
                  <a:lnTo>
                    <a:pt x="493" y="755"/>
                  </a:lnTo>
                  <a:lnTo>
                    <a:pt x="479" y="766"/>
                  </a:lnTo>
                  <a:lnTo>
                    <a:pt x="479" y="778"/>
                  </a:lnTo>
                  <a:lnTo>
                    <a:pt x="479" y="789"/>
                  </a:lnTo>
                  <a:lnTo>
                    <a:pt x="479" y="802"/>
                  </a:lnTo>
                  <a:lnTo>
                    <a:pt x="493" y="802"/>
                  </a:lnTo>
                  <a:lnTo>
                    <a:pt x="479" y="802"/>
                  </a:lnTo>
                  <a:lnTo>
                    <a:pt x="467" y="802"/>
                  </a:lnTo>
                  <a:lnTo>
                    <a:pt x="467" y="813"/>
                  </a:lnTo>
                  <a:lnTo>
                    <a:pt x="453" y="813"/>
                  </a:lnTo>
                  <a:lnTo>
                    <a:pt x="439" y="813"/>
                  </a:lnTo>
                  <a:lnTo>
                    <a:pt x="439" y="825"/>
                  </a:lnTo>
                  <a:lnTo>
                    <a:pt x="439" y="836"/>
                  </a:lnTo>
                  <a:lnTo>
                    <a:pt x="427" y="836"/>
                  </a:lnTo>
                  <a:lnTo>
                    <a:pt x="427" y="849"/>
                  </a:lnTo>
                  <a:lnTo>
                    <a:pt x="413" y="849"/>
                  </a:lnTo>
                  <a:lnTo>
                    <a:pt x="413" y="860"/>
                  </a:lnTo>
                  <a:lnTo>
                    <a:pt x="401" y="860"/>
                  </a:lnTo>
                  <a:lnTo>
                    <a:pt x="401" y="872"/>
                  </a:lnTo>
                  <a:lnTo>
                    <a:pt x="387" y="872"/>
                  </a:lnTo>
                  <a:lnTo>
                    <a:pt x="401" y="872"/>
                  </a:lnTo>
                  <a:lnTo>
                    <a:pt x="401" y="883"/>
                  </a:lnTo>
                  <a:lnTo>
                    <a:pt x="387" y="896"/>
                  </a:lnTo>
                  <a:lnTo>
                    <a:pt x="373" y="896"/>
                  </a:lnTo>
                  <a:lnTo>
                    <a:pt x="360" y="907"/>
                  </a:lnTo>
                  <a:lnTo>
                    <a:pt x="346" y="907"/>
                  </a:lnTo>
                  <a:lnTo>
                    <a:pt x="346" y="919"/>
                  </a:lnTo>
                  <a:lnTo>
                    <a:pt x="334" y="919"/>
                  </a:lnTo>
                  <a:lnTo>
                    <a:pt x="334" y="930"/>
                  </a:lnTo>
                  <a:lnTo>
                    <a:pt x="320" y="930"/>
                  </a:lnTo>
                  <a:lnTo>
                    <a:pt x="306" y="930"/>
                  </a:lnTo>
                  <a:lnTo>
                    <a:pt x="306" y="919"/>
                  </a:lnTo>
                  <a:lnTo>
                    <a:pt x="294" y="919"/>
                  </a:lnTo>
                  <a:lnTo>
                    <a:pt x="280" y="919"/>
                  </a:lnTo>
                  <a:lnTo>
                    <a:pt x="268" y="919"/>
                  </a:lnTo>
                  <a:lnTo>
                    <a:pt x="268" y="907"/>
                  </a:lnTo>
                  <a:lnTo>
                    <a:pt x="254" y="907"/>
                  </a:lnTo>
                  <a:lnTo>
                    <a:pt x="254" y="896"/>
                  </a:lnTo>
                  <a:lnTo>
                    <a:pt x="240" y="896"/>
                  </a:lnTo>
                  <a:lnTo>
                    <a:pt x="240" y="883"/>
                  </a:lnTo>
                  <a:lnTo>
                    <a:pt x="240" y="872"/>
                  </a:lnTo>
                  <a:lnTo>
                    <a:pt x="227" y="872"/>
                  </a:lnTo>
                  <a:lnTo>
                    <a:pt x="227" y="860"/>
                  </a:lnTo>
                  <a:lnTo>
                    <a:pt x="213" y="860"/>
                  </a:lnTo>
                  <a:lnTo>
                    <a:pt x="227" y="860"/>
                  </a:lnTo>
                  <a:lnTo>
                    <a:pt x="213" y="860"/>
                  </a:lnTo>
                  <a:lnTo>
                    <a:pt x="213" y="849"/>
                  </a:lnTo>
                  <a:lnTo>
                    <a:pt x="227" y="849"/>
                  </a:lnTo>
                  <a:lnTo>
                    <a:pt x="227" y="836"/>
                  </a:lnTo>
                  <a:lnTo>
                    <a:pt x="227" y="825"/>
                  </a:lnTo>
                  <a:lnTo>
                    <a:pt x="240" y="825"/>
                  </a:lnTo>
                  <a:lnTo>
                    <a:pt x="240" y="813"/>
                  </a:lnTo>
                  <a:lnTo>
                    <a:pt x="254" y="813"/>
                  </a:lnTo>
                  <a:lnTo>
                    <a:pt x="254" y="802"/>
                  </a:lnTo>
                  <a:lnTo>
                    <a:pt x="254" y="789"/>
                  </a:lnTo>
                  <a:lnTo>
                    <a:pt x="240" y="789"/>
                  </a:lnTo>
                  <a:lnTo>
                    <a:pt x="227" y="789"/>
                  </a:lnTo>
                  <a:lnTo>
                    <a:pt x="213" y="789"/>
                  </a:lnTo>
                  <a:lnTo>
                    <a:pt x="213" y="778"/>
                  </a:lnTo>
                  <a:lnTo>
                    <a:pt x="213" y="766"/>
                  </a:lnTo>
                  <a:lnTo>
                    <a:pt x="199" y="766"/>
                  </a:lnTo>
                  <a:lnTo>
                    <a:pt x="199" y="755"/>
                  </a:lnTo>
                  <a:lnTo>
                    <a:pt x="187" y="755"/>
                  </a:lnTo>
                  <a:lnTo>
                    <a:pt x="173" y="755"/>
                  </a:lnTo>
                  <a:lnTo>
                    <a:pt x="173" y="742"/>
                  </a:lnTo>
                  <a:lnTo>
                    <a:pt x="161" y="742"/>
                  </a:lnTo>
                  <a:lnTo>
                    <a:pt x="173" y="730"/>
                  </a:lnTo>
                  <a:lnTo>
                    <a:pt x="161" y="730"/>
                  </a:lnTo>
                  <a:lnTo>
                    <a:pt x="173" y="730"/>
                  </a:lnTo>
                  <a:lnTo>
                    <a:pt x="173" y="719"/>
                  </a:lnTo>
                  <a:lnTo>
                    <a:pt x="173" y="706"/>
                  </a:lnTo>
                  <a:lnTo>
                    <a:pt x="173" y="695"/>
                  </a:lnTo>
                  <a:lnTo>
                    <a:pt x="161" y="695"/>
                  </a:lnTo>
                  <a:lnTo>
                    <a:pt x="161" y="683"/>
                  </a:lnTo>
                  <a:lnTo>
                    <a:pt x="161" y="672"/>
                  </a:lnTo>
                  <a:lnTo>
                    <a:pt x="161" y="659"/>
                  </a:lnTo>
                  <a:lnTo>
                    <a:pt x="147" y="659"/>
                  </a:lnTo>
                  <a:lnTo>
                    <a:pt x="133" y="659"/>
                  </a:lnTo>
                  <a:lnTo>
                    <a:pt x="133" y="648"/>
                  </a:lnTo>
                  <a:lnTo>
                    <a:pt x="133" y="659"/>
                  </a:lnTo>
                  <a:lnTo>
                    <a:pt x="133" y="648"/>
                  </a:lnTo>
                  <a:lnTo>
                    <a:pt x="121" y="648"/>
                  </a:lnTo>
                  <a:lnTo>
                    <a:pt x="107" y="648"/>
                  </a:lnTo>
                  <a:lnTo>
                    <a:pt x="94" y="648"/>
                  </a:lnTo>
                  <a:lnTo>
                    <a:pt x="80" y="648"/>
                  </a:lnTo>
                  <a:lnTo>
                    <a:pt x="66" y="648"/>
                  </a:lnTo>
                  <a:lnTo>
                    <a:pt x="66" y="636"/>
                  </a:lnTo>
                  <a:lnTo>
                    <a:pt x="66" y="648"/>
                  </a:lnTo>
                  <a:lnTo>
                    <a:pt x="54" y="636"/>
                  </a:lnTo>
                  <a:lnTo>
                    <a:pt x="54" y="625"/>
                  </a:lnTo>
                  <a:lnTo>
                    <a:pt x="40" y="625"/>
                  </a:lnTo>
                  <a:lnTo>
                    <a:pt x="40" y="612"/>
                  </a:lnTo>
                  <a:lnTo>
                    <a:pt x="40" y="601"/>
                  </a:lnTo>
                  <a:lnTo>
                    <a:pt x="28" y="601"/>
                  </a:lnTo>
                  <a:lnTo>
                    <a:pt x="40" y="601"/>
                  </a:lnTo>
                  <a:lnTo>
                    <a:pt x="40" y="589"/>
                  </a:lnTo>
                  <a:lnTo>
                    <a:pt x="40" y="578"/>
                  </a:lnTo>
                  <a:lnTo>
                    <a:pt x="40" y="565"/>
                  </a:lnTo>
                  <a:lnTo>
                    <a:pt x="28" y="565"/>
                  </a:lnTo>
                  <a:lnTo>
                    <a:pt x="28" y="554"/>
                  </a:lnTo>
                  <a:lnTo>
                    <a:pt x="28" y="565"/>
                  </a:lnTo>
                  <a:lnTo>
                    <a:pt x="28" y="554"/>
                  </a:lnTo>
                  <a:lnTo>
                    <a:pt x="14" y="554"/>
                  </a:lnTo>
                  <a:lnTo>
                    <a:pt x="14" y="542"/>
                  </a:lnTo>
                  <a:lnTo>
                    <a:pt x="14" y="531"/>
                  </a:lnTo>
                  <a:lnTo>
                    <a:pt x="28" y="531"/>
                  </a:lnTo>
                  <a:lnTo>
                    <a:pt x="14" y="531"/>
                  </a:lnTo>
                  <a:lnTo>
                    <a:pt x="14" y="518"/>
                  </a:lnTo>
                  <a:lnTo>
                    <a:pt x="14" y="507"/>
                  </a:lnTo>
                  <a:lnTo>
                    <a:pt x="14" y="495"/>
                  </a:lnTo>
                  <a:lnTo>
                    <a:pt x="28" y="495"/>
                  </a:lnTo>
                  <a:lnTo>
                    <a:pt x="28" y="482"/>
                  </a:lnTo>
                  <a:lnTo>
                    <a:pt x="28" y="471"/>
                  </a:lnTo>
                  <a:lnTo>
                    <a:pt x="28" y="459"/>
                  </a:lnTo>
                  <a:lnTo>
                    <a:pt x="28" y="448"/>
                  </a:lnTo>
                  <a:lnTo>
                    <a:pt x="28" y="435"/>
                  </a:lnTo>
                  <a:lnTo>
                    <a:pt x="28" y="424"/>
                  </a:lnTo>
                  <a:lnTo>
                    <a:pt x="28" y="412"/>
                  </a:lnTo>
                  <a:lnTo>
                    <a:pt x="28" y="401"/>
                  </a:lnTo>
                  <a:lnTo>
                    <a:pt x="28" y="388"/>
                  </a:lnTo>
                  <a:lnTo>
                    <a:pt x="28" y="377"/>
                  </a:lnTo>
                  <a:lnTo>
                    <a:pt x="14" y="377"/>
                  </a:lnTo>
                  <a:lnTo>
                    <a:pt x="14" y="365"/>
                  </a:lnTo>
                  <a:lnTo>
                    <a:pt x="0" y="365"/>
                  </a:lnTo>
                  <a:lnTo>
                    <a:pt x="0" y="354"/>
                  </a:lnTo>
                  <a:lnTo>
                    <a:pt x="0" y="341"/>
                  </a:lnTo>
                  <a:lnTo>
                    <a:pt x="0" y="354"/>
                  </a:lnTo>
                  <a:lnTo>
                    <a:pt x="0" y="341"/>
                  </a:lnTo>
                  <a:lnTo>
                    <a:pt x="14" y="341"/>
                  </a:lnTo>
                  <a:lnTo>
                    <a:pt x="28" y="341"/>
                  </a:lnTo>
                  <a:lnTo>
                    <a:pt x="14" y="341"/>
                  </a:lnTo>
                  <a:lnTo>
                    <a:pt x="28" y="341"/>
                  </a:lnTo>
                  <a:lnTo>
                    <a:pt x="28" y="330"/>
                  </a:lnTo>
                  <a:lnTo>
                    <a:pt x="28" y="341"/>
                  </a:lnTo>
                  <a:lnTo>
                    <a:pt x="28" y="330"/>
                  </a:lnTo>
                  <a:lnTo>
                    <a:pt x="28" y="318"/>
                  </a:lnTo>
                  <a:lnTo>
                    <a:pt x="28" y="307"/>
                  </a:lnTo>
                  <a:lnTo>
                    <a:pt x="28" y="294"/>
                  </a:lnTo>
                  <a:lnTo>
                    <a:pt x="40" y="294"/>
                  </a:lnTo>
                  <a:lnTo>
                    <a:pt x="40" y="283"/>
                  </a:lnTo>
                  <a:lnTo>
                    <a:pt x="40" y="271"/>
                  </a:lnTo>
                  <a:lnTo>
                    <a:pt x="54" y="271"/>
                  </a:lnTo>
                  <a:lnTo>
                    <a:pt x="54" y="260"/>
                  </a:lnTo>
                  <a:lnTo>
                    <a:pt x="54" y="247"/>
                  </a:lnTo>
                  <a:lnTo>
                    <a:pt x="66" y="247"/>
                  </a:lnTo>
                  <a:lnTo>
                    <a:pt x="66" y="235"/>
                  </a:lnTo>
                  <a:lnTo>
                    <a:pt x="80" y="235"/>
                  </a:lnTo>
                  <a:lnTo>
                    <a:pt x="80" y="224"/>
                  </a:lnTo>
                  <a:lnTo>
                    <a:pt x="66" y="224"/>
                  </a:lnTo>
                  <a:lnTo>
                    <a:pt x="54" y="224"/>
                  </a:lnTo>
                  <a:lnTo>
                    <a:pt x="54" y="211"/>
                  </a:lnTo>
                  <a:lnTo>
                    <a:pt x="66" y="211"/>
                  </a:lnTo>
                  <a:lnTo>
                    <a:pt x="66" y="200"/>
                  </a:lnTo>
                  <a:lnTo>
                    <a:pt x="66" y="188"/>
                  </a:lnTo>
                  <a:lnTo>
                    <a:pt x="66" y="177"/>
                  </a:lnTo>
                  <a:lnTo>
                    <a:pt x="54" y="177"/>
                  </a:lnTo>
                  <a:lnTo>
                    <a:pt x="54" y="164"/>
                  </a:lnTo>
                  <a:lnTo>
                    <a:pt x="66" y="164"/>
                  </a:lnTo>
                  <a:lnTo>
                    <a:pt x="66" y="177"/>
                  </a:lnTo>
                  <a:lnTo>
                    <a:pt x="80" y="177"/>
                  </a:lnTo>
                  <a:lnTo>
                    <a:pt x="94" y="177"/>
                  </a:lnTo>
                  <a:lnTo>
                    <a:pt x="94" y="164"/>
                  </a:lnTo>
                  <a:lnTo>
                    <a:pt x="94" y="153"/>
                  </a:lnTo>
                  <a:lnTo>
                    <a:pt x="94" y="141"/>
                  </a:lnTo>
                  <a:lnTo>
                    <a:pt x="107" y="141"/>
                  </a:lnTo>
                  <a:lnTo>
                    <a:pt x="107" y="130"/>
                  </a:lnTo>
                  <a:lnTo>
                    <a:pt x="121" y="130"/>
                  </a:lnTo>
                  <a:lnTo>
                    <a:pt x="133" y="130"/>
                  </a:lnTo>
                  <a:lnTo>
                    <a:pt x="133" y="117"/>
                  </a:lnTo>
                  <a:lnTo>
                    <a:pt x="133" y="106"/>
                  </a:lnTo>
                  <a:lnTo>
                    <a:pt x="147" y="106"/>
                  </a:lnTo>
                  <a:lnTo>
                    <a:pt x="147" y="94"/>
                  </a:lnTo>
                  <a:lnTo>
                    <a:pt x="161" y="94"/>
                  </a:lnTo>
                  <a:lnTo>
                    <a:pt x="161" y="83"/>
                  </a:lnTo>
                  <a:lnTo>
                    <a:pt x="161" y="70"/>
                  </a:lnTo>
                  <a:lnTo>
                    <a:pt x="173" y="70"/>
                  </a:lnTo>
                  <a:lnTo>
                    <a:pt x="173" y="59"/>
                  </a:lnTo>
                  <a:lnTo>
                    <a:pt x="187" y="59"/>
                  </a:lnTo>
                  <a:lnTo>
                    <a:pt x="173" y="59"/>
                  </a:lnTo>
                  <a:lnTo>
                    <a:pt x="173" y="47"/>
                  </a:lnTo>
                  <a:lnTo>
                    <a:pt x="173" y="36"/>
                  </a:lnTo>
                  <a:lnTo>
                    <a:pt x="173" y="23"/>
                  </a:lnTo>
                  <a:lnTo>
                    <a:pt x="254" y="47"/>
                  </a:lnTo>
                  <a:lnTo>
                    <a:pt x="268" y="47"/>
                  </a:lnTo>
                  <a:lnTo>
                    <a:pt x="360" y="83"/>
                  </a:lnTo>
                  <a:lnTo>
                    <a:pt x="387" y="70"/>
                  </a:lnTo>
                  <a:lnTo>
                    <a:pt x="506" y="13"/>
                  </a:lnTo>
                  <a:lnTo>
                    <a:pt x="520" y="13"/>
                  </a:lnTo>
                  <a:lnTo>
                    <a:pt x="546" y="0"/>
                  </a:lnTo>
                  <a:lnTo>
                    <a:pt x="546" y="13"/>
                  </a:lnTo>
                  <a:lnTo>
                    <a:pt x="546" y="0"/>
                  </a:lnTo>
                  <a:lnTo>
                    <a:pt x="546" y="13"/>
                  </a:lnTo>
                  <a:lnTo>
                    <a:pt x="546" y="23"/>
                  </a:lnTo>
                  <a:lnTo>
                    <a:pt x="546" y="36"/>
                  </a:lnTo>
                  <a:lnTo>
                    <a:pt x="546" y="47"/>
                  </a:lnTo>
                  <a:lnTo>
                    <a:pt x="546" y="36"/>
                  </a:lnTo>
                  <a:lnTo>
                    <a:pt x="546" y="47"/>
                  </a:lnTo>
                  <a:lnTo>
                    <a:pt x="546" y="59"/>
                  </a:lnTo>
                  <a:lnTo>
                    <a:pt x="546" y="70"/>
                  </a:lnTo>
                  <a:lnTo>
                    <a:pt x="534" y="70"/>
                  </a:lnTo>
                  <a:lnTo>
                    <a:pt x="546" y="70"/>
                  </a:lnTo>
                  <a:lnTo>
                    <a:pt x="534" y="70"/>
                  </a:lnTo>
                  <a:lnTo>
                    <a:pt x="534" y="83"/>
                  </a:lnTo>
                  <a:lnTo>
                    <a:pt x="546" y="83"/>
                  </a:lnTo>
                  <a:lnTo>
                    <a:pt x="534" y="83"/>
                  </a:lnTo>
                  <a:lnTo>
                    <a:pt x="534" y="94"/>
                  </a:lnTo>
                  <a:lnTo>
                    <a:pt x="534" y="106"/>
                  </a:lnTo>
                  <a:lnTo>
                    <a:pt x="534" y="117"/>
                  </a:lnTo>
                  <a:lnTo>
                    <a:pt x="520" y="117"/>
                  </a:lnTo>
                  <a:lnTo>
                    <a:pt x="520" y="130"/>
                  </a:lnTo>
                  <a:lnTo>
                    <a:pt x="506" y="130"/>
                  </a:lnTo>
                  <a:lnTo>
                    <a:pt x="506" y="141"/>
                  </a:lnTo>
                  <a:lnTo>
                    <a:pt x="493" y="141"/>
                  </a:lnTo>
                  <a:lnTo>
                    <a:pt x="506" y="141"/>
                  </a:lnTo>
                  <a:lnTo>
                    <a:pt x="493" y="141"/>
                  </a:lnTo>
                  <a:lnTo>
                    <a:pt x="493" y="153"/>
                  </a:lnTo>
                  <a:lnTo>
                    <a:pt x="493" y="164"/>
                  </a:lnTo>
                  <a:lnTo>
                    <a:pt x="506" y="164"/>
                  </a:lnTo>
                  <a:lnTo>
                    <a:pt x="520" y="164"/>
                  </a:lnTo>
                  <a:lnTo>
                    <a:pt x="506" y="164"/>
                  </a:lnTo>
                  <a:lnTo>
                    <a:pt x="506" y="177"/>
                  </a:lnTo>
                  <a:lnTo>
                    <a:pt x="520" y="177"/>
                  </a:lnTo>
                  <a:lnTo>
                    <a:pt x="534" y="177"/>
                  </a:lnTo>
                  <a:lnTo>
                    <a:pt x="520" y="177"/>
                  </a:lnTo>
                  <a:lnTo>
                    <a:pt x="520" y="188"/>
                  </a:lnTo>
                  <a:lnTo>
                    <a:pt x="506" y="188"/>
                  </a:lnTo>
                  <a:lnTo>
                    <a:pt x="506" y="200"/>
                  </a:lnTo>
                  <a:lnTo>
                    <a:pt x="506" y="211"/>
                  </a:lnTo>
                  <a:lnTo>
                    <a:pt x="520" y="211"/>
                  </a:lnTo>
                  <a:lnTo>
                    <a:pt x="506" y="211"/>
                  </a:lnTo>
                  <a:lnTo>
                    <a:pt x="520" y="211"/>
                  </a:lnTo>
                  <a:lnTo>
                    <a:pt x="520" y="224"/>
                  </a:lnTo>
                  <a:lnTo>
                    <a:pt x="534" y="224"/>
                  </a:lnTo>
                  <a:lnTo>
                    <a:pt x="534" y="235"/>
                  </a:lnTo>
                  <a:lnTo>
                    <a:pt x="534" y="247"/>
                  </a:lnTo>
                  <a:lnTo>
                    <a:pt x="546" y="247"/>
                  </a:lnTo>
                  <a:lnTo>
                    <a:pt x="546" y="260"/>
                  </a:lnTo>
                  <a:lnTo>
                    <a:pt x="534" y="260"/>
                  </a:lnTo>
                  <a:lnTo>
                    <a:pt x="546" y="260"/>
                  </a:lnTo>
                  <a:lnTo>
                    <a:pt x="534" y="260"/>
                  </a:lnTo>
                  <a:lnTo>
                    <a:pt x="546" y="260"/>
                  </a:lnTo>
                  <a:lnTo>
                    <a:pt x="534" y="260"/>
                  </a:lnTo>
                  <a:lnTo>
                    <a:pt x="546" y="260"/>
                  </a:lnTo>
                  <a:lnTo>
                    <a:pt x="546" y="271"/>
                  </a:lnTo>
                  <a:lnTo>
                    <a:pt x="506" y="271"/>
                  </a:lnTo>
                  <a:lnTo>
                    <a:pt x="506" y="283"/>
                  </a:lnTo>
                  <a:lnTo>
                    <a:pt x="493" y="283"/>
                  </a:lnTo>
                  <a:lnTo>
                    <a:pt x="506" y="294"/>
                  </a:lnTo>
                  <a:lnTo>
                    <a:pt x="506" y="307"/>
                  </a:lnTo>
                  <a:lnTo>
                    <a:pt x="493" y="307"/>
                  </a:lnTo>
                  <a:lnTo>
                    <a:pt x="493" y="318"/>
                  </a:lnTo>
                  <a:lnTo>
                    <a:pt x="479" y="318"/>
                  </a:lnTo>
                  <a:lnTo>
                    <a:pt x="479" y="330"/>
                  </a:lnTo>
                  <a:lnTo>
                    <a:pt x="467" y="330"/>
                  </a:lnTo>
                  <a:lnTo>
                    <a:pt x="467" y="341"/>
                  </a:lnTo>
                  <a:lnTo>
                    <a:pt x="453" y="341"/>
                  </a:lnTo>
                  <a:lnTo>
                    <a:pt x="453" y="354"/>
                  </a:lnTo>
                  <a:lnTo>
                    <a:pt x="439" y="354"/>
                  </a:lnTo>
                  <a:lnTo>
                    <a:pt x="453" y="354"/>
                  </a:lnTo>
                  <a:lnTo>
                    <a:pt x="453" y="365"/>
                  </a:lnTo>
                  <a:lnTo>
                    <a:pt x="439" y="365"/>
                  </a:lnTo>
                  <a:lnTo>
                    <a:pt x="439" y="377"/>
                  </a:lnTo>
                  <a:lnTo>
                    <a:pt x="453" y="377"/>
                  </a:lnTo>
                  <a:lnTo>
                    <a:pt x="439" y="377"/>
                  </a:lnTo>
                  <a:lnTo>
                    <a:pt x="439" y="388"/>
                  </a:lnTo>
                  <a:lnTo>
                    <a:pt x="427" y="388"/>
                  </a:lnTo>
                  <a:lnTo>
                    <a:pt x="413" y="388"/>
                  </a:lnTo>
                  <a:lnTo>
                    <a:pt x="413" y="401"/>
                  </a:lnTo>
                  <a:lnTo>
                    <a:pt x="413" y="412"/>
                  </a:lnTo>
                  <a:lnTo>
                    <a:pt x="413" y="424"/>
                  </a:lnTo>
                  <a:lnTo>
                    <a:pt x="413" y="435"/>
                  </a:lnTo>
                  <a:lnTo>
                    <a:pt x="427" y="435"/>
                  </a:lnTo>
                  <a:lnTo>
                    <a:pt x="427" y="448"/>
                  </a:lnTo>
                  <a:lnTo>
                    <a:pt x="427" y="435"/>
                  </a:lnTo>
                  <a:lnTo>
                    <a:pt x="427" y="448"/>
                  </a:lnTo>
                  <a:lnTo>
                    <a:pt x="427" y="459"/>
                  </a:lnTo>
                  <a:lnTo>
                    <a:pt x="439" y="459"/>
                  </a:lnTo>
                  <a:lnTo>
                    <a:pt x="439" y="471"/>
                  </a:lnTo>
                  <a:lnTo>
                    <a:pt x="453" y="471"/>
                  </a:lnTo>
                  <a:lnTo>
                    <a:pt x="453" y="482"/>
                  </a:lnTo>
                  <a:lnTo>
                    <a:pt x="467" y="482"/>
                  </a:lnTo>
                  <a:lnTo>
                    <a:pt x="467" y="495"/>
                  </a:lnTo>
                  <a:lnTo>
                    <a:pt x="453" y="495"/>
                  </a:lnTo>
                  <a:lnTo>
                    <a:pt x="453" y="507"/>
                  </a:lnTo>
                  <a:lnTo>
                    <a:pt x="439" y="507"/>
                  </a:lnTo>
                  <a:lnTo>
                    <a:pt x="439" y="518"/>
                  </a:lnTo>
                  <a:lnTo>
                    <a:pt x="439" y="531"/>
                  </a:lnTo>
                  <a:lnTo>
                    <a:pt x="439" y="542"/>
                  </a:lnTo>
                  <a:lnTo>
                    <a:pt x="427" y="531"/>
                  </a:lnTo>
                  <a:lnTo>
                    <a:pt x="427" y="542"/>
                  </a:lnTo>
                  <a:lnTo>
                    <a:pt x="427" y="554"/>
                  </a:lnTo>
                  <a:lnTo>
                    <a:pt x="413" y="554"/>
                  </a:lnTo>
                  <a:lnTo>
                    <a:pt x="401" y="554"/>
                  </a:lnTo>
                  <a:lnTo>
                    <a:pt x="401" y="542"/>
                  </a:lnTo>
                  <a:lnTo>
                    <a:pt x="413" y="542"/>
                  </a:lnTo>
                  <a:lnTo>
                    <a:pt x="401" y="542"/>
                  </a:lnTo>
                  <a:lnTo>
                    <a:pt x="413" y="542"/>
                  </a:lnTo>
                  <a:lnTo>
                    <a:pt x="401" y="542"/>
                  </a:lnTo>
                  <a:lnTo>
                    <a:pt x="387" y="542"/>
                  </a:lnTo>
                  <a:lnTo>
                    <a:pt x="401" y="542"/>
                  </a:lnTo>
                  <a:lnTo>
                    <a:pt x="387" y="542"/>
                  </a:lnTo>
                  <a:lnTo>
                    <a:pt x="387" y="531"/>
                  </a:lnTo>
                  <a:lnTo>
                    <a:pt x="373" y="531"/>
                  </a:lnTo>
                  <a:lnTo>
                    <a:pt x="373" y="518"/>
                  </a:lnTo>
                  <a:lnTo>
                    <a:pt x="360" y="518"/>
                  </a:lnTo>
                  <a:lnTo>
                    <a:pt x="360" y="507"/>
                  </a:lnTo>
                  <a:lnTo>
                    <a:pt x="360" y="518"/>
                  </a:lnTo>
                  <a:lnTo>
                    <a:pt x="360" y="507"/>
                  </a:lnTo>
                  <a:lnTo>
                    <a:pt x="360" y="518"/>
                  </a:lnTo>
                  <a:lnTo>
                    <a:pt x="346" y="518"/>
                  </a:lnTo>
                  <a:lnTo>
                    <a:pt x="346" y="507"/>
                  </a:lnTo>
                  <a:lnTo>
                    <a:pt x="346" y="495"/>
                  </a:lnTo>
                  <a:lnTo>
                    <a:pt x="346" y="507"/>
                  </a:lnTo>
                  <a:lnTo>
                    <a:pt x="346" y="495"/>
                  </a:lnTo>
                  <a:lnTo>
                    <a:pt x="334" y="495"/>
                  </a:lnTo>
                  <a:lnTo>
                    <a:pt x="346" y="495"/>
                  </a:lnTo>
                  <a:lnTo>
                    <a:pt x="334" y="495"/>
                  </a:lnTo>
                  <a:lnTo>
                    <a:pt x="334" y="482"/>
                  </a:lnTo>
                  <a:lnTo>
                    <a:pt x="334" y="495"/>
                  </a:lnTo>
                  <a:lnTo>
                    <a:pt x="334" y="482"/>
                  </a:lnTo>
                  <a:lnTo>
                    <a:pt x="320" y="482"/>
                  </a:lnTo>
                  <a:lnTo>
                    <a:pt x="320" y="495"/>
                  </a:lnTo>
                  <a:lnTo>
                    <a:pt x="320" y="482"/>
                  </a:lnTo>
                  <a:lnTo>
                    <a:pt x="320" y="495"/>
                  </a:lnTo>
                  <a:lnTo>
                    <a:pt x="320" y="482"/>
                  </a:lnTo>
                  <a:lnTo>
                    <a:pt x="320" y="495"/>
                  </a:lnTo>
                  <a:lnTo>
                    <a:pt x="334" y="495"/>
                  </a:lnTo>
                  <a:lnTo>
                    <a:pt x="320" y="495"/>
                  </a:lnTo>
                  <a:lnTo>
                    <a:pt x="334" y="495"/>
                  </a:lnTo>
                  <a:lnTo>
                    <a:pt x="334" y="507"/>
                  </a:lnTo>
                  <a:lnTo>
                    <a:pt x="334" y="495"/>
                  </a:lnTo>
                  <a:lnTo>
                    <a:pt x="334" y="507"/>
                  </a:lnTo>
                  <a:lnTo>
                    <a:pt x="320" y="507"/>
                  </a:lnTo>
                  <a:lnTo>
                    <a:pt x="320" y="495"/>
                  </a:lnTo>
                  <a:lnTo>
                    <a:pt x="306" y="495"/>
                  </a:lnTo>
                  <a:lnTo>
                    <a:pt x="306" y="507"/>
                  </a:lnTo>
                  <a:lnTo>
                    <a:pt x="306" y="495"/>
                  </a:lnTo>
                  <a:lnTo>
                    <a:pt x="294" y="495"/>
                  </a:lnTo>
                  <a:lnTo>
                    <a:pt x="306" y="495"/>
                  </a:lnTo>
                  <a:lnTo>
                    <a:pt x="294" y="495"/>
                  </a:lnTo>
                  <a:lnTo>
                    <a:pt x="280" y="495"/>
                  </a:lnTo>
                  <a:lnTo>
                    <a:pt x="294" y="495"/>
                  </a:lnTo>
                  <a:lnTo>
                    <a:pt x="280" y="495"/>
                  </a:lnTo>
                  <a:lnTo>
                    <a:pt x="280" y="507"/>
                  </a:lnTo>
                  <a:lnTo>
                    <a:pt x="294" y="507"/>
                  </a:lnTo>
                  <a:lnTo>
                    <a:pt x="280" y="507"/>
                  </a:lnTo>
                  <a:lnTo>
                    <a:pt x="294" y="507"/>
                  </a:lnTo>
                  <a:lnTo>
                    <a:pt x="306" y="507"/>
                  </a:lnTo>
                  <a:lnTo>
                    <a:pt x="294" y="507"/>
                  </a:lnTo>
                  <a:lnTo>
                    <a:pt x="294" y="518"/>
                  </a:lnTo>
                  <a:lnTo>
                    <a:pt x="294" y="507"/>
                  </a:lnTo>
                  <a:lnTo>
                    <a:pt x="294" y="518"/>
                  </a:lnTo>
                  <a:lnTo>
                    <a:pt x="294" y="507"/>
                  </a:lnTo>
                  <a:lnTo>
                    <a:pt x="294" y="518"/>
                  </a:lnTo>
                  <a:lnTo>
                    <a:pt x="294" y="507"/>
                  </a:lnTo>
                  <a:lnTo>
                    <a:pt x="294" y="518"/>
                  </a:lnTo>
                  <a:lnTo>
                    <a:pt x="294" y="507"/>
                  </a:lnTo>
                  <a:lnTo>
                    <a:pt x="280" y="507"/>
                  </a:lnTo>
                  <a:lnTo>
                    <a:pt x="280" y="518"/>
                  </a:lnTo>
                  <a:lnTo>
                    <a:pt x="280" y="507"/>
                  </a:lnTo>
                  <a:lnTo>
                    <a:pt x="280" y="518"/>
                  </a:lnTo>
                  <a:lnTo>
                    <a:pt x="280" y="507"/>
                  </a:lnTo>
                  <a:lnTo>
                    <a:pt x="280" y="518"/>
                  </a:lnTo>
                  <a:lnTo>
                    <a:pt x="268" y="518"/>
                  </a:lnTo>
                  <a:lnTo>
                    <a:pt x="280" y="518"/>
                  </a:lnTo>
                  <a:lnTo>
                    <a:pt x="268" y="518"/>
                  </a:lnTo>
                  <a:lnTo>
                    <a:pt x="280" y="518"/>
                  </a:lnTo>
                  <a:lnTo>
                    <a:pt x="268" y="518"/>
                  </a:lnTo>
                  <a:lnTo>
                    <a:pt x="280" y="518"/>
                  </a:lnTo>
                  <a:lnTo>
                    <a:pt x="280" y="531"/>
                  </a:lnTo>
                  <a:lnTo>
                    <a:pt x="280" y="542"/>
                  </a:lnTo>
                  <a:lnTo>
                    <a:pt x="294" y="542"/>
                  </a:lnTo>
                  <a:lnTo>
                    <a:pt x="294" y="554"/>
                  </a:lnTo>
                  <a:lnTo>
                    <a:pt x="294" y="565"/>
                  </a:lnTo>
                  <a:lnTo>
                    <a:pt x="306" y="565"/>
                  </a:lnTo>
                  <a:lnTo>
                    <a:pt x="306" y="578"/>
                  </a:lnTo>
                  <a:lnTo>
                    <a:pt x="306" y="589"/>
                  </a:lnTo>
                  <a:lnTo>
                    <a:pt x="320" y="589"/>
                  </a:lnTo>
                  <a:lnTo>
                    <a:pt x="306" y="589"/>
                  </a:lnTo>
                  <a:lnTo>
                    <a:pt x="294" y="589"/>
                  </a:lnTo>
                  <a:lnTo>
                    <a:pt x="294" y="578"/>
                  </a:lnTo>
                  <a:lnTo>
                    <a:pt x="294" y="565"/>
                  </a:lnTo>
                  <a:lnTo>
                    <a:pt x="280" y="565"/>
                  </a:lnTo>
                  <a:lnTo>
                    <a:pt x="280" y="554"/>
                  </a:lnTo>
                  <a:lnTo>
                    <a:pt x="268" y="554"/>
                  </a:lnTo>
                  <a:lnTo>
                    <a:pt x="280" y="554"/>
                  </a:lnTo>
                  <a:lnTo>
                    <a:pt x="268" y="554"/>
                  </a:lnTo>
                  <a:lnTo>
                    <a:pt x="280" y="554"/>
                  </a:lnTo>
                  <a:lnTo>
                    <a:pt x="268" y="554"/>
                  </a:lnTo>
                  <a:lnTo>
                    <a:pt x="268" y="565"/>
                  </a:lnTo>
                  <a:lnTo>
                    <a:pt x="280" y="565"/>
                  </a:lnTo>
                  <a:lnTo>
                    <a:pt x="280" y="554"/>
                  </a:lnTo>
                  <a:lnTo>
                    <a:pt x="280" y="565"/>
                  </a:lnTo>
                  <a:lnTo>
                    <a:pt x="268" y="565"/>
                  </a:lnTo>
                  <a:lnTo>
                    <a:pt x="280" y="565"/>
                  </a:lnTo>
                  <a:lnTo>
                    <a:pt x="268" y="565"/>
                  </a:lnTo>
                  <a:lnTo>
                    <a:pt x="280" y="565"/>
                  </a:lnTo>
                  <a:lnTo>
                    <a:pt x="280" y="578"/>
                  </a:lnTo>
                  <a:lnTo>
                    <a:pt x="268" y="57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2"/>
            <p:cNvSpPr/>
            <p:nvPr/>
          </p:nvSpPr>
          <p:spPr>
            <a:xfrm>
              <a:off x="3704335" y="2307036"/>
              <a:ext cx="611155" cy="925571"/>
            </a:xfrm>
            <a:custGeom>
              <a:avLst/>
              <a:gdLst/>
              <a:ahLst/>
              <a:cxnLst/>
              <a:rect l="l" t="t" r="r" b="b"/>
              <a:pathLst>
                <a:path w="529" h="635" extrusionOk="0">
                  <a:moveTo>
                    <a:pt x="200" y="534"/>
                  </a:moveTo>
                  <a:lnTo>
                    <a:pt x="200" y="524"/>
                  </a:lnTo>
                  <a:lnTo>
                    <a:pt x="200" y="514"/>
                  </a:lnTo>
                  <a:lnTo>
                    <a:pt x="189" y="514"/>
                  </a:lnTo>
                  <a:lnTo>
                    <a:pt x="189" y="503"/>
                  </a:lnTo>
                  <a:lnTo>
                    <a:pt x="176" y="503"/>
                  </a:lnTo>
                  <a:lnTo>
                    <a:pt x="176" y="494"/>
                  </a:lnTo>
                  <a:lnTo>
                    <a:pt x="163" y="494"/>
                  </a:lnTo>
                  <a:lnTo>
                    <a:pt x="151" y="494"/>
                  </a:lnTo>
                  <a:lnTo>
                    <a:pt x="138" y="494"/>
                  </a:lnTo>
                  <a:lnTo>
                    <a:pt x="138" y="483"/>
                  </a:lnTo>
                  <a:lnTo>
                    <a:pt x="138" y="494"/>
                  </a:lnTo>
                  <a:lnTo>
                    <a:pt x="138" y="483"/>
                  </a:lnTo>
                  <a:lnTo>
                    <a:pt x="126" y="483"/>
                  </a:lnTo>
                  <a:lnTo>
                    <a:pt x="126" y="494"/>
                  </a:lnTo>
                  <a:lnTo>
                    <a:pt x="113" y="494"/>
                  </a:lnTo>
                  <a:lnTo>
                    <a:pt x="99" y="494"/>
                  </a:lnTo>
                  <a:lnTo>
                    <a:pt x="88" y="494"/>
                  </a:lnTo>
                  <a:lnTo>
                    <a:pt x="99" y="494"/>
                  </a:lnTo>
                  <a:lnTo>
                    <a:pt x="88" y="494"/>
                  </a:lnTo>
                  <a:lnTo>
                    <a:pt x="88" y="483"/>
                  </a:lnTo>
                  <a:lnTo>
                    <a:pt x="88" y="474"/>
                  </a:lnTo>
                  <a:lnTo>
                    <a:pt x="99" y="474"/>
                  </a:lnTo>
                  <a:lnTo>
                    <a:pt x="88" y="474"/>
                  </a:lnTo>
                  <a:lnTo>
                    <a:pt x="88" y="463"/>
                  </a:lnTo>
                  <a:lnTo>
                    <a:pt x="75" y="463"/>
                  </a:lnTo>
                  <a:lnTo>
                    <a:pt x="75" y="454"/>
                  </a:lnTo>
                  <a:lnTo>
                    <a:pt x="75" y="443"/>
                  </a:lnTo>
                  <a:lnTo>
                    <a:pt x="75" y="454"/>
                  </a:lnTo>
                  <a:lnTo>
                    <a:pt x="75" y="443"/>
                  </a:lnTo>
                  <a:lnTo>
                    <a:pt x="63" y="443"/>
                  </a:lnTo>
                  <a:lnTo>
                    <a:pt x="63" y="434"/>
                  </a:lnTo>
                  <a:lnTo>
                    <a:pt x="63" y="443"/>
                  </a:lnTo>
                  <a:lnTo>
                    <a:pt x="63" y="434"/>
                  </a:lnTo>
                  <a:lnTo>
                    <a:pt x="75" y="434"/>
                  </a:lnTo>
                  <a:lnTo>
                    <a:pt x="63" y="434"/>
                  </a:lnTo>
                  <a:lnTo>
                    <a:pt x="75" y="434"/>
                  </a:lnTo>
                  <a:lnTo>
                    <a:pt x="75" y="423"/>
                  </a:lnTo>
                  <a:lnTo>
                    <a:pt x="63" y="423"/>
                  </a:lnTo>
                  <a:lnTo>
                    <a:pt x="50" y="423"/>
                  </a:lnTo>
                  <a:lnTo>
                    <a:pt x="63" y="423"/>
                  </a:lnTo>
                  <a:lnTo>
                    <a:pt x="63" y="413"/>
                  </a:lnTo>
                  <a:lnTo>
                    <a:pt x="63" y="403"/>
                  </a:lnTo>
                  <a:lnTo>
                    <a:pt x="63" y="413"/>
                  </a:lnTo>
                  <a:lnTo>
                    <a:pt x="63" y="403"/>
                  </a:lnTo>
                  <a:lnTo>
                    <a:pt x="50" y="403"/>
                  </a:lnTo>
                  <a:lnTo>
                    <a:pt x="63" y="403"/>
                  </a:lnTo>
                  <a:lnTo>
                    <a:pt x="50" y="403"/>
                  </a:lnTo>
                  <a:lnTo>
                    <a:pt x="63" y="403"/>
                  </a:lnTo>
                  <a:lnTo>
                    <a:pt x="63" y="394"/>
                  </a:lnTo>
                  <a:lnTo>
                    <a:pt x="50" y="394"/>
                  </a:lnTo>
                  <a:lnTo>
                    <a:pt x="50" y="383"/>
                  </a:lnTo>
                  <a:lnTo>
                    <a:pt x="37" y="383"/>
                  </a:lnTo>
                  <a:lnTo>
                    <a:pt x="37" y="373"/>
                  </a:lnTo>
                  <a:lnTo>
                    <a:pt x="37" y="363"/>
                  </a:lnTo>
                  <a:lnTo>
                    <a:pt x="37" y="354"/>
                  </a:lnTo>
                  <a:lnTo>
                    <a:pt x="25" y="354"/>
                  </a:lnTo>
                  <a:lnTo>
                    <a:pt x="37" y="354"/>
                  </a:lnTo>
                  <a:lnTo>
                    <a:pt x="37" y="342"/>
                  </a:lnTo>
                  <a:lnTo>
                    <a:pt x="25" y="342"/>
                  </a:lnTo>
                  <a:lnTo>
                    <a:pt x="37" y="342"/>
                  </a:lnTo>
                  <a:lnTo>
                    <a:pt x="37" y="332"/>
                  </a:lnTo>
                  <a:lnTo>
                    <a:pt x="37" y="323"/>
                  </a:lnTo>
                  <a:lnTo>
                    <a:pt x="25" y="323"/>
                  </a:lnTo>
                  <a:lnTo>
                    <a:pt x="12" y="323"/>
                  </a:lnTo>
                  <a:lnTo>
                    <a:pt x="12" y="312"/>
                  </a:lnTo>
                  <a:lnTo>
                    <a:pt x="12" y="302"/>
                  </a:lnTo>
                  <a:lnTo>
                    <a:pt x="12" y="292"/>
                  </a:lnTo>
                  <a:lnTo>
                    <a:pt x="0" y="292"/>
                  </a:lnTo>
                  <a:lnTo>
                    <a:pt x="12" y="292"/>
                  </a:lnTo>
                  <a:lnTo>
                    <a:pt x="12" y="283"/>
                  </a:lnTo>
                  <a:lnTo>
                    <a:pt x="12" y="271"/>
                  </a:lnTo>
                  <a:lnTo>
                    <a:pt x="12" y="262"/>
                  </a:lnTo>
                  <a:lnTo>
                    <a:pt x="0" y="262"/>
                  </a:lnTo>
                  <a:lnTo>
                    <a:pt x="12" y="262"/>
                  </a:lnTo>
                  <a:lnTo>
                    <a:pt x="12" y="252"/>
                  </a:lnTo>
                  <a:lnTo>
                    <a:pt x="12" y="242"/>
                  </a:lnTo>
                  <a:lnTo>
                    <a:pt x="12" y="231"/>
                  </a:lnTo>
                  <a:lnTo>
                    <a:pt x="25" y="231"/>
                  </a:lnTo>
                  <a:lnTo>
                    <a:pt x="37" y="231"/>
                  </a:lnTo>
                  <a:lnTo>
                    <a:pt x="50" y="231"/>
                  </a:lnTo>
                  <a:lnTo>
                    <a:pt x="50" y="242"/>
                  </a:lnTo>
                  <a:lnTo>
                    <a:pt x="63" y="242"/>
                  </a:lnTo>
                  <a:lnTo>
                    <a:pt x="63" y="252"/>
                  </a:lnTo>
                  <a:lnTo>
                    <a:pt x="63" y="242"/>
                  </a:lnTo>
                  <a:lnTo>
                    <a:pt x="75" y="242"/>
                  </a:lnTo>
                  <a:lnTo>
                    <a:pt x="75" y="252"/>
                  </a:lnTo>
                  <a:lnTo>
                    <a:pt x="88" y="242"/>
                  </a:lnTo>
                  <a:lnTo>
                    <a:pt x="88" y="252"/>
                  </a:lnTo>
                  <a:lnTo>
                    <a:pt x="88" y="242"/>
                  </a:lnTo>
                  <a:lnTo>
                    <a:pt x="88" y="231"/>
                  </a:lnTo>
                  <a:lnTo>
                    <a:pt x="75" y="231"/>
                  </a:lnTo>
                  <a:lnTo>
                    <a:pt x="88" y="231"/>
                  </a:lnTo>
                  <a:lnTo>
                    <a:pt x="75" y="231"/>
                  </a:lnTo>
                  <a:lnTo>
                    <a:pt x="75" y="222"/>
                  </a:lnTo>
                  <a:lnTo>
                    <a:pt x="88" y="222"/>
                  </a:lnTo>
                  <a:lnTo>
                    <a:pt x="99" y="222"/>
                  </a:lnTo>
                  <a:lnTo>
                    <a:pt x="99" y="212"/>
                  </a:lnTo>
                  <a:lnTo>
                    <a:pt x="99" y="202"/>
                  </a:lnTo>
                  <a:lnTo>
                    <a:pt x="113" y="202"/>
                  </a:lnTo>
                  <a:lnTo>
                    <a:pt x="113" y="191"/>
                  </a:lnTo>
                  <a:lnTo>
                    <a:pt x="113" y="182"/>
                  </a:lnTo>
                  <a:lnTo>
                    <a:pt x="126" y="182"/>
                  </a:lnTo>
                  <a:lnTo>
                    <a:pt x="126" y="191"/>
                  </a:lnTo>
                  <a:lnTo>
                    <a:pt x="138" y="191"/>
                  </a:lnTo>
                  <a:lnTo>
                    <a:pt x="138" y="182"/>
                  </a:lnTo>
                  <a:lnTo>
                    <a:pt x="151" y="182"/>
                  </a:lnTo>
                  <a:lnTo>
                    <a:pt x="151" y="171"/>
                  </a:lnTo>
                  <a:lnTo>
                    <a:pt x="138" y="171"/>
                  </a:lnTo>
                  <a:lnTo>
                    <a:pt x="138" y="162"/>
                  </a:lnTo>
                  <a:lnTo>
                    <a:pt x="138" y="151"/>
                  </a:lnTo>
                  <a:lnTo>
                    <a:pt x="126" y="151"/>
                  </a:lnTo>
                  <a:lnTo>
                    <a:pt x="138" y="151"/>
                  </a:lnTo>
                  <a:lnTo>
                    <a:pt x="126" y="151"/>
                  </a:lnTo>
                  <a:lnTo>
                    <a:pt x="126" y="142"/>
                  </a:lnTo>
                  <a:lnTo>
                    <a:pt x="113" y="142"/>
                  </a:lnTo>
                  <a:lnTo>
                    <a:pt x="99" y="142"/>
                  </a:lnTo>
                  <a:lnTo>
                    <a:pt x="99" y="131"/>
                  </a:lnTo>
                  <a:lnTo>
                    <a:pt x="88" y="131"/>
                  </a:lnTo>
                  <a:lnTo>
                    <a:pt x="88" y="122"/>
                  </a:lnTo>
                  <a:lnTo>
                    <a:pt x="75" y="122"/>
                  </a:lnTo>
                  <a:lnTo>
                    <a:pt x="75" y="131"/>
                  </a:lnTo>
                  <a:lnTo>
                    <a:pt x="75" y="122"/>
                  </a:lnTo>
                  <a:lnTo>
                    <a:pt x="75" y="111"/>
                  </a:lnTo>
                  <a:lnTo>
                    <a:pt x="63" y="111"/>
                  </a:lnTo>
                  <a:lnTo>
                    <a:pt x="63" y="122"/>
                  </a:lnTo>
                  <a:lnTo>
                    <a:pt x="63" y="131"/>
                  </a:lnTo>
                  <a:lnTo>
                    <a:pt x="50" y="131"/>
                  </a:lnTo>
                  <a:lnTo>
                    <a:pt x="50" y="122"/>
                  </a:lnTo>
                  <a:lnTo>
                    <a:pt x="63" y="122"/>
                  </a:lnTo>
                  <a:lnTo>
                    <a:pt x="50" y="122"/>
                  </a:lnTo>
                  <a:lnTo>
                    <a:pt x="50" y="111"/>
                  </a:lnTo>
                  <a:lnTo>
                    <a:pt x="37" y="111"/>
                  </a:lnTo>
                  <a:lnTo>
                    <a:pt x="37" y="122"/>
                  </a:lnTo>
                  <a:lnTo>
                    <a:pt x="37" y="111"/>
                  </a:lnTo>
                  <a:lnTo>
                    <a:pt x="25" y="111"/>
                  </a:lnTo>
                  <a:lnTo>
                    <a:pt x="25" y="101"/>
                  </a:lnTo>
                  <a:lnTo>
                    <a:pt x="25" y="91"/>
                  </a:lnTo>
                  <a:lnTo>
                    <a:pt x="25" y="80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71"/>
                  </a:lnTo>
                  <a:lnTo>
                    <a:pt x="0" y="60"/>
                  </a:lnTo>
                  <a:lnTo>
                    <a:pt x="0" y="51"/>
                  </a:lnTo>
                  <a:lnTo>
                    <a:pt x="12" y="40"/>
                  </a:lnTo>
                  <a:lnTo>
                    <a:pt x="12" y="30"/>
                  </a:lnTo>
                  <a:lnTo>
                    <a:pt x="0" y="30"/>
                  </a:lnTo>
                  <a:lnTo>
                    <a:pt x="0" y="20"/>
                  </a:lnTo>
                  <a:lnTo>
                    <a:pt x="0" y="11"/>
                  </a:lnTo>
                  <a:lnTo>
                    <a:pt x="1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" y="11"/>
                  </a:lnTo>
                  <a:lnTo>
                    <a:pt x="12" y="0"/>
                  </a:lnTo>
                  <a:lnTo>
                    <a:pt x="25" y="0"/>
                  </a:lnTo>
                  <a:lnTo>
                    <a:pt x="37" y="0"/>
                  </a:lnTo>
                  <a:lnTo>
                    <a:pt x="50" y="0"/>
                  </a:lnTo>
                  <a:lnTo>
                    <a:pt x="50" y="11"/>
                  </a:lnTo>
                  <a:lnTo>
                    <a:pt x="63" y="11"/>
                  </a:lnTo>
                  <a:lnTo>
                    <a:pt x="63" y="20"/>
                  </a:lnTo>
                  <a:lnTo>
                    <a:pt x="63" y="30"/>
                  </a:lnTo>
                  <a:lnTo>
                    <a:pt x="75" y="30"/>
                  </a:lnTo>
                  <a:lnTo>
                    <a:pt x="75" y="40"/>
                  </a:lnTo>
                  <a:lnTo>
                    <a:pt x="88" y="40"/>
                  </a:lnTo>
                  <a:lnTo>
                    <a:pt x="88" y="30"/>
                  </a:lnTo>
                  <a:lnTo>
                    <a:pt x="88" y="40"/>
                  </a:lnTo>
                  <a:lnTo>
                    <a:pt x="99" y="40"/>
                  </a:lnTo>
                  <a:lnTo>
                    <a:pt x="113" y="40"/>
                  </a:lnTo>
                  <a:lnTo>
                    <a:pt x="113" y="30"/>
                  </a:lnTo>
                  <a:lnTo>
                    <a:pt x="126" y="30"/>
                  </a:lnTo>
                  <a:lnTo>
                    <a:pt x="126" y="40"/>
                  </a:lnTo>
                  <a:lnTo>
                    <a:pt x="138" y="40"/>
                  </a:lnTo>
                  <a:lnTo>
                    <a:pt x="151" y="40"/>
                  </a:lnTo>
                  <a:lnTo>
                    <a:pt x="151" y="51"/>
                  </a:lnTo>
                  <a:lnTo>
                    <a:pt x="163" y="51"/>
                  </a:lnTo>
                  <a:lnTo>
                    <a:pt x="176" y="51"/>
                  </a:lnTo>
                  <a:lnTo>
                    <a:pt x="176" y="60"/>
                  </a:lnTo>
                  <a:lnTo>
                    <a:pt x="189" y="60"/>
                  </a:lnTo>
                  <a:lnTo>
                    <a:pt x="200" y="60"/>
                  </a:lnTo>
                  <a:lnTo>
                    <a:pt x="200" y="71"/>
                  </a:lnTo>
                  <a:lnTo>
                    <a:pt x="214" y="71"/>
                  </a:lnTo>
                  <a:lnTo>
                    <a:pt x="227" y="71"/>
                  </a:lnTo>
                  <a:lnTo>
                    <a:pt x="227" y="80"/>
                  </a:lnTo>
                  <a:lnTo>
                    <a:pt x="227" y="91"/>
                  </a:lnTo>
                  <a:lnTo>
                    <a:pt x="227" y="101"/>
                  </a:lnTo>
                  <a:lnTo>
                    <a:pt x="239" y="101"/>
                  </a:lnTo>
                  <a:lnTo>
                    <a:pt x="239" y="111"/>
                  </a:lnTo>
                  <a:lnTo>
                    <a:pt x="252" y="111"/>
                  </a:lnTo>
                  <a:lnTo>
                    <a:pt x="252" y="122"/>
                  </a:lnTo>
                  <a:lnTo>
                    <a:pt x="252" y="111"/>
                  </a:lnTo>
                  <a:lnTo>
                    <a:pt x="264" y="111"/>
                  </a:lnTo>
                  <a:lnTo>
                    <a:pt x="264" y="122"/>
                  </a:lnTo>
                  <a:lnTo>
                    <a:pt x="264" y="111"/>
                  </a:lnTo>
                  <a:lnTo>
                    <a:pt x="277" y="111"/>
                  </a:lnTo>
                  <a:lnTo>
                    <a:pt x="277" y="122"/>
                  </a:lnTo>
                  <a:lnTo>
                    <a:pt x="290" y="122"/>
                  </a:lnTo>
                  <a:lnTo>
                    <a:pt x="290" y="111"/>
                  </a:lnTo>
                  <a:lnTo>
                    <a:pt x="302" y="111"/>
                  </a:lnTo>
                  <a:lnTo>
                    <a:pt x="315" y="111"/>
                  </a:lnTo>
                  <a:lnTo>
                    <a:pt x="315" y="101"/>
                  </a:lnTo>
                  <a:lnTo>
                    <a:pt x="327" y="101"/>
                  </a:lnTo>
                  <a:lnTo>
                    <a:pt x="327" y="111"/>
                  </a:lnTo>
                  <a:lnTo>
                    <a:pt x="327" y="122"/>
                  </a:lnTo>
                  <a:lnTo>
                    <a:pt x="340" y="122"/>
                  </a:lnTo>
                  <a:lnTo>
                    <a:pt x="340" y="131"/>
                  </a:lnTo>
                  <a:lnTo>
                    <a:pt x="354" y="142"/>
                  </a:lnTo>
                  <a:lnTo>
                    <a:pt x="365" y="142"/>
                  </a:lnTo>
                  <a:lnTo>
                    <a:pt x="378" y="142"/>
                  </a:lnTo>
                  <a:lnTo>
                    <a:pt x="390" y="142"/>
                  </a:lnTo>
                  <a:lnTo>
                    <a:pt x="390" y="131"/>
                  </a:lnTo>
                  <a:lnTo>
                    <a:pt x="403" y="131"/>
                  </a:lnTo>
                  <a:lnTo>
                    <a:pt x="416" y="131"/>
                  </a:lnTo>
                  <a:lnTo>
                    <a:pt x="428" y="131"/>
                  </a:lnTo>
                  <a:lnTo>
                    <a:pt x="428" y="142"/>
                  </a:lnTo>
                  <a:lnTo>
                    <a:pt x="441" y="142"/>
                  </a:lnTo>
                  <a:lnTo>
                    <a:pt x="455" y="142"/>
                  </a:lnTo>
                  <a:lnTo>
                    <a:pt x="455" y="131"/>
                  </a:lnTo>
                  <a:lnTo>
                    <a:pt x="466" y="131"/>
                  </a:lnTo>
                  <a:lnTo>
                    <a:pt x="466" y="142"/>
                  </a:lnTo>
                  <a:lnTo>
                    <a:pt x="466" y="131"/>
                  </a:lnTo>
                  <a:lnTo>
                    <a:pt x="466" y="142"/>
                  </a:lnTo>
                  <a:lnTo>
                    <a:pt x="479" y="142"/>
                  </a:lnTo>
                  <a:lnTo>
                    <a:pt x="491" y="142"/>
                  </a:lnTo>
                  <a:lnTo>
                    <a:pt x="504" y="142"/>
                  </a:lnTo>
                  <a:lnTo>
                    <a:pt x="504" y="151"/>
                  </a:lnTo>
                  <a:lnTo>
                    <a:pt x="517" y="151"/>
                  </a:lnTo>
                  <a:lnTo>
                    <a:pt x="529" y="151"/>
                  </a:lnTo>
                  <a:lnTo>
                    <a:pt x="529" y="162"/>
                  </a:lnTo>
                  <a:lnTo>
                    <a:pt x="529" y="171"/>
                  </a:lnTo>
                  <a:lnTo>
                    <a:pt x="517" y="171"/>
                  </a:lnTo>
                  <a:lnTo>
                    <a:pt x="517" y="182"/>
                  </a:lnTo>
                  <a:lnTo>
                    <a:pt x="517" y="191"/>
                  </a:lnTo>
                  <a:lnTo>
                    <a:pt x="517" y="202"/>
                  </a:lnTo>
                  <a:lnTo>
                    <a:pt x="529" y="202"/>
                  </a:lnTo>
                  <a:lnTo>
                    <a:pt x="529" y="212"/>
                  </a:lnTo>
                  <a:lnTo>
                    <a:pt x="517" y="212"/>
                  </a:lnTo>
                  <a:lnTo>
                    <a:pt x="517" y="222"/>
                  </a:lnTo>
                  <a:lnTo>
                    <a:pt x="517" y="231"/>
                  </a:lnTo>
                  <a:lnTo>
                    <a:pt x="517" y="242"/>
                  </a:lnTo>
                  <a:lnTo>
                    <a:pt x="517" y="252"/>
                  </a:lnTo>
                  <a:lnTo>
                    <a:pt x="529" y="252"/>
                  </a:lnTo>
                  <a:lnTo>
                    <a:pt x="529" y="262"/>
                  </a:lnTo>
                  <a:lnTo>
                    <a:pt x="517" y="262"/>
                  </a:lnTo>
                  <a:lnTo>
                    <a:pt x="504" y="262"/>
                  </a:lnTo>
                  <a:lnTo>
                    <a:pt x="504" y="271"/>
                  </a:lnTo>
                  <a:lnTo>
                    <a:pt x="491" y="271"/>
                  </a:lnTo>
                  <a:lnTo>
                    <a:pt x="491" y="262"/>
                  </a:lnTo>
                  <a:lnTo>
                    <a:pt x="491" y="252"/>
                  </a:lnTo>
                  <a:lnTo>
                    <a:pt x="479" y="252"/>
                  </a:lnTo>
                  <a:lnTo>
                    <a:pt x="466" y="252"/>
                  </a:lnTo>
                  <a:lnTo>
                    <a:pt x="466" y="242"/>
                  </a:lnTo>
                  <a:lnTo>
                    <a:pt x="466" y="231"/>
                  </a:lnTo>
                  <a:lnTo>
                    <a:pt x="455" y="231"/>
                  </a:lnTo>
                  <a:lnTo>
                    <a:pt x="455" y="242"/>
                  </a:lnTo>
                  <a:lnTo>
                    <a:pt x="441" y="242"/>
                  </a:lnTo>
                  <a:lnTo>
                    <a:pt x="455" y="242"/>
                  </a:lnTo>
                  <a:lnTo>
                    <a:pt x="441" y="252"/>
                  </a:lnTo>
                  <a:lnTo>
                    <a:pt x="441" y="242"/>
                  </a:lnTo>
                  <a:lnTo>
                    <a:pt x="441" y="252"/>
                  </a:lnTo>
                  <a:lnTo>
                    <a:pt x="428" y="252"/>
                  </a:lnTo>
                  <a:lnTo>
                    <a:pt x="428" y="242"/>
                  </a:lnTo>
                  <a:lnTo>
                    <a:pt x="416" y="242"/>
                  </a:lnTo>
                  <a:lnTo>
                    <a:pt x="416" y="252"/>
                  </a:lnTo>
                  <a:lnTo>
                    <a:pt x="416" y="262"/>
                  </a:lnTo>
                  <a:lnTo>
                    <a:pt x="403" y="262"/>
                  </a:lnTo>
                  <a:lnTo>
                    <a:pt x="390" y="262"/>
                  </a:lnTo>
                  <a:lnTo>
                    <a:pt x="403" y="262"/>
                  </a:lnTo>
                  <a:lnTo>
                    <a:pt x="403" y="271"/>
                  </a:lnTo>
                  <a:lnTo>
                    <a:pt x="403" y="283"/>
                  </a:lnTo>
                  <a:lnTo>
                    <a:pt x="403" y="292"/>
                  </a:lnTo>
                  <a:lnTo>
                    <a:pt x="416" y="292"/>
                  </a:lnTo>
                  <a:lnTo>
                    <a:pt x="403" y="292"/>
                  </a:lnTo>
                  <a:lnTo>
                    <a:pt x="416" y="292"/>
                  </a:lnTo>
                  <a:lnTo>
                    <a:pt x="416" y="302"/>
                  </a:lnTo>
                  <a:lnTo>
                    <a:pt x="403" y="302"/>
                  </a:lnTo>
                  <a:lnTo>
                    <a:pt x="416" y="302"/>
                  </a:lnTo>
                  <a:lnTo>
                    <a:pt x="403" y="302"/>
                  </a:lnTo>
                  <a:lnTo>
                    <a:pt x="403" y="312"/>
                  </a:lnTo>
                  <a:lnTo>
                    <a:pt x="403" y="323"/>
                  </a:lnTo>
                  <a:lnTo>
                    <a:pt x="416" y="323"/>
                  </a:lnTo>
                  <a:lnTo>
                    <a:pt x="403" y="323"/>
                  </a:lnTo>
                  <a:lnTo>
                    <a:pt x="403" y="332"/>
                  </a:lnTo>
                  <a:lnTo>
                    <a:pt x="390" y="332"/>
                  </a:lnTo>
                  <a:lnTo>
                    <a:pt x="378" y="332"/>
                  </a:lnTo>
                  <a:lnTo>
                    <a:pt x="378" y="342"/>
                  </a:lnTo>
                  <a:lnTo>
                    <a:pt x="378" y="354"/>
                  </a:lnTo>
                  <a:lnTo>
                    <a:pt x="365" y="354"/>
                  </a:lnTo>
                  <a:lnTo>
                    <a:pt x="365" y="363"/>
                  </a:lnTo>
                  <a:lnTo>
                    <a:pt x="365" y="373"/>
                  </a:lnTo>
                  <a:lnTo>
                    <a:pt x="365" y="383"/>
                  </a:lnTo>
                  <a:lnTo>
                    <a:pt x="378" y="394"/>
                  </a:lnTo>
                  <a:lnTo>
                    <a:pt x="378" y="403"/>
                  </a:lnTo>
                  <a:lnTo>
                    <a:pt x="390" y="403"/>
                  </a:lnTo>
                  <a:lnTo>
                    <a:pt x="390" y="413"/>
                  </a:lnTo>
                  <a:lnTo>
                    <a:pt x="390" y="423"/>
                  </a:lnTo>
                  <a:lnTo>
                    <a:pt x="390" y="434"/>
                  </a:lnTo>
                  <a:lnTo>
                    <a:pt x="390" y="443"/>
                  </a:lnTo>
                  <a:lnTo>
                    <a:pt x="403" y="443"/>
                  </a:lnTo>
                  <a:lnTo>
                    <a:pt x="403" y="454"/>
                  </a:lnTo>
                  <a:lnTo>
                    <a:pt x="416" y="454"/>
                  </a:lnTo>
                  <a:lnTo>
                    <a:pt x="416" y="463"/>
                  </a:lnTo>
                  <a:lnTo>
                    <a:pt x="416" y="474"/>
                  </a:lnTo>
                  <a:lnTo>
                    <a:pt x="428" y="474"/>
                  </a:lnTo>
                  <a:lnTo>
                    <a:pt x="441" y="474"/>
                  </a:lnTo>
                  <a:lnTo>
                    <a:pt x="455" y="474"/>
                  </a:lnTo>
                  <a:lnTo>
                    <a:pt x="455" y="483"/>
                  </a:lnTo>
                  <a:lnTo>
                    <a:pt x="455" y="494"/>
                  </a:lnTo>
                  <a:lnTo>
                    <a:pt x="441" y="494"/>
                  </a:lnTo>
                  <a:lnTo>
                    <a:pt x="428" y="494"/>
                  </a:lnTo>
                  <a:lnTo>
                    <a:pt x="428" y="503"/>
                  </a:lnTo>
                  <a:lnTo>
                    <a:pt x="428" y="514"/>
                  </a:lnTo>
                  <a:lnTo>
                    <a:pt x="428" y="524"/>
                  </a:lnTo>
                  <a:lnTo>
                    <a:pt x="428" y="534"/>
                  </a:lnTo>
                  <a:lnTo>
                    <a:pt x="416" y="534"/>
                  </a:lnTo>
                  <a:lnTo>
                    <a:pt x="416" y="543"/>
                  </a:lnTo>
                  <a:lnTo>
                    <a:pt x="403" y="543"/>
                  </a:lnTo>
                  <a:lnTo>
                    <a:pt x="390" y="543"/>
                  </a:lnTo>
                  <a:lnTo>
                    <a:pt x="390" y="554"/>
                  </a:lnTo>
                  <a:lnTo>
                    <a:pt x="378" y="554"/>
                  </a:lnTo>
                  <a:lnTo>
                    <a:pt x="390" y="554"/>
                  </a:lnTo>
                  <a:lnTo>
                    <a:pt x="390" y="565"/>
                  </a:lnTo>
                  <a:lnTo>
                    <a:pt x="390" y="574"/>
                  </a:lnTo>
                  <a:lnTo>
                    <a:pt x="378" y="574"/>
                  </a:lnTo>
                  <a:lnTo>
                    <a:pt x="378" y="585"/>
                  </a:lnTo>
                  <a:lnTo>
                    <a:pt x="378" y="595"/>
                  </a:lnTo>
                  <a:lnTo>
                    <a:pt x="390" y="595"/>
                  </a:lnTo>
                  <a:lnTo>
                    <a:pt x="378" y="595"/>
                  </a:lnTo>
                  <a:lnTo>
                    <a:pt x="390" y="595"/>
                  </a:lnTo>
                  <a:lnTo>
                    <a:pt x="378" y="595"/>
                  </a:lnTo>
                  <a:lnTo>
                    <a:pt x="390" y="595"/>
                  </a:lnTo>
                  <a:lnTo>
                    <a:pt x="378" y="606"/>
                  </a:lnTo>
                  <a:lnTo>
                    <a:pt x="390" y="606"/>
                  </a:lnTo>
                  <a:lnTo>
                    <a:pt x="378" y="606"/>
                  </a:lnTo>
                  <a:lnTo>
                    <a:pt x="378" y="614"/>
                  </a:lnTo>
                  <a:lnTo>
                    <a:pt x="378" y="625"/>
                  </a:lnTo>
                  <a:lnTo>
                    <a:pt x="378" y="614"/>
                  </a:lnTo>
                  <a:lnTo>
                    <a:pt x="378" y="625"/>
                  </a:lnTo>
                  <a:lnTo>
                    <a:pt x="365" y="625"/>
                  </a:lnTo>
                  <a:lnTo>
                    <a:pt x="365" y="635"/>
                  </a:lnTo>
                  <a:lnTo>
                    <a:pt x="354" y="635"/>
                  </a:lnTo>
                  <a:lnTo>
                    <a:pt x="365" y="625"/>
                  </a:lnTo>
                  <a:lnTo>
                    <a:pt x="354" y="625"/>
                  </a:lnTo>
                  <a:lnTo>
                    <a:pt x="365" y="625"/>
                  </a:lnTo>
                  <a:lnTo>
                    <a:pt x="354" y="625"/>
                  </a:lnTo>
                  <a:lnTo>
                    <a:pt x="365" y="625"/>
                  </a:lnTo>
                  <a:lnTo>
                    <a:pt x="354" y="625"/>
                  </a:lnTo>
                  <a:lnTo>
                    <a:pt x="354" y="614"/>
                  </a:lnTo>
                  <a:lnTo>
                    <a:pt x="354" y="606"/>
                  </a:lnTo>
                  <a:lnTo>
                    <a:pt x="354" y="595"/>
                  </a:lnTo>
                  <a:lnTo>
                    <a:pt x="340" y="595"/>
                  </a:lnTo>
                  <a:lnTo>
                    <a:pt x="340" y="585"/>
                  </a:lnTo>
                  <a:lnTo>
                    <a:pt x="340" y="574"/>
                  </a:lnTo>
                  <a:lnTo>
                    <a:pt x="340" y="565"/>
                  </a:lnTo>
                  <a:lnTo>
                    <a:pt x="327" y="565"/>
                  </a:lnTo>
                  <a:lnTo>
                    <a:pt x="315" y="565"/>
                  </a:lnTo>
                  <a:lnTo>
                    <a:pt x="315" y="574"/>
                  </a:lnTo>
                  <a:lnTo>
                    <a:pt x="315" y="585"/>
                  </a:lnTo>
                  <a:lnTo>
                    <a:pt x="302" y="585"/>
                  </a:lnTo>
                  <a:lnTo>
                    <a:pt x="302" y="595"/>
                  </a:lnTo>
                  <a:lnTo>
                    <a:pt x="290" y="595"/>
                  </a:lnTo>
                  <a:lnTo>
                    <a:pt x="302" y="595"/>
                  </a:lnTo>
                  <a:lnTo>
                    <a:pt x="290" y="595"/>
                  </a:lnTo>
                  <a:lnTo>
                    <a:pt x="302" y="595"/>
                  </a:lnTo>
                  <a:lnTo>
                    <a:pt x="302" y="585"/>
                  </a:lnTo>
                  <a:lnTo>
                    <a:pt x="290" y="585"/>
                  </a:lnTo>
                  <a:lnTo>
                    <a:pt x="290" y="574"/>
                  </a:lnTo>
                  <a:lnTo>
                    <a:pt x="277" y="574"/>
                  </a:lnTo>
                  <a:lnTo>
                    <a:pt x="277" y="585"/>
                  </a:lnTo>
                  <a:lnTo>
                    <a:pt x="277" y="574"/>
                  </a:lnTo>
                  <a:lnTo>
                    <a:pt x="277" y="585"/>
                  </a:lnTo>
                  <a:lnTo>
                    <a:pt x="264" y="574"/>
                  </a:lnTo>
                  <a:lnTo>
                    <a:pt x="264" y="585"/>
                  </a:lnTo>
                  <a:lnTo>
                    <a:pt x="252" y="585"/>
                  </a:lnTo>
                  <a:lnTo>
                    <a:pt x="239" y="585"/>
                  </a:lnTo>
                  <a:lnTo>
                    <a:pt x="227" y="585"/>
                  </a:lnTo>
                  <a:lnTo>
                    <a:pt x="227" y="574"/>
                  </a:lnTo>
                  <a:lnTo>
                    <a:pt x="227" y="585"/>
                  </a:lnTo>
                  <a:lnTo>
                    <a:pt x="214" y="585"/>
                  </a:lnTo>
                  <a:lnTo>
                    <a:pt x="200" y="585"/>
                  </a:lnTo>
                  <a:lnTo>
                    <a:pt x="200" y="595"/>
                  </a:lnTo>
                  <a:lnTo>
                    <a:pt x="200" y="585"/>
                  </a:lnTo>
                  <a:lnTo>
                    <a:pt x="200" y="595"/>
                  </a:lnTo>
                  <a:lnTo>
                    <a:pt x="200" y="585"/>
                  </a:lnTo>
                  <a:lnTo>
                    <a:pt x="189" y="585"/>
                  </a:lnTo>
                  <a:lnTo>
                    <a:pt x="176" y="585"/>
                  </a:lnTo>
                  <a:lnTo>
                    <a:pt x="163" y="585"/>
                  </a:lnTo>
                  <a:lnTo>
                    <a:pt x="163" y="574"/>
                  </a:lnTo>
                  <a:lnTo>
                    <a:pt x="151" y="574"/>
                  </a:lnTo>
                  <a:lnTo>
                    <a:pt x="151" y="565"/>
                  </a:lnTo>
                  <a:lnTo>
                    <a:pt x="163" y="565"/>
                  </a:lnTo>
                  <a:lnTo>
                    <a:pt x="163" y="554"/>
                  </a:lnTo>
                  <a:lnTo>
                    <a:pt x="163" y="565"/>
                  </a:lnTo>
                  <a:lnTo>
                    <a:pt x="163" y="554"/>
                  </a:lnTo>
                  <a:lnTo>
                    <a:pt x="176" y="565"/>
                  </a:lnTo>
                  <a:lnTo>
                    <a:pt x="176" y="554"/>
                  </a:lnTo>
                  <a:lnTo>
                    <a:pt x="189" y="554"/>
                  </a:lnTo>
                  <a:lnTo>
                    <a:pt x="189" y="565"/>
                  </a:lnTo>
                  <a:lnTo>
                    <a:pt x="189" y="554"/>
                  </a:lnTo>
                  <a:lnTo>
                    <a:pt x="200" y="554"/>
                  </a:lnTo>
                  <a:lnTo>
                    <a:pt x="200" y="543"/>
                  </a:lnTo>
                  <a:lnTo>
                    <a:pt x="200" y="53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2"/>
            <p:cNvSpPr/>
            <p:nvPr/>
          </p:nvSpPr>
          <p:spPr>
            <a:xfrm>
              <a:off x="5449309" y="5349776"/>
              <a:ext cx="437676" cy="460120"/>
            </a:xfrm>
            <a:custGeom>
              <a:avLst/>
              <a:gdLst/>
              <a:ahLst/>
              <a:cxnLst/>
              <a:rect l="l" t="t" r="r" b="b"/>
              <a:pathLst>
                <a:path w="377" h="316" extrusionOk="0">
                  <a:moveTo>
                    <a:pt x="114" y="284"/>
                  </a:moveTo>
                  <a:lnTo>
                    <a:pt x="101" y="284"/>
                  </a:lnTo>
                  <a:lnTo>
                    <a:pt x="101" y="272"/>
                  </a:lnTo>
                  <a:lnTo>
                    <a:pt x="87" y="272"/>
                  </a:lnTo>
                  <a:lnTo>
                    <a:pt x="87" y="262"/>
                  </a:lnTo>
                  <a:lnTo>
                    <a:pt x="87" y="272"/>
                  </a:lnTo>
                  <a:lnTo>
                    <a:pt x="87" y="262"/>
                  </a:lnTo>
                  <a:lnTo>
                    <a:pt x="76" y="262"/>
                  </a:lnTo>
                  <a:lnTo>
                    <a:pt x="76" y="251"/>
                  </a:lnTo>
                  <a:lnTo>
                    <a:pt x="63" y="251"/>
                  </a:lnTo>
                  <a:lnTo>
                    <a:pt x="51" y="251"/>
                  </a:lnTo>
                  <a:lnTo>
                    <a:pt x="63" y="251"/>
                  </a:lnTo>
                  <a:lnTo>
                    <a:pt x="63" y="240"/>
                  </a:lnTo>
                  <a:lnTo>
                    <a:pt x="51" y="240"/>
                  </a:lnTo>
                  <a:lnTo>
                    <a:pt x="51" y="228"/>
                  </a:lnTo>
                  <a:lnTo>
                    <a:pt x="38" y="228"/>
                  </a:lnTo>
                  <a:lnTo>
                    <a:pt x="38" y="219"/>
                  </a:lnTo>
                  <a:lnTo>
                    <a:pt x="25" y="219"/>
                  </a:lnTo>
                  <a:lnTo>
                    <a:pt x="13" y="219"/>
                  </a:lnTo>
                  <a:lnTo>
                    <a:pt x="0" y="219"/>
                  </a:lnTo>
                  <a:lnTo>
                    <a:pt x="0" y="207"/>
                  </a:lnTo>
                  <a:lnTo>
                    <a:pt x="13" y="197"/>
                  </a:lnTo>
                  <a:lnTo>
                    <a:pt x="13" y="186"/>
                  </a:lnTo>
                  <a:lnTo>
                    <a:pt x="25" y="186"/>
                  </a:lnTo>
                  <a:lnTo>
                    <a:pt x="38" y="186"/>
                  </a:lnTo>
                  <a:lnTo>
                    <a:pt x="51" y="186"/>
                  </a:lnTo>
                  <a:lnTo>
                    <a:pt x="51" y="174"/>
                  </a:lnTo>
                  <a:lnTo>
                    <a:pt x="51" y="163"/>
                  </a:lnTo>
                  <a:lnTo>
                    <a:pt x="63" y="163"/>
                  </a:lnTo>
                  <a:lnTo>
                    <a:pt x="63" y="152"/>
                  </a:lnTo>
                  <a:lnTo>
                    <a:pt x="76" y="152"/>
                  </a:lnTo>
                  <a:lnTo>
                    <a:pt x="76" y="142"/>
                  </a:lnTo>
                  <a:lnTo>
                    <a:pt x="87" y="142"/>
                  </a:lnTo>
                  <a:lnTo>
                    <a:pt x="87" y="130"/>
                  </a:lnTo>
                  <a:lnTo>
                    <a:pt x="87" y="120"/>
                  </a:lnTo>
                  <a:lnTo>
                    <a:pt x="87" y="109"/>
                  </a:lnTo>
                  <a:lnTo>
                    <a:pt x="101" y="109"/>
                  </a:lnTo>
                  <a:lnTo>
                    <a:pt x="101" y="98"/>
                  </a:lnTo>
                  <a:lnTo>
                    <a:pt x="101" y="87"/>
                  </a:lnTo>
                  <a:lnTo>
                    <a:pt x="114" y="87"/>
                  </a:lnTo>
                  <a:lnTo>
                    <a:pt x="126" y="87"/>
                  </a:lnTo>
                  <a:lnTo>
                    <a:pt x="139" y="87"/>
                  </a:lnTo>
                  <a:lnTo>
                    <a:pt x="139" y="77"/>
                  </a:lnTo>
                  <a:lnTo>
                    <a:pt x="151" y="77"/>
                  </a:lnTo>
                  <a:lnTo>
                    <a:pt x="151" y="65"/>
                  </a:lnTo>
                  <a:lnTo>
                    <a:pt x="164" y="65"/>
                  </a:lnTo>
                  <a:lnTo>
                    <a:pt x="164" y="55"/>
                  </a:lnTo>
                  <a:lnTo>
                    <a:pt x="151" y="55"/>
                  </a:lnTo>
                  <a:lnTo>
                    <a:pt x="151" y="44"/>
                  </a:lnTo>
                  <a:lnTo>
                    <a:pt x="164" y="44"/>
                  </a:lnTo>
                  <a:lnTo>
                    <a:pt x="151" y="34"/>
                  </a:lnTo>
                  <a:lnTo>
                    <a:pt x="164" y="34"/>
                  </a:lnTo>
                  <a:lnTo>
                    <a:pt x="151" y="34"/>
                  </a:lnTo>
                  <a:lnTo>
                    <a:pt x="164" y="34"/>
                  </a:lnTo>
                  <a:lnTo>
                    <a:pt x="164" y="22"/>
                  </a:lnTo>
                  <a:lnTo>
                    <a:pt x="164" y="12"/>
                  </a:lnTo>
                  <a:lnTo>
                    <a:pt x="176" y="12"/>
                  </a:lnTo>
                  <a:lnTo>
                    <a:pt x="188" y="12"/>
                  </a:lnTo>
                  <a:lnTo>
                    <a:pt x="188" y="0"/>
                  </a:lnTo>
                  <a:lnTo>
                    <a:pt x="201" y="0"/>
                  </a:lnTo>
                  <a:lnTo>
                    <a:pt x="201" y="12"/>
                  </a:lnTo>
                  <a:lnTo>
                    <a:pt x="213" y="12"/>
                  </a:lnTo>
                  <a:lnTo>
                    <a:pt x="213" y="22"/>
                  </a:lnTo>
                  <a:lnTo>
                    <a:pt x="201" y="22"/>
                  </a:lnTo>
                  <a:lnTo>
                    <a:pt x="201" y="34"/>
                  </a:lnTo>
                  <a:lnTo>
                    <a:pt x="201" y="44"/>
                  </a:lnTo>
                  <a:lnTo>
                    <a:pt x="213" y="44"/>
                  </a:lnTo>
                  <a:lnTo>
                    <a:pt x="213" y="34"/>
                  </a:lnTo>
                  <a:lnTo>
                    <a:pt x="226" y="34"/>
                  </a:lnTo>
                  <a:lnTo>
                    <a:pt x="226" y="44"/>
                  </a:lnTo>
                  <a:lnTo>
                    <a:pt x="240" y="44"/>
                  </a:lnTo>
                  <a:lnTo>
                    <a:pt x="226" y="44"/>
                  </a:lnTo>
                  <a:lnTo>
                    <a:pt x="240" y="44"/>
                  </a:lnTo>
                  <a:lnTo>
                    <a:pt x="240" y="55"/>
                  </a:lnTo>
                  <a:lnTo>
                    <a:pt x="251" y="55"/>
                  </a:lnTo>
                  <a:lnTo>
                    <a:pt x="251" y="65"/>
                  </a:lnTo>
                  <a:lnTo>
                    <a:pt x="251" y="77"/>
                  </a:lnTo>
                  <a:lnTo>
                    <a:pt x="265" y="77"/>
                  </a:lnTo>
                  <a:lnTo>
                    <a:pt x="265" y="87"/>
                  </a:lnTo>
                  <a:lnTo>
                    <a:pt x="277" y="87"/>
                  </a:lnTo>
                  <a:lnTo>
                    <a:pt x="277" y="98"/>
                  </a:lnTo>
                  <a:lnTo>
                    <a:pt x="289" y="98"/>
                  </a:lnTo>
                  <a:lnTo>
                    <a:pt x="302" y="98"/>
                  </a:lnTo>
                  <a:lnTo>
                    <a:pt x="314" y="98"/>
                  </a:lnTo>
                  <a:lnTo>
                    <a:pt x="314" y="109"/>
                  </a:lnTo>
                  <a:lnTo>
                    <a:pt x="327" y="109"/>
                  </a:lnTo>
                  <a:lnTo>
                    <a:pt x="341" y="109"/>
                  </a:lnTo>
                  <a:lnTo>
                    <a:pt x="352" y="109"/>
                  </a:lnTo>
                  <a:lnTo>
                    <a:pt x="365" y="120"/>
                  </a:lnTo>
                  <a:lnTo>
                    <a:pt x="377" y="130"/>
                  </a:lnTo>
                  <a:lnTo>
                    <a:pt x="377" y="142"/>
                  </a:lnTo>
                  <a:lnTo>
                    <a:pt x="377" y="152"/>
                  </a:lnTo>
                  <a:lnTo>
                    <a:pt x="352" y="163"/>
                  </a:lnTo>
                  <a:lnTo>
                    <a:pt x="352" y="174"/>
                  </a:lnTo>
                  <a:lnTo>
                    <a:pt x="341" y="174"/>
                  </a:lnTo>
                  <a:lnTo>
                    <a:pt x="327" y="186"/>
                  </a:lnTo>
                  <a:lnTo>
                    <a:pt x="314" y="186"/>
                  </a:lnTo>
                  <a:lnTo>
                    <a:pt x="302" y="186"/>
                  </a:lnTo>
                  <a:lnTo>
                    <a:pt x="289" y="186"/>
                  </a:lnTo>
                  <a:lnTo>
                    <a:pt x="289" y="197"/>
                  </a:lnTo>
                  <a:lnTo>
                    <a:pt x="302" y="207"/>
                  </a:lnTo>
                  <a:lnTo>
                    <a:pt x="302" y="219"/>
                  </a:lnTo>
                  <a:lnTo>
                    <a:pt x="302" y="228"/>
                  </a:lnTo>
                  <a:lnTo>
                    <a:pt x="302" y="240"/>
                  </a:lnTo>
                  <a:lnTo>
                    <a:pt x="314" y="240"/>
                  </a:lnTo>
                  <a:lnTo>
                    <a:pt x="302" y="251"/>
                  </a:lnTo>
                  <a:lnTo>
                    <a:pt x="302" y="262"/>
                  </a:lnTo>
                  <a:lnTo>
                    <a:pt x="289" y="272"/>
                  </a:lnTo>
                  <a:lnTo>
                    <a:pt x="289" y="284"/>
                  </a:lnTo>
                  <a:lnTo>
                    <a:pt x="277" y="294"/>
                  </a:lnTo>
                  <a:lnTo>
                    <a:pt x="265" y="305"/>
                  </a:lnTo>
                  <a:lnTo>
                    <a:pt x="251" y="305"/>
                  </a:lnTo>
                  <a:lnTo>
                    <a:pt x="240" y="305"/>
                  </a:lnTo>
                  <a:lnTo>
                    <a:pt x="226" y="316"/>
                  </a:lnTo>
                  <a:lnTo>
                    <a:pt x="213" y="316"/>
                  </a:lnTo>
                  <a:lnTo>
                    <a:pt x="201" y="316"/>
                  </a:lnTo>
                  <a:lnTo>
                    <a:pt x="188" y="316"/>
                  </a:lnTo>
                  <a:lnTo>
                    <a:pt x="176" y="316"/>
                  </a:lnTo>
                  <a:lnTo>
                    <a:pt x="164" y="316"/>
                  </a:lnTo>
                  <a:lnTo>
                    <a:pt x="151" y="316"/>
                  </a:lnTo>
                  <a:lnTo>
                    <a:pt x="139" y="305"/>
                  </a:lnTo>
                  <a:lnTo>
                    <a:pt x="139" y="294"/>
                  </a:lnTo>
                  <a:lnTo>
                    <a:pt x="126" y="294"/>
                  </a:lnTo>
                  <a:lnTo>
                    <a:pt x="114" y="294"/>
                  </a:lnTo>
                  <a:lnTo>
                    <a:pt x="114" y="284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2"/>
            <p:cNvSpPr/>
            <p:nvPr/>
          </p:nvSpPr>
          <p:spPr>
            <a:xfrm>
              <a:off x="4206305" y="2810190"/>
              <a:ext cx="1446720" cy="1133425"/>
            </a:xfrm>
            <a:custGeom>
              <a:avLst/>
              <a:gdLst/>
              <a:ahLst/>
              <a:cxnLst/>
              <a:rect l="l" t="t" r="r" b="b"/>
              <a:pathLst>
                <a:path w="1250" h="780" extrusionOk="0">
                  <a:moveTo>
                    <a:pt x="1198" y="426"/>
                  </a:moveTo>
                  <a:lnTo>
                    <a:pt x="1211" y="426"/>
                  </a:lnTo>
                  <a:lnTo>
                    <a:pt x="1211" y="415"/>
                  </a:lnTo>
                  <a:lnTo>
                    <a:pt x="1211" y="426"/>
                  </a:lnTo>
                  <a:lnTo>
                    <a:pt x="1211" y="415"/>
                  </a:lnTo>
                  <a:lnTo>
                    <a:pt x="1223" y="415"/>
                  </a:lnTo>
                  <a:lnTo>
                    <a:pt x="1223" y="404"/>
                  </a:lnTo>
                  <a:lnTo>
                    <a:pt x="1237" y="404"/>
                  </a:lnTo>
                  <a:lnTo>
                    <a:pt x="1223" y="404"/>
                  </a:lnTo>
                  <a:lnTo>
                    <a:pt x="1237" y="404"/>
                  </a:lnTo>
                  <a:lnTo>
                    <a:pt x="1250" y="404"/>
                  </a:lnTo>
                  <a:lnTo>
                    <a:pt x="1250" y="415"/>
                  </a:lnTo>
                  <a:lnTo>
                    <a:pt x="1237" y="415"/>
                  </a:lnTo>
                  <a:lnTo>
                    <a:pt x="1237" y="426"/>
                  </a:lnTo>
                  <a:lnTo>
                    <a:pt x="1250" y="426"/>
                  </a:lnTo>
                  <a:lnTo>
                    <a:pt x="1237" y="426"/>
                  </a:lnTo>
                  <a:lnTo>
                    <a:pt x="1223" y="426"/>
                  </a:lnTo>
                  <a:lnTo>
                    <a:pt x="1237" y="426"/>
                  </a:lnTo>
                  <a:lnTo>
                    <a:pt x="1237" y="435"/>
                  </a:lnTo>
                  <a:lnTo>
                    <a:pt x="1223" y="435"/>
                  </a:lnTo>
                  <a:lnTo>
                    <a:pt x="1237" y="435"/>
                  </a:lnTo>
                  <a:lnTo>
                    <a:pt x="1223" y="435"/>
                  </a:lnTo>
                  <a:lnTo>
                    <a:pt x="1237" y="435"/>
                  </a:lnTo>
                  <a:lnTo>
                    <a:pt x="1223" y="435"/>
                  </a:lnTo>
                  <a:lnTo>
                    <a:pt x="1237" y="435"/>
                  </a:lnTo>
                  <a:lnTo>
                    <a:pt x="1237" y="445"/>
                  </a:lnTo>
                  <a:lnTo>
                    <a:pt x="1237" y="455"/>
                  </a:lnTo>
                  <a:lnTo>
                    <a:pt x="1250" y="455"/>
                  </a:lnTo>
                  <a:lnTo>
                    <a:pt x="1250" y="466"/>
                  </a:lnTo>
                  <a:lnTo>
                    <a:pt x="1237" y="466"/>
                  </a:lnTo>
                  <a:lnTo>
                    <a:pt x="1237" y="475"/>
                  </a:lnTo>
                  <a:lnTo>
                    <a:pt x="1223" y="475"/>
                  </a:lnTo>
                  <a:lnTo>
                    <a:pt x="1223" y="486"/>
                  </a:lnTo>
                  <a:lnTo>
                    <a:pt x="1211" y="486"/>
                  </a:lnTo>
                  <a:lnTo>
                    <a:pt x="1211" y="496"/>
                  </a:lnTo>
                  <a:lnTo>
                    <a:pt x="1211" y="506"/>
                  </a:lnTo>
                  <a:lnTo>
                    <a:pt x="1198" y="506"/>
                  </a:lnTo>
                  <a:lnTo>
                    <a:pt x="1198" y="516"/>
                  </a:lnTo>
                  <a:lnTo>
                    <a:pt x="1186" y="516"/>
                  </a:lnTo>
                  <a:lnTo>
                    <a:pt x="1174" y="527"/>
                  </a:lnTo>
                  <a:lnTo>
                    <a:pt x="1174" y="536"/>
                  </a:lnTo>
                  <a:lnTo>
                    <a:pt x="1174" y="547"/>
                  </a:lnTo>
                  <a:lnTo>
                    <a:pt x="1174" y="557"/>
                  </a:lnTo>
                  <a:lnTo>
                    <a:pt x="1160" y="567"/>
                  </a:lnTo>
                  <a:lnTo>
                    <a:pt x="1160" y="576"/>
                  </a:lnTo>
                  <a:lnTo>
                    <a:pt x="1149" y="576"/>
                  </a:lnTo>
                  <a:lnTo>
                    <a:pt x="1149" y="587"/>
                  </a:lnTo>
                  <a:lnTo>
                    <a:pt x="1135" y="587"/>
                  </a:lnTo>
                  <a:lnTo>
                    <a:pt x="1135" y="597"/>
                  </a:lnTo>
                  <a:lnTo>
                    <a:pt x="1124" y="597"/>
                  </a:lnTo>
                  <a:lnTo>
                    <a:pt x="1110" y="597"/>
                  </a:lnTo>
                  <a:lnTo>
                    <a:pt x="1110" y="607"/>
                  </a:lnTo>
                  <a:lnTo>
                    <a:pt x="1097" y="607"/>
                  </a:lnTo>
                  <a:lnTo>
                    <a:pt x="1097" y="616"/>
                  </a:lnTo>
                  <a:lnTo>
                    <a:pt x="1085" y="628"/>
                  </a:lnTo>
                  <a:lnTo>
                    <a:pt x="1085" y="639"/>
                  </a:lnTo>
                  <a:lnTo>
                    <a:pt x="1085" y="648"/>
                  </a:lnTo>
                  <a:lnTo>
                    <a:pt x="1073" y="648"/>
                  </a:lnTo>
                  <a:lnTo>
                    <a:pt x="1073" y="658"/>
                  </a:lnTo>
                  <a:lnTo>
                    <a:pt x="1073" y="668"/>
                  </a:lnTo>
                  <a:lnTo>
                    <a:pt x="1061" y="679"/>
                  </a:lnTo>
                  <a:lnTo>
                    <a:pt x="1061" y="688"/>
                  </a:lnTo>
                  <a:lnTo>
                    <a:pt x="1048" y="688"/>
                  </a:lnTo>
                  <a:lnTo>
                    <a:pt x="1034" y="688"/>
                  </a:lnTo>
                  <a:lnTo>
                    <a:pt x="1023" y="688"/>
                  </a:lnTo>
                  <a:lnTo>
                    <a:pt x="1009" y="688"/>
                  </a:lnTo>
                  <a:lnTo>
                    <a:pt x="996" y="688"/>
                  </a:lnTo>
                  <a:lnTo>
                    <a:pt x="984" y="688"/>
                  </a:lnTo>
                  <a:lnTo>
                    <a:pt x="972" y="688"/>
                  </a:lnTo>
                  <a:lnTo>
                    <a:pt x="960" y="688"/>
                  </a:lnTo>
                  <a:lnTo>
                    <a:pt x="947" y="688"/>
                  </a:lnTo>
                  <a:lnTo>
                    <a:pt x="933" y="688"/>
                  </a:lnTo>
                  <a:lnTo>
                    <a:pt x="922" y="688"/>
                  </a:lnTo>
                  <a:lnTo>
                    <a:pt x="922" y="679"/>
                  </a:lnTo>
                  <a:lnTo>
                    <a:pt x="908" y="679"/>
                  </a:lnTo>
                  <a:lnTo>
                    <a:pt x="908" y="688"/>
                  </a:lnTo>
                  <a:lnTo>
                    <a:pt x="897" y="688"/>
                  </a:lnTo>
                  <a:lnTo>
                    <a:pt x="883" y="688"/>
                  </a:lnTo>
                  <a:lnTo>
                    <a:pt x="871" y="688"/>
                  </a:lnTo>
                  <a:lnTo>
                    <a:pt x="859" y="688"/>
                  </a:lnTo>
                  <a:lnTo>
                    <a:pt x="859" y="698"/>
                  </a:lnTo>
                  <a:lnTo>
                    <a:pt x="859" y="709"/>
                  </a:lnTo>
                  <a:lnTo>
                    <a:pt x="871" y="709"/>
                  </a:lnTo>
                  <a:lnTo>
                    <a:pt x="871" y="719"/>
                  </a:lnTo>
                  <a:lnTo>
                    <a:pt x="859" y="719"/>
                  </a:lnTo>
                  <a:lnTo>
                    <a:pt x="859" y="728"/>
                  </a:lnTo>
                  <a:lnTo>
                    <a:pt x="859" y="739"/>
                  </a:lnTo>
                  <a:lnTo>
                    <a:pt x="859" y="749"/>
                  </a:lnTo>
                  <a:lnTo>
                    <a:pt x="846" y="749"/>
                  </a:lnTo>
                  <a:lnTo>
                    <a:pt x="834" y="749"/>
                  </a:lnTo>
                  <a:lnTo>
                    <a:pt x="820" y="749"/>
                  </a:lnTo>
                  <a:lnTo>
                    <a:pt x="820" y="759"/>
                  </a:lnTo>
                  <a:lnTo>
                    <a:pt x="820" y="749"/>
                  </a:lnTo>
                  <a:lnTo>
                    <a:pt x="820" y="759"/>
                  </a:lnTo>
                  <a:lnTo>
                    <a:pt x="820" y="749"/>
                  </a:lnTo>
                  <a:lnTo>
                    <a:pt x="820" y="759"/>
                  </a:lnTo>
                  <a:lnTo>
                    <a:pt x="820" y="749"/>
                  </a:lnTo>
                  <a:lnTo>
                    <a:pt x="820" y="759"/>
                  </a:lnTo>
                  <a:lnTo>
                    <a:pt x="807" y="759"/>
                  </a:lnTo>
                  <a:lnTo>
                    <a:pt x="795" y="759"/>
                  </a:lnTo>
                  <a:lnTo>
                    <a:pt x="795" y="769"/>
                  </a:lnTo>
                  <a:lnTo>
                    <a:pt x="795" y="759"/>
                  </a:lnTo>
                  <a:lnTo>
                    <a:pt x="795" y="769"/>
                  </a:lnTo>
                  <a:lnTo>
                    <a:pt x="795" y="759"/>
                  </a:lnTo>
                  <a:lnTo>
                    <a:pt x="795" y="769"/>
                  </a:lnTo>
                  <a:lnTo>
                    <a:pt x="795" y="759"/>
                  </a:lnTo>
                  <a:lnTo>
                    <a:pt x="795" y="769"/>
                  </a:lnTo>
                  <a:lnTo>
                    <a:pt x="782" y="769"/>
                  </a:lnTo>
                  <a:lnTo>
                    <a:pt x="795" y="769"/>
                  </a:lnTo>
                  <a:lnTo>
                    <a:pt x="782" y="769"/>
                  </a:lnTo>
                  <a:lnTo>
                    <a:pt x="769" y="769"/>
                  </a:lnTo>
                  <a:lnTo>
                    <a:pt x="782" y="769"/>
                  </a:lnTo>
                  <a:lnTo>
                    <a:pt x="782" y="780"/>
                  </a:lnTo>
                  <a:lnTo>
                    <a:pt x="769" y="780"/>
                  </a:lnTo>
                  <a:lnTo>
                    <a:pt x="769" y="769"/>
                  </a:lnTo>
                  <a:lnTo>
                    <a:pt x="758" y="769"/>
                  </a:lnTo>
                  <a:lnTo>
                    <a:pt x="769" y="769"/>
                  </a:lnTo>
                  <a:lnTo>
                    <a:pt x="758" y="769"/>
                  </a:lnTo>
                  <a:lnTo>
                    <a:pt x="744" y="769"/>
                  </a:lnTo>
                  <a:lnTo>
                    <a:pt x="744" y="759"/>
                  </a:lnTo>
                  <a:lnTo>
                    <a:pt x="744" y="769"/>
                  </a:lnTo>
                  <a:lnTo>
                    <a:pt x="744" y="759"/>
                  </a:lnTo>
                  <a:lnTo>
                    <a:pt x="733" y="759"/>
                  </a:lnTo>
                  <a:lnTo>
                    <a:pt x="744" y="759"/>
                  </a:lnTo>
                  <a:lnTo>
                    <a:pt x="733" y="759"/>
                  </a:lnTo>
                  <a:lnTo>
                    <a:pt x="719" y="759"/>
                  </a:lnTo>
                  <a:lnTo>
                    <a:pt x="706" y="759"/>
                  </a:lnTo>
                  <a:lnTo>
                    <a:pt x="694" y="759"/>
                  </a:lnTo>
                  <a:lnTo>
                    <a:pt x="694" y="749"/>
                  </a:lnTo>
                  <a:lnTo>
                    <a:pt x="681" y="749"/>
                  </a:lnTo>
                  <a:lnTo>
                    <a:pt x="681" y="759"/>
                  </a:lnTo>
                  <a:lnTo>
                    <a:pt x="681" y="749"/>
                  </a:lnTo>
                  <a:lnTo>
                    <a:pt x="694" y="749"/>
                  </a:lnTo>
                  <a:lnTo>
                    <a:pt x="681" y="749"/>
                  </a:lnTo>
                  <a:lnTo>
                    <a:pt x="681" y="739"/>
                  </a:lnTo>
                  <a:lnTo>
                    <a:pt x="681" y="728"/>
                  </a:lnTo>
                  <a:lnTo>
                    <a:pt x="669" y="728"/>
                  </a:lnTo>
                  <a:lnTo>
                    <a:pt x="669" y="739"/>
                  </a:lnTo>
                  <a:lnTo>
                    <a:pt x="657" y="739"/>
                  </a:lnTo>
                  <a:lnTo>
                    <a:pt x="643" y="739"/>
                  </a:lnTo>
                  <a:lnTo>
                    <a:pt x="643" y="749"/>
                  </a:lnTo>
                  <a:lnTo>
                    <a:pt x="632" y="749"/>
                  </a:lnTo>
                  <a:lnTo>
                    <a:pt x="632" y="739"/>
                  </a:lnTo>
                  <a:lnTo>
                    <a:pt x="632" y="749"/>
                  </a:lnTo>
                  <a:lnTo>
                    <a:pt x="618" y="749"/>
                  </a:lnTo>
                  <a:lnTo>
                    <a:pt x="607" y="749"/>
                  </a:lnTo>
                  <a:lnTo>
                    <a:pt x="593" y="749"/>
                  </a:lnTo>
                  <a:lnTo>
                    <a:pt x="593" y="759"/>
                  </a:lnTo>
                  <a:lnTo>
                    <a:pt x="580" y="759"/>
                  </a:lnTo>
                  <a:lnTo>
                    <a:pt x="568" y="759"/>
                  </a:lnTo>
                  <a:lnTo>
                    <a:pt x="568" y="749"/>
                  </a:lnTo>
                  <a:lnTo>
                    <a:pt x="568" y="759"/>
                  </a:lnTo>
                  <a:lnTo>
                    <a:pt x="568" y="749"/>
                  </a:lnTo>
                  <a:lnTo>
                    <a:pt x="568" y="739"/>
                  </a:lnTo>
                  <a:lnTo>
                    <a:pt x="568" y="728"/>
                  </a:lnTo>
                  <a:lnTo>
                    <a:pt x="568" y="719"/>
                  </a:lnTo>
                  <a:lnTo>
                    <a:pt x="568" y="709"/>
                  </a:lnTo>
                  <a:lnTo>
                    <a:pt x="568" y="698"/>
                  </a:lnTo>
                  <a:lnTo>
                    <a:pt x="556" y="698"/>
                  </a:lnTo>
                  <a:lnTo>
                    <a:pt x="544" y="698"/>
                  </a:lnTo>
                  <a:lnTo>
                    <a:pt x="544" y="688"/>
                  </a:lnTo>
                  <a:lnTo>
                    <a:pt x="544" y="679"/>
                  </a:lnTo>
                  <a:lnTo>
                    <a:pt x="544" y="668"/>
                  </a:lnTo>
                  <a:lnTo>
                    <a:pt x="544" y="658"/>
                  </a:lnTo>
                  <a:lnTo>
                    <a:pt x="531" y="658"/>
                  </a:lnTo>
                  <a:lnTo>
                    <a:pt x="517" y="658"/>
                  </a:lnTo>
                  <a:lnTo>
                    <a:pt x="517" y="648"/>
                  </a:lnTo>
                  <a:lnTo>
                    <a:pt x="506" y="648"/>
                  </a:lnTo>
                  <a:lnTo>
                    <a:pt x="506" y="639"/>
                  </a:lnTo>
                  <a:lnTo>
                    <a:pt x="492" y="639"/>
                  </a:lnTo>
                  <a:lnTo>
                    <a:pt x="492" y="648"/>
                  </a:lnTo>
                  <a:lnTo>
                    <a:pt x="492" y="658"/>
                  </a:lnTo>
                  <a:lnTo>
                    <a:pt x="479" y="658"/>
                  </a:lnTo>
                  <a:lnTo>
                    <a:pt x="492" y="658"/>
                  </a:lnTo>
                  <a:lnTo>
                    <a:pt x="492" y="668"/>
                  </a:lnTo>
                  <a:lnTo>
                    <a:pt x="479" y="668"/>
                  </a:lnTo>
                  <a:lnTo>
                    <a:pt x="492" y="668"/>
                  </a:lnTo>
                  <a:lnTo>
                    <a:pt x="479" y="668"/>
                  </a:lnTo>
                  <a:lnTo>
                    <a:pt x="492" y="668"/>
                  </a:lnTo>
                  <a:lnTo>
                    <a:pt x="479" y="668"/>
                  </a:lnTo>
                  <a:lnTo>
                    <a:pt x="479" y="679"/>
                  </a:lnTo>
                  <a:lnTo>
                    <a:pt x="479" y="688"/>
                  </a:lnTo>
                  <a:lnTo>
                    <a:pt x="479" y="698"/>
                  </a:lnTo>
                  <a:lnTo>
                    <a:pt x="479" y="709"/>
                  </a:lnTo>
                  <a:lnTo>
                    <a:pt x="479" y="719"/>
                  </a:lnTo>
                  <a:lnTo>
                    <a:pt x="467" y="719"/>
                  </a:lnTo>
                  <a:lnTo>
                    <a:pt x="467" y="728"/>
                  </a:lnTo>
                  <a:lnTo>
                    <a:pt x="467" y="719"/>
                  </a:lnTo>
                  <a:lnTo>
                    <a:pt x="455" y="719"/>
                  </a:lnTo>
                  <a:lnTo>
                    <a:pt x="455" y="709"/>
                  </a:lnTo>
                  <a:lnTo>
                    <a:pt x="455" y="698"/>
                  </a:lnTo>
                  <a:lnTo>
                    <a:pt x="443" y="698"/>
                  </a:lnTo>
                  <a:lnTo>
                    <a:pt x="443" y="688"/>
                  </a:lnTo>
                  <a:lnTo>
                    <a:pt x="430" y="688"/>
                  </a:lnTo>
                  <a:lnTo>
                    <a:pt x="416" y="688"/>
                  </a:lnTo>
                  <a:lnTo>
                    <a:pt x="404" y="688"/>
                  </a:lnTo>
                  <a:lnTo>
                    <a:pt x="404" y="698"/>
                  </a:lnTo>
                  <a:lnTo>
                    <a:pt x="391" y="698"/>
                  </a:lnTo>
                  <a:lnTo>
                    <a:pt x="391" y="688"/>
                  </a:lnTo>
                  <a:lnTo>
                    <a:pt x="391" y="698"/>
                  </a:lnTo>
                  <a:lnTo>
                    <a:pt x="379" y="698"/>
                  </a:lnTo>
                  <a:lnTo>
                    <a:pt x="366" y="698"/>
                  </a:lnTo>
                  <a:lnTo>
                    <a:pt x="353" y="698"/>
                  </a:lnTo>
                  <a:lnTo>
                    <a:pt x="353" y="688"/>
                  </a:lnTo>
                  <a:lnTo>
                    <a:pt x="342" y="688"/>
                  </a:lnTo>
                  <a:lnTo>
                    <a:pt x="342" y="679"/>
                  </a:lnTo>
                  <a:lnTo>
                    <a:pt x="328" y="679"/>
                  </a:lnTo>
                  <a:lnTo>
                    <a:pt x="317" y="679"/>
                  </a:lnTo>
                  <a:lnTo>
                    <a:pt x="317" y="668"/>
                  </a:lnTo>
                  <a:lnTo>
                    <a:pt x="328" y="668"/>
                  </a:lnTo>
                  <a:lnTo>
                    <a:pt x="328" y="658"/>
                  </a:lnTo>
                  <a:lnTo>
                    <a:pt x="342" y="658"/>
                  </a:lnTo>
                  <a:lnTo>
                    <a:pt x="353" y="658"/>
                  </a:lnTo>
                  <a:lnTo>
                    <a:pt x="353" y="648"/>
                  </a:lnTo>
                  <a:lnTo>
                    <a:pt x="366" y="648"/>
                  </a:lnTo>
                  <a:lnTo>
                    <a:pt x="366" y="639"/>
                  </a:lnTo>
                  <a:lnTo>
                    <a:pt x="379" y="639"/>
                  </a:lnTo>
                  <a:lnTo>
                    <a:pt x="379" y="628"/>
                  </a:lnTo>
                  <a:lnTo>
                    <a:pt x="391" y="628"/>
                  </a:lnTo>
                  <a:lnTo>
                    <a:pt x="391" y="616"/>
                  </a:lnTo>
                  <a:lnTo>
                    <a:pt x="391" y="628"/>
                  </a:lnTo>
                  <a:lnTo>
                    <a:pt x="391" y="616"/>
                  </a:lnTo>
                  <a:lnTo>
                    <a:pt x="404" y="616"/>
                  </a:lnTo>
                  <a:lnTo>
                    <a:pt x="404" y="628"/>
                  </a:lnTo>
                  <a:lnTo>
                    <a:pt x="404" y="616"/>
                  </a:lnTo>
                  <a:lnTo>
                    <a:pt x="404" y="628"/>
                  </a:lnTo>
                  <a:lnTo>
                    <a:pt x="416" y="628"/>
                  </a:lnTo>
                  <a:lnTo>
                    <a:pt x="416" y="616"/>
                  </a:lnTo>
                  <a:lnTo>
                    <a:pt x="416" y="607"/>
                  </a:lnTo>
                  <a:lnTo>
                    <a:pt x="404" y="607"/>
                  </a:lnTo>
                  <a:lnTo>
                    <a:pt x="404" y="597"/>
                  </a:lnTo>
                  <a:lnTo>
                    <a:pt x="404" y="587"/>
                  </a:lnTo>
                  <a:lnTo>
                    <a:pt x="391" y="587"/>
                  </a:lnTo>
                  <a:lnTo>
                    <a:pt x="379" y="587"/>
                  </a:lnTo>
                  <a:lnTo>
                    <a:pt x="379" y="576"/>
                  </a:lnTo>
                  <a:lnTo>
                    <a:pt x="366" y="576"/>
                  </a:lnTo>
                  <a:lnTo>
                    <a:pt x="366" y="567"/>
                  </a:lnTo>
                  <a:lnTo>
                    <a:pt x="353" y="567"/>
                  </a:lnTo>
                  <a:lnTo>
                    <a:pt x="353" y="557"/>
                  </a:lnTo>
                  <a:lnTo>
                    <a:pt x="353" y="547"/>
                  </a:lnTo>
                  <a:lnTo>
                    <a:pt x="353" y="557"/>
                  </a:lnTo>
                  <a:lnTo>
                    <a:pt x="366" y="557"/>
                  </a:lnTo>
                  <a:lnTo>
                    <a:pt x="366" y="547"/>
                  </a:lnTo>
                  <a:lnTo>
                    <a:pt x="379" y="547"/>
                  </a:lnTo>
                  <a:lnTo>
                    <a:pt x="391" y="547"/>
                  </a:lnTo>
                  <a:lnTo>
                    <a:pt x="379" y="536"/>
                  </a:lnTo>
                  <a:lnTo>
                    <a:pt x="379" y="527"/>
                  </a:lnTo>
                  <a:lnTo>
                    <a:pt x="366" y="527"/>
                  </a:lnTo>
                  <a:lnTo>
                    <a:pt x="366" y="516"/>
                  </a:lnTo>
                  <a:lnTo>
                    <a:pt x="353" y="516"/>
                  </a:lnTo>
                  <a:lnTo>
                    <a:pt x="353" y="506"/>
                  </a:lnTo>
                  <a:lnTo>
                    <a:pt x="353" y="496"/>
                  </a:lnTo>
                  <a:lnTo>
                    <a:pt x="353" y="486"/>
                  </a:lnTo>
                  <a:lnTo>
                    <a:pt x="342" y="486"/>
                  </a:lnTo>
                  <a:lnTo>
                    <a:pt x="342" y="475"/>
                  </a:lnTo>
                  <a:lnTo>
                    <a:pt x="342" y="466"/>
                  </a:lnTo>
                  <a:lnTo>
                    <a:pt x="342" y="455"/>
                  </a:lnTo>
                  <a:lnTo>
                    <a:pt x="342" y="445"/>
                  </a:lnTo>
                  <a:lnTo>
                    <a:pt x="342" y="435"/>
                  </a:lnTo>
                  <a:lnTo>
                    <a:pt x="328" y="435"/>
                  </a:lnTo>
                  <a:lnTo>
                    <a:pt x="342" y="435"/>
                  </a:lnTo>
                  <a:lnTo>
                    <a:pt x="328" y="435"/>
                  </a:lnTo>
                  <a:lnTo>
                    <a:pt x="328" y="426"/>
                  </a:lnTo>
                  <a:lnTo>
                    <a:pt x="317" y="426"/>
                  </a:lnTo>
                  <a:lnTo>
                    <a:pt x="317" y="415"/>
                  </a:lnTo>
                  <a:lnTo>
                    <a:pt x="317" y="404"/>
                  </a:lnTo>
                  <a:lnTo>
                    <a:pt x="303" y="404"/>
                  </a:lnTo>
                  <a:lnTo>
                    <a:pt x="290" y="404"/>
                  </a:lnTo>
                  <a:lnTo>
                    <a:pt x="290" y="395"/>
                  </a:lnTo>
                  <a:lnTo>
                    <a:pt x="290" y="384"/>
                  </a:lnTo>
                  <a:lnTo>
                    <a:pt x="303" y="384"/>
                  </a:lnTo>
                  <a:lnTo>
                    <a:pt x="303" y="374"/>
                  </a:lnTo>
                  <a:lnTo>
                    <a:pt x="317" y="374"/>
                  </a:lnTo>
                  <a:lnTo>
                    <a:pt x="317" y="363"/>
                  </a:lnTo>
                  <a:lnTo>
                    <a:pt x="303" y="363"/>
                  </a:lnTo>
                  <a:lnTo>
                    <a:pt x="303" y="354"/>
                  </a:lnTo>
                  <a:lnTo>
                    <a:pt x="303" y="344"/>
                  </a:lnTo>
                  <a:lnTo>
                    <a:pt x="303" y="334"/>
                  </a:lnTo>
                  <a:lnTo>
                    <a:pt x="290" y="334"/>
                  </a:lnTo>
                  <a:lnTo>
                    <a:pt x="290" y="323"/>
                  </a:lnTo>
                  <a:lnTo>
                    <a:pt x="303" y="323"/>
                  </a:lnTo>
                  <a:lnTo>
                    <a:pt x="303" y="314"/>
                  </a:lnTo>
                  <a:lnTo>
                    <a:pt x="290" y="314"/>
                  </a:lnTo>
                  <a:lnTo>
                    <a:pt x="290" y="303"/>
                  </a:lnTo>
                  <a:lnTo>
                    <a:pt x="303" y="303"/>
                  </a:lnTo>
                  <a:lnTo>
                    <a:pt x="303" y="293"/>
                  </a:lnTo>
                  <a:lnTo>
                    <a:pt x="303" y="283"/>
                  </a:lnTo>
                  <a:lnTo>
                    <a:pt x="317" y="283"/>
                  </a:lnTo>
                  <a:lnTo>
                    <a:pt x="317" y="274"/>
                  </a:lnTo>
                  <a:lnTo>
                    <a:pt x="328" y="274"/>
                  </a:lnTo>
                  <a:lnTo>
                    <a:pt x="328" y="263"/>
                  </a:lnTo>
                  <a:lnTo>
                    <a:pt x="328" y="253"/>
                  </a:lnTo>
                  <a:lnTo>
                    <a:pt x="317" y="253"/>
                  </a:lnTo>
                  <a:lnTo>
                    <a:pt x="303" y="243"/>
                  </a:lnTo>
                  <a:lnTo>
                    <a:pt x="290" y="243"/>
                  </a:lnTo>
                  <a:lnTo>
                    <a:pt x="290" y="253"/>
                  </a:lnTo>
                  <a:lnTo>
                    <a:pt x="278" y="253"/>
                  </a:lnTo>
                  <a:lnTo>
                    <a:pt x="265" y="253"/>
                  </a:lnTo>
                  <a:lnTo>
                    <a:pt x="265" y="243"/>
                  </a:lnTo>
                  <a:lnTo>
                    <a:pt x="265" y="253"/>
                  </a:lnTo>
                  <a:lnTo>
                    <a:pt x="252" y="253"/>
                  </a:lnTo>
                  <a:lnTo>
                    <a:pt x="252" y="263"/>
                  </a:lnTo>
                  <a:lnTo>
                    <a:pt x="252" y="274"/>
                  </a:lnTo>
                  <a:lnTo>
                    <a:pt x="241" y="274"/>
                  </a:lnTo>
                  <a:lnTo>
                    <a:pt x="241" y="283"/>
                  </a:lnTo>
                  <a:lnTo>
                    <a:pt x="241" y="293"/>
                  </a:lnTo>
                  <a:lnTo>
                    <a:pt x="227" y="293"/>
                  </a:lnTo>
                  <a:lnTo>
                    <a:pt x="227" y="303"/>
                  </a:lnTo>
                  <a:lnTo>
                    <a:pt x="216" y="303"/>
                  </a:lnTo>
                  <a:lnTo>
                    <a:pt x="202" y="303"/>
                  </a:lnTo>
                  <a:lnTo>
                    <a:pt x="189" y="303"/>
                  </a:lnTo>
                  <a:lnTo>
                    <a:pt x="189" y="314"/>
                  </a:lnTo>
                  <a:lnTo>
                    <a:pt x="177" y="314"/>
                  </a:lnTo>
                  <a:lnTo>
                    <a:pt x="177" y="323"/>
                  </a:lnTo>
                  <a:lnTo>
                    <a:pt x="177" y="334"/>
                  </a:lnTo>
                  <a:lnTo>
                    <a:pt x="177" y="344"/>
                  </a:lnTo>
                  <a:lnTo>
                    <a:pt x="164" y="344"/>
                  </a:lnTo>
                  <a:lnTo>
                    <a:pt x="164" y="354"/>
                  </a:lnTo>
                  <a:lnTo>
                    <a:pt x="164" y="363"/>
                  </a:lnTo>
                  <a:lnTo>
                    <a:pt x="152" y="363"/>
                  </a:lnTo>
                  <a:lnTo>
                    <a:pt x="152" y="374"/>
                  </a:lnTo>
                  <a:lnTo>
                    <a:pt x="140" y="374"/>
                  </a:lnTo>
                  <a:lnTo>
                    <a:pt x="126" y="374"/>
                  </a:lnTo>
                  <a:lnTo>
                    <a:pt x="115" y="374"/>
                  </a:lnTo>
                  <a:lnTo>
                    <a:pt x="115" y="384"/>
                  </a:lnTo>
                  <a:lnTo>
                    <a:pt x="101" y="384"/>
                  </a:lnTo>
                  <a:lnTo>
                    <a:pt x="90" y="395"/>
                  </a:lnTo>
                  <a:lnTo>
                    <a:pt x="76" y="395"/>
                  </a:lnTo>
                  <a:lnTo>
                    <a:pt x="63" y="395"/>
                  </a:lnTo>
                  <a:lnTo>
                    <a:pt x="63" y="384"/>
                  </a:lnTo>
                  <a:lnTo>
                    <a:pt x="63" y="374"/>
                  </a:lnTo>
                  <a:lnTo>
                    <a:pt x="51" y="374"/>
                  </a:lnTo>
                  <a:lnTo>
                    <a:pt x="51" y="363"/>
                  </a:lnTo>
                  <a:lnTo>
                    <a:pt x="51" y="354"/>
                  </a:lnTo>
                  <a:lnTo>
                    <a:pt x="39" y="354"/>
                  </a:lnTo>
                  <a:lnTo>
                    <a:pt x="27" y="344"/>
                  </a:lnTo>
                  <a:lnTo>
                    <a:pt x="27" y="334"/>
                  </a:lnTo>
                  <a:lnTo>
                    <a:pt x="27" y="323"/>
                  </a:lnTo>
                  <a:lnTo>
                    <a:pt x="13" y="323"/>
                  </a:lnTo>
                  <a:lnTo>
                    <a:pt x="13" y="314"/>
                  </a:lnTo>
                  <a:lnTo>
                    <a:pt x="13" y="303"/>
                  </a:lnTo>
                  <a:lnTo>
                    <a:pt x="0" y="303"/>
                  </a:lnTo>
                  <a:lnTo>
                    <a:pt x="0" y="293"/>
                  </a:lnTo>
                  <a:lnTo>
                    <a:pt x="0" y="283"/>
                  </a:lnTo>
                  <a:lnTo>
                    <a:pt x="0" y="274"/>
                  </a:lnTo>
                  <a:lnTo>
                    <a:pt x="0" y="263"/>
                  </a:lnTo>
                  <a:lnTo>
                    <a:pt x="13" y="263"/>
                  </a:lnTo>
                  <a:lnTo>
                    <a:pt x="13" y="253"/>
                  </a:lnTo>
                  <a:lnTo>
                    <a:pt x="27" y="253"/>
                  </a:lnTo>
                  <a:lnTo>
                    <a:pt x="27" y="243"/>
                  </a:lnTo>
                  <a:lnTo>
                    <a:pt x="39" y="243"/>
                  </a:lnTo>
                  <a:lnTo>
                    <a:pt x="39" y="233"/>
                  </a:lnTo>
                  <a:lnTo>
                    <a:pt x="39" y="222"/>
                  </a:lnTo>
                  <a:lnTo>
                    <a:pt x="51" y="222"/>
                  </a:lnTo>
                  <a:lnTo>
                    <a:pt x="51" y="213"/>
                  </a:lnTo>
                  <a:lnTo>
                    <a:pt x="63" y="213"/>
                  </a:lnTo>
                  <a:lnTo>
                    <a:pt x="76" y="213"/>
                  </a:lnTo>
                  <a:lnTo>
                    <a:pt x="76" y="202"/>
                  </a:lnTo>
                  <a:lnTo>
                    <a:pt x="90" y="202"/>
                  </a:lnTo>
                  <a:lnTo>
                    <a:pt x="90" y="213"/>
                  </a:lnTo>
                  <a:lnTo>
                    <a:pt x="101" y="213"/>
                  </a:lnTo>
                  <a:lnTo>
                    <a:pt x="115" y="213"/>
                  </a:lnTo>
                  <a:lnTo>
                    <a:pt x="115" y="202"/>
                  </a:lnTo>
                  <a:lnTo>
                    <a:pt x="101" y="202"/>
                  </a:lnTo>
                  <a:lnTo>
                    <a:pt x="101" y="192"/>
                  </a:lnTo>
                  <a:lnTo>
                    <a:pt x="101" y="182"/>
                  </a:lnTo>
                  <a:lnTo>
                    <a:pt x="101" y="171"/>
                  </a:lnTo>
                  <a:lnTo>
                    <a:pt x="115" y="171"/>
                  </a:lnTo>
                  <a:lnTo>
                    <a:pt x="115" y="162"/>
                  </a:lnTo>
                  <a:lnTo>
                    <a:pt x="126" y="162"/>
                  </a:lnTo>
                  <a:lnTo>
                    <a:pt x="140" y="162"/>
                  </a:lnTo>
                  <a:lnTo>
                    <a:pt x="140" y="151"/>
                  </a:lnTo>
                  <a:lnTo>
                    <a:pt x="152" y="151"/>
                  </a:lnTo>
                  <a:lnTo>
                    <a:pt x="152" y="162"/>
                  </a:lnTo>
                  <a:lnTo>
                    <a:pt x="164" y="162"/>
                  </a:lnTo>
                  <a:lnTo>
                    <a:pt x="164" y="151"/>
                  </a:lnTo>
                  <a:lnTo>
                    <a:pt x="164" y="141"/>
                  </a:lnTo>
                  <a:lnTo>
                    <a:pt x="177" y="141"/>
                  </a:lnTo>
                  <a:lnTo>
                    <a:pt x="177" y="131"/>
                  </a:lnTo>
                  <a:lnTo>
                    <a:pt x="189" y="131"/>
                  </a:lnTo>
                  <a:lnTo>
                    <a:pt x="202" y="131"/>
                  </a:lnTo>
                  <a:lnTo>
                    <a:pt x="216" y="131"/>
                  </a:lnTo>
                  <a:lnTo>
                    <a:pt x="227" y="131"/>
                  </a:lnTo>
                  <a:lnTo>
                    <a:pt x="241" y="131"/>
                  </a:lnTo>
                  <a:lnTo>
                    <a:pt x="241" y="141"/>
                  </a:lnTo>
                  <a:lnTo>
                    <a:pt x="252" y="141"/>
                  </a:lnTo>
                  <a:lnTo>
                    <a:pt x="252" y="131"/>
                  </a:lnTo>
                  <a:lnTo>
                    <a:pt x="265" y="131"/>
                  </a:lnTo>
                  <a:lnTo>
                    <a:pt x="278" y="131"/>
                  </a:lnTo>
                  <a:lnTo>
                    <a:pt x="290" y="131"/>
                  </a:lnTo>
                  <a:lnTo>
                    <a:pt x="290" y="121"/>
                  </a:lnTo>
                  <a:lnTo>
                    <a:pt x="303" y="121"/>
                  </a:lnTo>
                  <a:lnTo>
                    <a:pt x="303" y="110"/>
                  </a:lnTo>
                  <a:lnTo>
                    <a:pt x="303" y="101"/>
                  </a:lnTo>
                  <a:lnTo>
                    <a:pt x="317" y="101"/>
                  </a:lnTo>
                  <a:lnTo>
                    <a:pt x="317" y="91"/>
                  </a:lnTo>
                  <a:lnTo>
                    <a:pt x="328" y="91"/>
                  </a:lnTo>
                  <a:lnTo>
                    <a:pt x="328" y="81"/>
                  </a:lnTo>
                  <a:lnTo>
                    <a:pt x="317" y="81"/>
                  </a:lnTo>
                  <a:lnTo>
                    <a:pt x="317" y="70"/>
                  </a:lnTo>
                  <a:lnTo>
                    <a:pt x="317" y="61"/>
                  </a:lnTo>
                  <a:lnTo>
                    <a:pt x="303" y="61"/>
                  </a:lnTo>
                  <a:lnTo>
                    <a:pt x="303" y="50"/>
                  </a:lnTo>
                  <a:lnTo>
                    <a:pt x="303" y="40"/>
                  </a:lnTo>
                  <a:lnTo>
                    <a:pt x="303" y="30"/>
                  </a:lnTo>
                  <a:lnTo>
                    <a:pt x="303" y="21"/>
                  </a:lnTo>
                  <a:lnTo>
                    <a:pt x="317" y="21"/>
                  </a:lnTo>
                  <a:lnTo>
                    <a:pt x="317" y="10"/>
                  </a:lnTo>
                  <a:lnTo>
                    <a:pt x="328" y="10"/>
                  </a:lnTo>
                  <a:lnTo>
                    <a:pt x="328" y="0"/>
                  </a:lnTo>
                  <a:lnTo>
                    <a:pt x="342" y="0"/>
                  </a:lnTo>
                  <a:lnTo>
                    <a:pt x="353" y="0"/>
                  </a:lnTo>
                  <a:lnTo>
                    <a:pt x="353" y="10"/>
                  </a:lnTo>
                  <a:lnTo>
                    <a:pt x="366" y="10"/>
                  </a:lnTo>
                  <a:lnTo>
                    <a:pt x="379" y="10"/>
                  </a:lnTo>
                  <a:lnTo>
                    <a:pt x="379" y="21"/>
                  </a:lnTo>
                  <a:lnTo>
                    <a:pt x="391" y="21"/>
                  </a:lnTo>
                  <a:lnTo>
                    <a:pt x="391" y="30"/>
                  </a:lnTo>
                  <a:lnTo>
                    <a:pt x="404" y="30"/>
                  </a:lnTo>
                  <a:lnTo>
                    <a:pt x="416" y="30"/>
                  </a:lnTo>
                  <a:lnTo>
                    <a:pt x="430" y="30"/>
                  </a:lnTo>
                  <a:lnTo>
                    <a:pt x="430" y="40"/>
                  </a:lnTo>
                  <a:lnTo>
                    <a:pt x="443" y="40"/>
                  </a:lnTo>
                  <a:lnTo>
                    <a:pt x="455" y="40"/>
                  </a:lnTo>
                  <a:lnTo>
                    <a:pt x="455" y="50"/>
                  </a:lnTo>
                  <a:lnTo>
                    <a:pt x="455" y="61"/>
                  </a:lnTo>
                  <a:lnTo>
                    <a:pt x="467" y="61"/>
                  </a:lnTo>
                  <a:lnTo>
                    <a:pt x="467" y="70"/>
                  </a:lnTo>
                  <a:lnTo>
                    <a:pt x="479" y="70"/>
                  </a:lnTo>
                  <a:lnTo>
                    <a:pt x="479" y="81"/>
                  </a:lnTo>
                  <a:lnTo>
                    <a:pt x="492" y="81"/>
                  </a:lnTo>
                  <a:lnTo>
                    <a:pt x="506" y="81"/>
                  </a:lnTo>
                  <a:lnTo>
                    <a:pt x="517" y="81"/>
                  </a:lnTo>
                  <a:lnTo>
                    <a:pt x="517" y="91"/>
                  </a:lnTo>
                  <a:lnTo>
                    <a:pt x="517" y="101"/>
                  </a:lnTo>
                  <a:lnTo>
                    <a:pt x="517" y="110"/>
                  </a:lnTo>
                  <a:lnTo>
                    <a:pt x="506" y="110"/>
                  </a:lnTo>
                  <a:lnTo>
                    <a:pt x="506" y="101"/>
                  </a:lnTo>
                  <a:lnTo>
                    <a:pt x="506" y="110"/>
                  </a:lnTo>
                  <a:lnTo>
                    <a:pt x="506" y="121"/>
                  </a:lnTo>
                  <a:lnTo>
                    <a:pt x="517" y="121"/>
                  </a:lnTo>
                  <a:lnTo>
                    <a:pt x="517" y="131"/>
                  </a:lnTo>
                  <a:lnTo>
                    <a:pt x="531" y="141"/>
                  </a:lnTo>
                  <a:lnTo>
                    <a:pt x="531" y="151"/>
                  </a:lnTo>
                  <a:lnTo>
                    <a:pt x="544" y="151"/>
                  </a:lnTo>
                  <a:lnTo>
                    <a:pt x="544" y="162"/>
                  </a:lnTo>
                  <a:lnTo>
                    <a:pt x="544" y="171"/>
                  </a:lnTo>
                  <a:lnTo>
                    <a:pt x="544" y="182"/>
                  </a:lnTo>
                  <a:lnTo>
                    <a:pt x="556" y="182"/>
                  </a:lnTo>
                  <a:lnTo>
                    <a:pt x="556" y="192"/>
                  </a:lnTo>
                  <a:lnTo>
                    <a:pt x="556" y="202"/>
                  </a:lnTo>
                  <a:lnTo>
                    <a:pt x="568" y="202"/>
                  </a:lnTo>
                  <a:lnTo>
                    <a:pt x="568" y="213"/>
                  </a:lnTo>
                  <a:lnTo>
                    <a:pt x="580" y="213"/>
                  </a:lnTo>
                  <a:lnTo>
                    <a:pt x="580" y="222"/>
                  </a:lnTo>
                  <a:lnTo>
                    <a:pt x="593" y="222"/>
                  </a:lnTo>
                  <a:lnTo>
                    <a:pt x="607" y="222"/>
                  </a:lnTo>
                  <a:lnTo>
                    <a:pt x="593" y="233"/>
                  </a:lnTo>
                  <a:lnTo>
                    <a:pt x="593" y="243"/>
                  </a:lnTo>
                  <a:lnTo>
                    <a:pt x="607" y="243"/>
                  </a:lnTo>
                  <a:lnTo>
                    <a:pt x="607" y="253"/>
                  </a:lnTo>
                  <a:lnTo>
                    <a:pt x="618" y="253"/>
                  </a:lnTo>
                  <a:lnTo>
                    <a:pt x="618" y="263"/>
                  </a:lnTo>
                  <a:lnTo>
                    <a:pt x="632" y="263"/>
                  </a:lnTo>
                  <a:lnTo>
                    <a:pt x="643" y="263"/>
                  </a:lnTo>
                  <a:lnTo>
                    <a:pt x="643" y="274"/>
                  </a:lnTo>
                  <a:lnTo>
                    <a:pt x="643" y="283"/>
                  </a:lnTo>
                  <a:lnTo>
                    <a:pt x="657" y="283"/>
                  </a:lnTo>
                  <a:lnTo>
                    <a:pt x="657" y="293"/>
                  </a:lnTo>
                  <a:lnTo>
                    <a:pt x="669" y="293"/>
                  </a:lnTo>
                  <a:lnTo>
                    <a:pt x="669" y="303"/>
                  </a:lnTo>
                  <a:lnTo>
                    <a:pt x="681" y="303"/>
                  </a:lnTo>
                  <a:lnTo>
                    <a:pt x="681" y="314"/>
                  </a:lnTo>
                  <a:lnTo>
                    <a:pt x="681" y="323"/>
                  </a:lnTo>
                  <a:lnTo>
                    <a:pt x="694" y="323"/>
                  </a:lnTo>
                  <a:lnTo>
                    <a:pt x="694" y="334"/>
                  </a:lnTo>
                  <a:lnTo>
                    <a:pt x="694" y="344"/>
                  </a:lnTo>
                  <a:lnTo>
                    <a:pt x="681" y="344"/>
                  </a:lnTo>
                  <a:lnTo>
                    <a:pt x="669" y="354"/>
                  </a:lnTo>
                  <a:lnTo>
                    <a:pt x="681" y="354"/>
                  </a:lnTo>
                  <a:lnTo>
                    <a:pt x="669" y="354"/>
                  </a:lnTo>
                  <a:lnTo>
                    <a:pt x="669" y="363"/>
                  </a:lnTo>
                  <a:lnTo>
                    <a:pt x="657" y="363"/>
                  </a:lnTo>
                  <a:lnTo>
                    <a:pt x="657" y="374"/>
                  </a:lnTo>
                  <a:lnTo>
                    <a:pt x="643" y="374"/>
                  </a:lnTo>
                  <a:lnTo>
                    <a:pt x="643" y="384"/>
                  </a:lnTo>
                  <a:lnTo>
                    <a:pt x="632" y="384"/>
                  </a:lnTo>
                  <a:lnTo>
                    <a:pt x="632" y="395"/>
                  </a:lnTo>
                  <a:lnTo>
                    <a:pt x="657" y="395"/>
                  </a:lnTo>
                  <a:lnTo>
                    <a:pt x="681" y="395"/>
                  </a:lnTo>
                  <a:lnTo>
                    <a:pt x="744" y="395"/>
                  </a:lnTo>
                  <a:lnTo>
                    <a:pt x="744" y="404"/>
                  </a:lnTo>
                  <a:lnTo>
                    <a:pt x="744" y="395"/>
                  </a:lnTo>
                  <a:lnTo>
                    <a:pt x="744" y="404"/>
                  </a:lnTo>
                  <a:lnTo>
                    <a:pt x="744" y="395"/>
                  </a:lnTo>
                  <a:lnTo>
                    <a:pt x="744" y="404"/>
                  </a:lnTo>
                  <a:lnTo>
                    <a:pt x="758" y="404"/>
                  </a:lnTo>
                  <a:lnTo>
                    <a:pt x="769" y="404"/>
                  </a:lnTo>
                  <a:lnTo>
                    <a:pt x="782" y="404"/>
                  </a:lnTo>
                  <a:lnTo>
                    <a:pt x="782" y="415"/>
                  </a:lnTo>
                  <a:lnTo>
                    <a:pt x="782" y="404"/>
                  </a:lnTo>
                  <a:lnTo>
                    <a:pt x="795" y="404"/>
                  </a:lnTo>
                  <a:lnTo>
                    <a:pt x="795" y="415"/>
                  </a:lnTo>
                  <a:lnTo>
                    <a:pt x="807" y="415"/>
                  </a:lnTo>
                  <a:lnTo>
                    <a:pt x="807" y="404"/>
                  </a:lnTo>
                  <a:lnTo>
                    <a:pt x="820" y="404"/>
                  </a:lnTo>
                  <a:lnTo>
                    <a:pt x="820" y="415"/>
                  </a:lnTo>
                  <a:lnTo>
                    <a:pt x="820" y="404"/>
                  </a:lnTo>
                  <a:lnTo>
                    <a:pt x="820" y="415"/>
                  </a:lnTo>
                  <a:lnTo>
                    <a:pt x="834" y="415"/>
                  </a:lnTo>
                  <a:lnTo>
                    <a:pt x="834" y="426"/>
                  </a:lnTo>
                  <a:lnTo>
                    <a:pt x="834" y="415"/>
                  </a:lnTo>
                  <a:lnTo>
                    <a:pt x="846" y="415"/>
                  </a:lnTo>
                  <a:lnTo>
                    <a:pt x="846" y="426"/>
                  </a:lnTo>
                  <a:lnTo>
                    <a:pt x="846" y="415"/>
                  </a:lnTo>
                  <a:lnTo>
                    <a:pt x="846" y="426"/>
                  </a:lnTo>
                  <a:lnTo>
                    <a:pt x="846" y="435"/>
                  </a:lnTo>
                  <a:lnTo>
                    <a:pt x="846" y="445"/>
                  </a:lnTo>
                  <a:lnTo>
                    <a:pt x="846" y="455"/>
                  </a:lnTo>
                  <a:lnTo>
                    <a:pt x="846" y="466"/>
                  </a:lnTo>
                  <a:lnTo>
                    <a:pt x="859" y="466"/>
                  </a:lnTo>
                  <a:lnTo>
                    <a:pt x="871" y="466"/>
                  </a:lnTo>
                  <a:lnTo>
                    <a:pt x="871" y="475"/>
                  </a:lnTo>
                  <a:lnTo>
                    <a:pt x="871" y="486"/>
                  </a:lnTo>
                  <a:lnTo>
                    <a:pt x="871" y="496"/>
                  </a:lnTo>
                  <a:lnTo>
                    <a:pt x="871" y="506"/>
                  </a:lnTo>
                  <a:lnTo>
                    <a:pt x="859" y="506"/>
                  </a:lnTo>
                  <a:lnTo>
                    <a:pt x="908" y="506"/>
                  </a:lnTo>
                  <a:lnTo>
                    <a:pt x="1048" y="506"/>
                  </a:lnTo>
                  <a:lnTo>
                    <a:pt x="1061" y="506"/>
                  </a:lnTo>
                  <a:lnTo>
                    <a:pt x="1073" y="506"/>
                  </a:lnTo>
                  <a:lnTo>
                    <a:pt x="1073" y="496"/>
                  </a:lnTo>
                  <a:lnTo>
                    <a:pt x="1085" y="506"/>
                  </a:lnTo>
                  <a:lnTo>
                    <a:pt x="1085" y="496"/>
                  </a:lnTo>
                  <a:lnTo>
                    <a:pt x="1085" y="506"/>
                  </a:lnTo>
                  <a:lnTo>
                    <a:pt x="1085" y="496"/>
                  </a:lnTo>
                  <a:lnTo>
                    <a:pt x="1097" y="496"/>
                  </a:lnTo>
                  <a:lnTo>
                    <a:pt x="1097" y="486"/>
                  </a:lnTo>
                  <a:lnTo>
                    <a:pt x="1110" y="475"/>
                  </a:lnTo>
                  <a:lnTo>
                    <a:pt x="1124" y="475"/>
                  </a:lnTo>
                  <a:lnTo>
                    <a:pt x="1135" y="475"/>
                  </a:lnTo>
                  <a:lnTo>
                    <a:pt x="1135" y="466"/>
                  </a:lnTo>
                  <a:lnTo>
                    <a:pt x="1149" y="466"/>
                  </a:lnTo>
                  <a:lnTo>
                    <a:pt x="1149" y="455"/>
                  </a:lnTo>
                  <a:lnTo>
                    <a:pt x="1149" y="466"/>
                  </a:lnTo>
                  <a:lnTo>
                    <a:pt x="1149" y="455"/>
                  </a:lnTo>
                  <a:lnTo>
                    <a:pt x="1160" y="455"/>
                  </a:lnTo>
                  <a:lnTo>
                    <a:pt x="1160" y="445"/>
                  </a:lnTo>
                  <a:lnTo>
                    <a:pt x="1174" y="445"/>
                  </a:lnTo>
                  <a:lnTo>
                    <a:pt x="1186" y="445"/>
                  </a:lnTo>
                  <a:lnTo>
                    <a:pt x="1186" y="435"/>
                  </a:lnTo>
                  <a:lnTo>
                    <a:pt x="1198" y="435"/>
                  </a:lnTo>
                  <a:lnTo>
                    <a:pt x="1186" y="435"/>
                  </a:lnTo>
                  <a:lnTo>
                    <a:pt x="1198" y="435"/>
                  </a:lnTo>
                  <a:lnTo>
                    <a:pt x="1186" y="435"/>
                  </a:lnTo>
                  <a:lnTo>
                    <a:pt x="1198" y="435"/>
                  </a:lnTo>
                  <a:lnTo>
                    <a:pt x="1186" y="435"/>
                  </a:lnTo>
                  <a:lnTo>
                    <a:pt x="1198" y="435"/>
                  </a:lnTo>
                  <a:lnTo>
                    <a:pt x="1186" y="435"/>
                  </a:lnTo>
                  <a:lnTo>
                    <a:pt x="1186" y="426"/>
                  </a:lnTo>
                  <a:lnTo>
                    <a:pt x="1198" y="426"/>
                  </a:lnTo>
                  <a:lnTo>
                    <a:pt x="1198" y="435"/>
                  </a:lnTo>
                  <a:lnTo>
                    <a:pt x="1198" y="426"/>
                  </a:lnTo>
                  <a:close/>
                </a:path>
              </a:pathLst>
            </a:custGeom>
            <a:solidFill>
              <a:srgbClr val="D8D8D8"/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2"/>
            <p:cNvSpPr/>
            <p:nvPr/>
          </p:nvSpPr>
          <p:spPr>
            <a:xfrm>
              <a:off x="5718279" y="4966895"/>
              <a:ext cx="300804" cy="371295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60" y="15"/>
                  </a:moveTo>
                  <a:lnTo>
                    <a:pt x="60" y="7"/>
                  </a:lnTo>
                  <a:lnTo>
                    <a:pt x="68" y="7"/>
                  </a:lnTo>
                  <a:lnTo>
                    <a:pt x="68" y="15"/>
                  </a:lnTo>
                  <a:lnTo>
                    <a:pt x="75" y="15"/>
                  </a:lnTo>
                  <a:lnTo>
                    <a:pt x="68" y="15"/>
                  </a:lnTo>
                  <a:lnTo>
                    <a:pt x="75" y="15"/>
                  </a:lnTo>
                  <a:lnTo>
                    <a:pt x="75" y="7"/>
                  </a:lnTo>
                  <a:lnTo>
                    <a:pt x="68" y="7"/>
                  </a:lnTo>
                  <a:lnTo>
                    <a:pt x="60" y="7"/>
                  </a:lnTo>
                  <a:lnTo>
                    <a:pt x="68" y="7"/>
                  </a:lnTo>
                  <a:lnTo>
                    <a:pt x="60" y="7"/>
                  </a:lnTo>
                  <a:lnTo>
                    <a:pt x="60" y="0"/>
                  </a:lnTo>
                  <a:lnTo>
                    <a:pt x="68" y="0"/>
                  </a:lnTo>
                  <a:lnTo>
                    <a:pt x="75" y="0"/>
                  </a:lnTo>
                  <a:lnTo>
                    <a:pt x="84" y="0"/>
                  </a:lnTo>
                  <a:lnTo>
                    <a:pt x="84" y="7"/>
                  </a:lnTo>
                  <a:lnTo>
                    <a:pt x="84" y="15"/>
                  </a:lnTo>
                  <a:lnTo>
                    <a:pt x="91" y="15"/>
                  </a:lnTo>
                  <a:lnTo>
                    <a:pt x="84" y="15"/>
                  </a:lnTo>
                  <a:lnTo>
                    <a:pt x="91" y="15"/>
                  </a:lnTo>
                  <a:lnTo>
                    <a:pt x="91" y="22"/>
                  </a:lnTo>
                  <a:lnTo>
                    <a:pt x="84" y="22"/>
                  </a:lnTo>
                  <a:lnTo>
                    <a:pt x="91" y="22"/>
                  </a:lnTo>
                  <a:lnTo>
                    <a:pt x="99" y="22"/>
                  </a:lnTo>
                  <a:lnTo>
                    <a:pt x="99" y="30"/>
                  </a:lnTo>
                  <a:lnTo>
                    <a:pt x="99" y="22"/>
                  </a:lnTo>
                  <a:lnTo>
                    <a:pt x="106" y="22"/>
                  </a:lnTo>
                  <a:lnTo>
                    <a:pt x="106" y="30"/>
                  </a:lnTo>
                  <a:lnTo>
                    <a:pt x="113" y="30"/>
                  </a:lnTo>
                  <a:lnTo>
                    <a:pt x="106" y="30"/>
                  </a:lnTo>
                  <a:lnTo>
                    <a:pt x="113" y="30"/>
                  </a:lnTo>
                  <a:lnTo>
                    <a:pt x="113" y="37"/>
                  </a:lnTo>
                  <a:lnTo>
                    <a:pt x="121" y="37"/>
                  </a:lnTo>
                  <a:lnTo>
                    <a:pt x="121" y="44"/>
                  </a:lnTo>
                  <a:lnTo>
                    <a:pt x="128" y="44"/>
                  </a:lnTo>
                  <a:lnTo>
                    <a:pt x="128" y="52"/>
                  </a:lnTo>
                  <a:lnTo>
                    <a:pt x="128" y="59"/>
                  </a:lnTo>
                  <a:lnTo>
                    <a:pt x="137" y="59"/>
                  </a:lnTo>
                  <a:lnTo>
                    <a:pt x="128" y="59"/>
                  </a:lnTo>
                  <a:lnTo>
                    <a:pt x="128" y="52"/>
                  </a:lnTo>
                  <a:lnTo>
                    <a:pt x="137" y="52"/>
                  </a:lnTo>
                  <a:lnTo>
                    <a:pt x="144" y="52"/>
                  </a:lnTo>
                  <a:lnTo>
                    <a:pt x="144" y="59"/>
                  </a:lnTo>
                  <a:lnTo>
                    <a:pt x="144" y="52"/>
                  </a:lnTo>
                  <a:lnTo>
                    <a:pt x="144" y="59"/>
                  </a:lnTo>
                  <a:lnTo>
                    <a:pt x="137" y="59"/>
                  </a:lnTo>
                  <a:lnTo>
                    <a:pt x="144" y="59"/>
                  </a:lnTo>
                  <a:lnTo>
                    <a:pt x="137" y="59"/>
                  </a:lnTo>
                  <a:lnTo>
                    <a:pt x="144" y="59"/>
                  </a:lnTo>
                  <a:lnTo>
                    <a:pt x="144" y="66"/>
                  </a:lnTo>
                  <a:lnTo>
                    <a:pt x="151" y="66"/>
                  </a:lnTo>
                  <a:lnTo>
                    <a:pt x="159" y="66"/>
                  </a:lnTo>
                  <a:lnTo>
                    <a:pt x="159" y="74"/>
                  </a:lnTo>
                  <a:lnTo>
                    <a:pt x="159" y="81"/>
                  </a:lnTo>
                  <a:lnTo>
                    <a:pt x="159" y="89"/>
                  </a:lnTo>
                  <a:lnTo>
                    <a:pt x="166" y="89"/>
                  </a:lnTo>
                  <a:lnTo>
                    <a:pt x="166" y="96"/>
                  </a:lnTo>
                  <a:lnTo>
                    <a:pt x="174" y="96"/>
                  </a:lnTo>
                  <a:lnTo>
                    <a:pt x="181" y="96"/>
                  </a:lnTo>
                  <a:lnTo>
                    <a:pt x="188" y="96"/>
                  </a:lnTo>
                  <a:lnTo>
                    <a:pt x="188" y="103"/>
                  </a:lnTo>
                  <a:lnTo>
                    <a:pt x="181" y="103"/>
                  </a:lnTo>
                  <a:lnTo>
                    <a:pt x="188" y="103"/>
                  </a:lnTo>
                  <a:lnTo>
                    <a:pt x="188" y="112"/>
                  </a:lnTo>
                  <a:lnTo>
                    <a:pt x="197" y="103"/>
                  </a:lnTo>
                  <a:lnTo>
                    <a:pt x="197" y="112"/>
                  </a:lnTo>
                  <a:lnTo>
                    <a:pt x="204" y="112"/>
                  </a:lnTo>
                  <a:lnTo>
                    <a:pt x="204" y="119"/>
                  </a:lnTo>
                  <a:lnTo>
                    <a:pt x="212" y="127"/>
                  </a:lnTo>
                  <a:lnTo>
                    <a:pt x="212" y="134"/>
                  </a:lnTo>
                  <a:lnTo>
                    <a:pt x="219" y="142"/>
                  </a:lnTo>
                  <a:lnTo>
                    <a:pt x="227" y="142"/>
                  </a:lnTo>
                  <a:lnTo>
                    <a:pt x="227" y="149"/>
                  </a:lnTo>
                  <a:lnTo>
                    <a:pt x="234" y="149"/>
                  </a:lnTo>
                  <a:lnTo>
                    <a:pt x="234" y="156"/>
                  </a:lnTo>
                  <a:lnTo>
                    <a:pt x="241" y="156"/>
                  </a:lnTo>
                  <a:lnTo>
                    <a:pt x="250" y="156"/>
                  </a:lnTo>
                  <a:lnTo>
                    <a:pt x="250" y="149"/>
                  </a:lnTo>
                  <a:lnTo>
                    <a:pt x="250" y="156"/>
                  </a:lnTo>
                  <a:lnTo>
                    <a:pt x="257" y="156"/>
                  </a:lnTo>
                  <a:lnTo>
                    <a:pt x="265" y="156"/>
                  </a:lnTo>
                  <a:lnTo>
                    <a:pt x="272" y="156"/>
                  </a:lnTo>
                  <a:lnTo>
                    <a:pt x="280" y="156"/>
                  </a:lnTo>
                  <a:lnTo>
                    <a:pt x="280" y="164"/>
                  </a:lnTo>
                  <a:lnTo>
                    <a:pt x="272" y="164"/>
                  </a:lnTo>
                  <a:lnTo>
                    <a:pt x="272" y="171"/>
                  </a:lnTo>
                  <a:lnTo>
                    <a:pt x="265" y="171"/>
                  </a:lnTo>
                  <a:lnTo>
                    <a:pt x="265" y="179"/>
                  </a:lnTo>
                  <a:lnTo>
                    <a:pt x="265" y="171"/>
                  </a:lnTo>
                  <a:lnTo>
                    <a:pt x="257" y="171"/>
                  </a:lnTo>
                  <a:lnTo>
                    <a:pt x="250" y="171"/>
                  </a:lnTo>
                  <a:lnTo>
                    <a:pt x="250" y="179"/>
                  </a:lnTo>
                  <a:lnTo>
                    <a:pt x="250" y="186"/>
                  </a:lnTo>
                  <a:lnTo>
                    <a:pt x="241" y="186"/>
                  </a:lnTo>
                  <a:lnTo>
                    <a:pt x="241" y="179"/>
                  </a:lnTo>
                  <a:lnTo>
                    <a:pt x="241" y="186"/>
                  </a:lnTo>
                  <a:lnTo>
                    <a:pt x="234" y="186"/>
                  </a:lnTo>
                  <a:lnTo>
                    <a:pt x="241" y="186"/>
                  </a:lnTo>
                  <a:lnTo>
                    <a:pt x="241" y="193"/>
                  </a:lnTo>
                  <a:lnTo>
                    <a:pt x="241" y="201"/>
                  </a:lnTo>
                  <a:lnTo>
                    <a:pt x="250" y="201"/>
                  </a:lnTo>
                  <a:lnTo>
                    <a:pt x="250" y="208"/>
                  </a:lnTo>
                  <a:lnTo>
                    <a:pt x="250" y="215"/>
                  </a:lnTo>
                  <a:lnTo>
                    <a:pt x="250" y="208"/>
                  </a:lnTo>
                  <a:lnTo>
                    <a:pt x="257" y="208"/>
                  </a:lnTo>
                  <a:lnTo>
                    <a:pt x="265" y="208"/>
                  </a:lnTo>
                  <a:lnTo>
                    <a:pt x="272" y="208"/>
                  </a:lnTo>
                  <a:lnTo>
                    <a:pt x="272" y="215"/>
                  </a:lnTo>
                  <a:lnTo>
                    <a:pt x="280" y="215"/>
                  </a:lnTo>
                  <a:lnTo>
                    <a:pt x="287" y="215"/>
                  </a:lnTo>
                  <a:lnTo>
                    <a:pt x="294" y="215"/>
                  </a:lnTo>
                  <a:lnTo>
                    <a:pt x="303" y="215"/>
                  </a:lnTo>
                  <a:lnTo>
                    <a:pt x="303" y="223"/>
                  </a:lnTo>
                  <a:lnTo>
                    <a:pt x="303" y="230"/>
                  </a:lnTo>
                  <a:lnTo>
                    <a:pt x="294" y="230"/>
                  </a:lnTo>
                  <a:lnTo>
                    <a:pt x="303" y="238"/>
                  </a:lnTo>
                  <a:lnTo>
                    <a:pt x="294" y="238"/>
                  </a:lnTo>
                  <a:lnTo>
                    <a:pt x="294" y="246"/>
                  </a:lnTo>
                  <a:lnTo>
                    <a:pt x="287" y="238"/>
                  </a:lnTo>
                  <a:lnTo>
                    <a:pt x="280" y="238"/>
                  </a:lnTo>
                  <a:lnTo>
                    <a:pt x="272" y="238"/>
                  </a:lnTo>
                  <a:lnTo>
                    <a:pt x="272" y="246"/>
                  </a:lnTo>
                  <a:lnTo>
                    <a:pt x="272" y="238"/>
                  </a:lnTo>
                  <a:lnTo>
                    <a:pt x="280" y="238"/>
                  </a:lnTo>
                  <a:lnTo>
                    <a:pt x="280" y="246"/>
                  </a:lnTo>
                  <a:lnTo>
                    <a:pt x="280" y="254"/>
                  </a:lnTo>
                  <a:lnTo>
                    <a:pt x="280" y="261"/>
                  </a:lnTo>
                  <a:lnTo>
                    <a:pt x="272" y="261"/>
                  </a:lnTo>
                  <a:lnTo>
                    <a:pt x="265" y="261"/>
                  </a:lnTo>
                  <a:lnTo>
                    <a:pt x="257" y="261"/>
                  </a:lnTo>
                  <a:lnTo>
                    <a:pt x="250" y="261"/>
                  </a:lnTo>
                  <a:lnTo>
                    <a:pt x="241" y="261"/>
                  </a:lnTo>
                  <a:lnTo>
                    <a:pt x="234" y="261"/>
                  </a:lnTo>
                  <a:lnTo>
                    <a:pt x="227" y="261"/>
                  </a:lnTo>
                  <a:lnTo>
                    <a:pt x="227" y="268"/>
                  </a:lnTo>
                  <a:lnTo>
                    <a:pt x="234" y="268"/>
                  </a:lnTo>
                  <a:lnTo>
                    <a:pt x="241" y="268"/>
                  </a:lnTo>
                  <a:lnTo>
                    <a:pt x="250" y="276"/>
                  </a:lnTo>
                  <a:lnTo>
                    <a:pt x="241" y="276"/>
                  </a:lnTo>
                  <a:lnTo>
                    <a:pt x="241" y="283"/>
                  </a:lnTo>
                  <a:lnTo>
                    <a:pt x="250" y="283"/>
                  </a:lnTo>
                  <a:lnTo>
                    <a:pt x="250" y="291"/>
                  </a:lnTo>
                  <a:lnTo>
                    <a:pt x="241" y="291"/>
                  </a:lnTo>
                  <a:lnTo>
                    <a:pt x="234" y="298"/>
                  </a:lnTo>
                  <a:lnTo>
                    <a:pt x="234" y="291"/>
                  </a:lnTo>
                  <a:lnTo>
                    <a:pt x="227" y="291"/>
                  </a:lnTo>
                  <a:lnTo>
                    <a:pt x="219" y="291"/>
                  </a:lnTo>
                  <a:lnTo>
                    <a:pt x="212" y="291"/>
                  </a:lnTo>
                  <a:lnTo>
                    <a:pt x="212" y="283"/>
                  </a:lnTo>
                  <a:lnTo>
                    <a:pt x="204" y="283"/>
                  </a:lnTo>
                  <a:lnTo>
                    <a:pt x="197" y="283"/>
                  </a:lnTo>
                  <a:lnTo>
                    <a:pt x="197" y="276"/>
                  </a:lnTo>
                  <a:lnTo>
                    <a:pt x="188" y="276"/>
                  </a:lnTo>
                  <a:lnTo>
                    <a:pt x="188" y="268"/>
                  </a:lnTo>
                  <a:lnTo>
                    <a:pt x="197" y="268"/>
                  </a:lnTo>
                  <a:lnTo>
                    <a:pt x="197" y="261"/>
                  </a:lnTo>
                  <a:lnTo>
                    <a:pt x="204" y="261"/>
                  </a:lnTo>
                  <a:lnTo>
                    <a:pt x="204" y="254"/>
                  </a:lnTo>
                  <a:lnTo>
                    <a:pt x="212" y="254"/>
                  </a:lnTo>
                  <a:lnTo>
                    <a:pt x="212" y="246"/>
                  </a:lnTo>
                  <a:lnTo>
                    <a:pt x="204" y="246"/>
                  </a:lnTo>
                  <a:lnTo>
                    <a:pt x="212" y="246"/>
                  </a:lnTo>
                  <a:lnTo>
                    <a:pt x="212" y="238"/>
                  </a:lnTo>
                  <a:lnTo>
                    <a:pt x="212" y="230"/>
                  </a:lnTo>
                  <a:lnTo>
                    <a:pt x="204" y="230"/>
                  </a:lnTo>
                  <a:lnTo>
                    <a:pt x="204" y="223"/>
                  </a:lnTo>
                  <a:lnTo>
                    <a:pt x="197" y="223"/>
                  </a:lnTo>
                  <a:lnTo>
                    <a:pt x="204" y="223"/>
                  </a:lnTo>
                  <a:lnTo>
                    <a:pt x="204" y="215"/>
                  </a:lnTo>
                  <a:lnTo>
                    <a:pt x="204" y="223"/>
                  </a:lnTo>
                  <a:lnTo>
                    <a:pt x="212" y="223"/>
                  </a:lnTo>
                  <a:lnTo>
                    <a:pt x="212" y="215"/>
                  </a:lnTo>
                  <a:lnTo>
                    <a:pt x="219" y="215"/>
                  </a:lnTo>
                  <a:lnTo>
                    <a:pt x="219" y="223"/>
                  </a:lnTo>
                  <a:lnTo>
                    <a:pt x="212" y="223"/>
                  </a:lnTo>
                  <a:lnTo>
                    <a:pt x="219" y="223"/>
                  </a:lnTo>
                  <a:lnTo>
                    <a:pt x="219" y="215"/>
                  </a:lnTo>
                  <a:lnTo>
                    <a:pt x="227" y="215"/>
                  </a:lnTo>
                  <a:lnTo>
                    <a:pt x="219" y="215"/>
                  </a:lnTo>
                  <a:lnTo>
                    <a:pt x="219" y="208"/>
                  </a:lnTo>
                  <a:lnTo>
                    <a:pt x="227" y="208"/>
                  </a:lnTo>
                  <a:lnTo>
                    <a:pt x="219" y="208"/>
                  </a:lnTo>
                  <a:lnTo>
                    <a:pt x="212" y="208"/>
                  </a:lnTo>
                  <a:lnTo>
                    <a:pt x="212" y="215"/>
                  </a:lnTo>
                  <a:lnTo>
                    <a:pt x="212" y="208"/>
                  </a:lnTo>
                  <a:lnTo>
                    <a:pt x="204" y="208"/>
                  </a:lnTo>
                  <a:lnTo>
                    <a:pt x="204" y="215"/>
                  </a:lnTo>
                  <a:lnTo>
                    <a:pt x="197" y="215"/>
                  </a:lnTo>
                  <a:lnTo>
                    <a:pt x="188" y="215"/>
                  </a:lnTo>
                  <a:lnTo>
                    <a:pt x="181" y="215"/>
                  </a:lnTo>
                  <a:lnTo>
                    <a:pt x="181" y="223"/>
                  </a:lnTo>
                  <a:lnTo>
                    <a:pt x="174" y="223"/>
                  </a:lnTo>
                  <a:lnTo>
                    <a:pt x="166" y="223"/>
                  </a:lnTo>
                  <a:lnTo>
                    <a:pt x="159" y="223"/>
                  </a:lnTo>
                  <a:lnTo>
                    <a:pt x="159" y="230"/>
                  </a:lnTo>
                  <a:lnTo>
                    <a:pt x="159" y="223"/>
                  </a:lnTo>
                  <a:lnTo>
                    <a:pt x="151" y="223"/>
                  </a:lnTo>
                  <a:lnTo>
                    <a:pt x="159" y="223"/>
                  </a:lnTo>
                  <a:lnTo>
                    <a:pt x="151" y="223"/>
                  </a:lnTo>
                  <a:lnTo>
                    <a:pt x="151" y="215"/>
                  </a:lnTo>
                  <a:lnTo>
                    <a:pt x="144" y="215"/>
                  </a:lnTo>
                  <a:lnTo>
                    <a:pt x="137" y="215"/>
                  </a:lnTo>
                  <a:lnTo>
                    <a:pt x="137" y="208"/>
                  </a:lnTo>
                  <a:lnTo>
                    <a:pt x="128" y="208"/>
                  </a:lnTo>
                  <a:lnTo>
                    <a:pt x="137" y="208"/>
                  </a:lnTo>
                  <a:lnTo>
                    <a:pt x="137" y="201"/>
                  </a:lnTo>
                  <a:lnTo>
                    <a:pt x="128" y="201"/>
                  </a:lnTo>
                  <a:lnTo>
                    <a:pt x="121" y="201"/>
                  </a:lnTo>
                  <a:lnTo>
                    <a:pt x="121" y="208"/>
                  </a:lnTo>
                  <a:lnTo>
                    <a:pt x="113" y="208"/>
                  </a:lnTo>
                  <a:lnTo>
                    <a:pt x="106" y="208"/>
                  </a:lnTo>
                  <a:lnTo>
                    <a:pt x="106" y="201"/>
                  </a:lnTo>
                  <a:lnTo>
                    <a:pt x="106" y="193"/>
                  </a:lnTo>
                  <a:lnTo>
                    <a:pt x="106" y="201"/>
                  </a:lnTo>
                  <a:lnTo>
                    <a:pt x="113" y="201"/>
                  </a:lnTo>
                  <a:lnTo>
                    <a:pt x="113" y="193"/>
                  </a:lnTo>
                  <a:lnTo>
                    <a:pt x="113" y="186"/>
                  </a:lnTo>
                  <a:lnTo>
                    <a:pt x="113" y="193"/>
                  </a:lnTo>
                  <a:lnTo>
                    <a:pt x="113" y="186"/>
                  </a:lnTo>
                  <a:lnTo>
                    <a:pt x="121" y="186"/>
                  </a:lnTo>
                  <a:lnTo>
                    <a:pt x="121" y="179"/>
                  </a:lnTo>
                  <a:lnTo>
                    <a:pt x="121" y="171"/>
                  </a:lnTo>
                  <a:lnTo>
                    <a:pt x="128" y="171"/>
                  </a:lnTo>
                  <a:lnTo>
                    <a:pt x="128" y="179"/>
                  </a:lnTo>
                  <a:lnTo>
                    <a:pt x="128" y="186"/>
                  </a:lnTo>
                  <a:lnTo>
                    <a:pt x="121" y="186"/>
                  </a:lnTo>
                  <a:lnTo>
                    <a:pt x="128" y="186"/>
                  </a:lnTo>
                  <a:lnTo>
                    <a:pt x="128" y="179"/>
                  </a:lnTo>
                  <a:lnTo>
                    <a:pt x="128" y="171"/>
                  </a:lnTo>
                  <a:lnTo>
                    <a:pt x="121" y="171"/>
                  </a:lnTo>
                  <a:lnTo>
                    <a:pt x="121" y="164"/>
                  </a:lnTo>
                  <a:lnTo>
                    <a:pt x="113" y="164"/>
                  </a:lnTo>
                  <a:lnTo>
                    <a:pt x="113" y="156"/>
                  </a:lnTo>
                  <a:lnTo>
                    <a:pt x="106" y="156"/>
                  </a:lnTo>
                  <a:lnTo>
                    <a:pt x="99" y="156"/>
                  </a:lnTo>
                  <a:lnTo>
                    <a:pt x="91" y="156"/>
                  </a:lnTo>
                  <a:lnTo>
                    <a:pt x="84" y="156"/>
                  </a:lnTo>
                  <a:lnTo>
                    <a:pt x="75" y="156"/>
                  </a:lnTo>
                  <a:lnTo>
                    <a:pt x="75" y="149"/>
                  </a:lnTo>
                  <a:lnTo>
                    <a:pt x="75" y="142"/>
                  </a:lnTo>
                  <a:lnTo>
                    <a:pt x="68" y="142"/>
                  </a:lnTo>
                  <a:lnTo>
                    <a:pt x="75" y="142"/>
                  </a:lnTo>
                  <a:lnTo>
                    <a:pt x="75" y="149"/>
                  </a:lnTo>
                  <a:lnTo>
                    <a:pt x="75" y="156"/>
                  </a:lnTo>
                  <a:lnTo>
                    <a:pt x="84" y="156"/>
                  </a:lnTo>
                  <a:lnTo>
                    <a:pt x="91" y="156"/>
                  </a:lnTo>
                  <a:lnTo>
                    <a:pt x="99" y="156"/>
                  </a:lnTo>
                  <a:lnTo>
                    <a:pt x="106" y="156"/>
                  </a:lnTo>
                  <a:lnTo>
                    <a:pt x="113" y="156"/>
                  </a:lnTo>
                  <a:lnTo>
                    <a:pt x="113" y="164"/>
                  </a:lnTo>
                  <a:lnTo>
                    <a:pt x="121" y="164"/>
                  </a:lnTo>
                  <a:lnTo>
                    <a:pt x="121" y="171"/>
                  </a:lnTo>
                  <a:lnTo>
                    <a:pt x="121" y="164"/>
                  </a:lnTo>
                  <a:lnTo>
                    <a:pt x="113" y="164"/>
                  </a:lnTo>
                  <a:lnTo>
                    <a:pt x="106" y="164"/>
                  </a:lnTo>
                  <a:lnTo>
                    <a:pt x="106" y="156"/>
                  </a:lnTo>
                  <a:lnTo>
                    <a:pt x="106" y="164"/>
                  </a:lnTo>
                  <a:lnTo>
                    <a:pt x="106" y="156"/>
                  </a:lnTo>
                  <a:lnTo>
                    <a:pt x="99" y="156"/>
                  </a:lnTo>
                  <a:lnTo>
                    <a:pt x="91" y="156"/>
                  </a:lnTo>
                  <a:lnTo>
                    <a:pt x="91" y="164"/>
                  </a:lnTo>
                  <a:lnTo>
                    <a:pt x="91" y="156"/>
                  </a:lnTo>
                  <a:lnTo>
                    <a:pt x="91" y="164"/>
                  </a:lnTo>
                  <a:lnTo>
                    <a:pt x="91" y="156"/>
                  </a:lnTo>
                  <a:lnTo>
                    <a:pt x="84" y="156"/>
                  </a:lnTo>
                  <a:lnTo>
                    <a:pt x="75" y="156"/>
                  </a:lnTo>
                  <a:lnTo>
                    <a:pt x="75" y="149"/>
                  </a:lnTo>
                  <a:lnTo>
                    <a:pt x="68" y="149"/>
                  </a:lnTo>
                  <a:lnTo>
                    <a:pt x="68" y="142"/>
                  </a:lnTo>
                  <a:lnTo>
                    <a:pt x="60" y="142"/>
                  </a:lnTo>
                  <a:lnTo>
                    <a:pt x="53" y="142"/>
                  </a:lnTo>
                  <a:lnTo>
                    <a:pt x="60" y="142"/>
                  </a:lnTo>
                  <a:lnTo>
                    <a:pt x="53" y="142"/>
                  </a:lnTo>
                  <a:lnTo>
                    <a:pt x="53" y="134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53" y="127"/>
                  </a:lnTo>
                  <a:lnTo>
                    <a:pt x="53" y="119"/>
                  </a:lnTo>
                  <a:lnTo>
                    <a:pt x="53" y="112"/>
                  </a:lnTo>
                  <a:lnTo>
                    <a:pt x="46" y="112"/>
                  </a:lnTo>
                  <a:lnTo>
                    <a:pt x="46" y="119"/>
                  </a:lnTo>
                  <a:lnTo>
                    <a:pt x="46" y="127"/>
                  </a:lnTo>
                  <a:lnTo>
                    <a:pt x="38" y="127"/>
                  </a:lnTo>
                  <a:lnTo>
                    <a:pt x="46" y="127"/>
                  </a:lnTo>
                  <a:lnTo>
                    <a:pt x="38" y="127"/>
                  </a:lnTo>
                  <a:lnTo>
                    <a:pt x="38" y="134"/>
                  </a:lnTo>
                  <a:lnTo>
                    <a:pt x="46" y="134"/>
                  </a:lnTo>
                  <a:lnTo>
                    <a:pt x="53" y="134"/>
                  </a:lnTo>
                  <a:lnTo>
                    <a:pt x="46" y="134"/>
                  </a:lnTo>
                  <a:lnTo>
                    <a:pt x="53" y="142"/>
                  </a:lnTo>
                  <a:lnTo>
                    <a:pt x="53" y="134"/>
                  </a:lnTo>
                  <a:lnTo>
                    <a:pt x="53" y="142"/>
                  </a:lnTo>
                  <a:lnTo>
                    <a:pt x="53" y="149"/>
                  </a:lnTo>
                  <a:lnTo>
                    <a:pt x="53" y="142"/>
                  </a:lnTo>
                  <a:lnTo>
                    <a:pt x="53" y="149"/>
                  </a:lnTo>
                  <a:lnTo>
                    <a:pt x="53" y="142"/>
                  </a:lnTo>
                  <a:lnTo>
                    <a:pt x="46" y="142"/>
                  </a:lnTo>
                  <a:lnTo>
                    <a:pt x="38" y="142"/>
                  </a:lnTo>
                  <a:lnTo>
                    <a:pt x="38" y="149"/>
                  </a:lnTo>
                  <a:lnTo>
                    <a:pt x="38" y="142"/>
                  </a:lnTo>
                  <a:lnTo>
                    <a:pt x="31" y="142"/>
                  </a:lnTo>
                  <a:lnTo>
                    <a:pt x="31" y="134"/>
                  </a:lnTo>
                  <a:lnTo>
                    <a:pt x="22" y="134"/>
                  </a:lnTo>
                  <a:lnTo>
                    <a:pt x="15" y="134"/>
                  </a:lnTo>
                  <a:lnTo>
                    <a:pt x="15" y="127"/>
                  </a:lnTo>
                  <a:lnTo>
                    <a:pt x="15" y="134"/>
                  </a:lnTo>
                  <a:lnTo>
                    <a:pt x="7" y="134"/>
                  </a:lnTo>
                  <a:lnTo>
                    <a:pt x="7" y="127"/>
                  </a:lnTo>
                  <a:lnTo>
                    <a:pt x="7" y="119"/>
                  </a:lnTo>
                  <a:lnTo>
                    <a:pt x="7" y="127"/>
                  </a:lnTo>
                  <a:lnTo>
                    <a:pt x="7" y="119"/>
                  </a:lnTo>
                  <a:lnTo>
                    <a:pt x="7" y="112"/>
                  </a:lnTo>
                  <a:lnTo>
                    <a:pt x="0" y="112"/>
                  </a:lnTo>
                  <a:lnTo>
                    <a:pt x="0" y="103"/>
                  </a:lnTo>
                  <a:lnTo>
                    <a:pt x="7" y="103"/>
                  </a:lnTo>
                  <a:lnTo>
                    <a:pt x="0" y="103"/>
                  </a:lnTo>
                  <a:lnTo>
                    <a:pt x="0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7" y="96"/>
                  </a:lnTo>
                  <a:lnTo>
                    <a:pt x="15" y="96"/>
                  </a:lnTo>
                  <a:lnTo>
                    <a:pt x="15" y="89"/>
                  </a:lnTo>
                  <a:lnTo>
                    <a:pt x="22" y="89"/>
                  </a:lnTo>
                  <a:lnTo>
                    <a:pt x="22" y="81"/>
                  </a:lnTo>
                  <a:lnTo>
                    <a:pt x="31" y="81"/>
                  </a:lnTo>
                  <a:lnTo>
                    <a:pt x="22" y="81"/>
                  </a:lnTo>
                  <a:lnTo>
                    <a:pt x="22" y="74"/>
                  </a:lnTo>
                  <a:lnTo>
                    <a:pt x="31" y="74"/>
                  </a:lnTo>
                  <a:lnTo>
                    <a:pt x="22" y="74"/>
                  </a:lnTo>
                  <a:lnTo>
                    <a:pt x="22" y="66"/>
                  </a:lnTo>
                  <a:lnTo>
                    <a:pt x="31" y="66"/>
                  </a:lnTo>
                  <a:lnTo>
                    <a:pt x="31" y="74"/>
                  </a:lnTo>
                  <a:lnTo>
                    <a:pt x="38" y="74"/>
                  </a:lnTo>
                  <a:lnTo>
                    <a:pt x="38" y="81"/>
                  </a:lnTo>
                  <a:lnTo>
                    <a:pt x="46" y="81"/>
                  </a:lnTo>
                  <a:lnTo>
                    <a:pt x="38" y="89"/>
                  </a:lnTo>
                  <a:lnTo>
                    <a:pt x="38" y="96"/>
                  </a:lnTo>
                  <a:lnTo>
                    <a:pt x="46" y="96"/>
                  </a:lnTo>
                  <a:lnTo>
                    <a:pt x="53" y="103"/>
                  </a:lnTo>
                  <a:lnTo>
                    <a:pt x="60" y="103"/>
                  </a:lnTo>
                  <a:lnTo>
                    <a:pt x="60" y="96"/>
                  </a:lnTo>
                  <a:lnTo>
                    <a:pt x="53" y="96"/>
                  </a:lnTo>
                  <a:lnTo>
                    <a:pt x="53" y="89"/>
                  </a:lnTo>
                  <a:lnTo>
                    <a:pt x="53" y="96"/>
                  </a:lnTo>
                  <a:lnTo>
                    <a:pt x="60" y="96"/>
                  </a:lnTo>
                  <a:lnTo>
                    <a:pt x="60" y="89"/>
                  </a:lnTo>
                  <a:lnTo>
                    <a:pt x="53" y="89"/>
                  </a:lnTo>
                  <a:lnTo>
                    <a:pt x="53" y="81"/>
                  </a:lnTo>
                  <a:lnTo>
                    <a:pt x="46" y="81"/>
                  </a:lnTo>
                  <a:lnTo>
                    <a:pt x="53" y="81"/>
                  </a:lnTo>
                  <a:lnTo>
                    <a:pt x="46" y="81"/>
                  </a:lnTo>
                  <a:lnTo>
                    <a:pt x="53" y="81"/>
                  </a:lnTo>
                  <a:lnTo>
                    <a:pt x="53" y="74"/>
                  </a:lnTo>
                  <a:lnTo>
                    <a:pt x="46" y="74"/>
                  </a:lnTo>
                  <a:lnTo>
                    <a:pt x="46" y="66"/>
                  </a:lnTo>
                  <a:lnTo>
                    <a:pt x="38" y="66"/>
                  </a:lnTo>
                  <a:lnTo>
                    <a:pt x="38" y="59"/>
                  </a:lnTo>
                  <a:lnTo>
                    <a:pt x="31" y="59"/>
                  </a:lnTo>
                  <a:lnTo>
                    <a:pt x="31" y="52"/>
                  </a:lnTo>
                  <a:lnTo>
                    <a:pt x="31" y="44"/>
                  </a:lnTo>
                  <a:lnTo>
                    <a:pt x="31" y="37"/>
                  </a:lnTo>
                  <a:lnTo>
                    <a:pt x="22" y="37"/>
                  </a:lnTo>
                  <a:lnTo>
                    <a:pt x="22" y="30"/>
                  </a:lnTo>
                  <a:lnTo>
                    <a:pt x="22" y="22"/>
                  </a:lnTo>
                  <a:lnTo>
                    <a:pt x="22" y="30"/>
                  </a:lnTo>
                  <a:lnTo>
                    <a:pt x="31" y="30"/>
                  </a:lnTo>
                  <a:lnTo>
                    <a:pt x="31" y="22"/>
                  </a:lnTo>
                  <a:lnTo>
                    <a:pt x="38" y="22"/>
                  </a:lnTo>
                  <a:lnTo>
                    <a:pt x="38" y="30"/>
                  </a:lnTo>
                  <a:lnTo>
                    <a:pt x="38" y="22"/>
                  </a:lnTo>
                  <a:lnTo>
                    <a:pt x="38" y="30"/>
                  </a:lnTo>
                  <a:lnTo>
                    <a:pt x="38" y="22"/>
                  </a:lnTo>
                  <a:lnTo>
                    <a:pt x="46" y="22"/>
                  </a:lnTo>
                  <a:lnTo>
                    <a:pt x="46" y="30"/>
                  </a:lnTo>
                  <a:lnTo>
                    <a:pt x="38" y="30"/>
                  </a:lnTo>
                  <a:lnTo>
                    <a:pt x="46" y="30"/>
                  </a:lnTo>
                  <a:lnTo>
                    <a:pt x="46" y="22"/>
                  </a:lnTo>
                  <a:lnTo>
                    <a:pt x="53" y="22"/>
                  </a:lnTo>
                  <a:lnTo>
                    <a:pt x="46" y="22"/>
                  </a:lnTo>
                  <a:lnTo>
                    <a:pt x="38" y="22"/>
                  </a:lnTo>
                  <a:lnTo>
                    <a:pt x="38" y="30"/>
                  </a:lnTo>
                  <a:lnTo>
                    <a:pt x="38" y="22"/>
                  </a:lnTo>
                  <a:lnTo>
                    <a:pt x="31" y="22"/>
                  </a:lnTo>
                  <a:lnTo>
                    <a:pt x="38" y="22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8" y="15"/>
                  </a:lnTo>
                  <a:lnTo>
                    <a:pt x="38" y="7"/>
                  </a:lnTo>
                  <a:lnTo>
                    <a:pt x="38" y="15"/>
                  </a:lnTo>
                  <a:lnTo>
                    <a:pt x="46" y="15"/>
                  </a:lnTo>
                  <a:lnTo>
                    <a:pt x="46" y="7"/>
                  </a:lnTo>
                  <a:lnTo>
                    <a:pt x="46" y="15"/>
                  </a:lnTo>
                  <a:lnTo>
                    <a:pt x="53" y="15"/>
                  </a:lnTo>
                  <a:lnTo>
                    <a:pt x="46" y="15"/>
                  </a:lnTo>
                  <a:lnTo>
                    <a:pt x="46" y="7"/>
                  </a:lnTo>
                  <a:lnTo>
                    <a:pt x="53" y="7"/>
                  </a:lnTo>
                  <a:lnTo>
                    <a:pt x="53" y="15"/>
                  </a:lnTo>
                  <a:lnTo>
                    <a:pt x="60" y="15"/>
                  </a:lnTo>
                  <a:close/>
                  <a:moveTo>
                    <a:pt x="113" y="66"/>
                  </a:moveTo>
                  <a:lnTo>
                    <a:pt x="121" y="74"/>
                  </a:lnTo>
                  <a:lnTo>
                    <a:pt x="121" y="66"/>
                  </a:lnTo>
                  <a:lnTo>
                    <a:pt x="113" y="66"/>
                  </a:lnTo>
                  <a:close/>
                  <a:moveTo>
                    <a:pt x="68" y="89"/>
                  </a:moveTo>
                  <a:lnTo>
                    <a:pt x="68" y="96"/>
                  </a:lnTo>
                  <a:lnTo>
                    <a:pt x="75" y="96"/>
                  </a:lnTo>
                  <a:lnTo>
                    <a:pt x="75" y="89"/>
                  </a:lnTo>
                  <a:lnTo>
                    <a:pt x="68" y="89"/>
                  </a:lnTo>
                  <a:close/>
                  <a:moveTo>
                    <a:pt x="188" y="179"/>
                  </a:moveTo>
                  <a:lnTo>
                    <a:pt x="188" y="171"/>
                  </a:lnTo>
                  <a:lnTo>
                    <a:pt x="181" y="171"/>
                  </a:lnTo>
                  <a:lnTo>
                    <a:pt x="181" y="164"/>
                  </a:lnTo>
                  <a:lnTo>
                    <a:pt x="174" y="164"/>
                  </a:lnTo>
                  <a:lnTo>
                    <a:pt x="174" y="171"/>
                  </a:lnTo>
                  <a:lnTo>
                    <a:pt x="181" y="171"/>
                  </a:lnTo>
                  <a:lnTo>
                    <a:pt x="181" y="179"/>
                  </a:lnTo>
                  <a:lnTo>
                    <a:pt x="181" y="171"/>
                  </a:lnTo>
                  <a:lnTo>
                    <a:pt x="188" y="179"/>
                  </a:lnTo>
                  <a:close/>
                </a:path>
              </a:pathLst>
            </a:custGeom>
            <a:solidFill>
              <a:srgbClr val="2E75B5"/>
            </a:solidFill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2"/>
            <p:cNvSpPr/>
            <p:nvPr/>
          </p:nvSpPr>
          <p:spPr>
            <a:xfrm>
              <a:off x="2770606" y="1959717"/>
              <a:ext cx="523536" cy="631957"/>
            </a:xfrm>
            <a:custGeom>
              <a:avLst/>
              <a:gdLst/>
              <a:ahLst/>
              <a:cxnLst/>
              <a:rect l="l" t="t" r="r" b="b"/>
              <a:pathLst>
                <a:path w="496" h="436" extrusionOk="0">
                  <a:moveTo>
                    <a:pt x="457" y="142"/>
                  </a:moveTo>
                  <a:lnTo>
                    <a:pt x="471" y="142"/>
                  </a:lnTo>
                  <a:lnTo>
                    <a:pt x="471" y="152"/>
                  </a:lnTo>
                  <a:lnTo>
                    <a:pt x="482" y="152"/>
                  </a:lnTo>
                  <a:lnTo>
                    <a:pt x="482" y="162"/>
                  </a:lnTo>
                  <a:lnTo>
                    <a:pt x="482" y="173"/>
                  </a:lnTo>
                  <a:lnTo>
                    <a:pt x="496" y="173"/>
                  </a:lnTo>
                  <a:lnTo>
                    <a:pt x="496" y="162"/>
                  </a:lnTo>
                  <a:lnTo>
                    <a:pt x="496" y="173"/>
                  </a:lnTo>
                  <a:lnTo>
                    <a:pt x="496" y="162"/>
                  </a:lnTo>
                  <a:lnTo>
                    <a:pt x="496" y="173"/>
                  </a:lnTo>
                  <a:lnTo>
                    <a:pt x="496" y="182"/>
                  </a:lnTo>
                  <a:lnTo>
                    <a:pt x="482" y="182"/>
                  </a:lnTo>
                  <a:lnTo>
                    <a:pt x="482" y="194"/>
                  </a:lnTo>
                  <a:lnTo>
                    <a:pt x="471" y="194"/>
                  </a:lnTo>
                  <a:lnTo>
                    <a:pt x="471" y="203"/>
                  </a:lnTo>
                  <a:lnTo>
                    <a:pt x="457" y="203"/>
                  </a:lnTo>
                  <a:lnTo>
                    <a:pt x="457" y="213"/>
                  </a:lnTo>
                  <a:lnTo>
                    <a:pt x="471" y="213"/>
                  </a:lnTo>
                  <a:lnTo>
                    <a:pt x="471" y="223"/>
                  </a:lnTo>
                  <a:lnTo>
                    <a:pt x="471" y="234"/>
                  </a:lnTo>
                  <a:lnTo>
                    <a:pt x="471" y="243"/>
                  </a:lnTo>
                  <a:lnTo>
                    <a:pt x="482" y="243"/>
                  </a:lnTo>
                  <a:lnTo>
                    <a:pt x="482" y="254"/>
                  </a:lnTo>
                  <a:lnTo>
                    <a:pt x="482" y="264"/>
                  </a:lnTo>
                  <a:lnTo>
                    <a:pt x="482" y="275"/>
                  </a:lnTo>
                  <a:lnTo>
                    <a:pt x="471" y="275"/>
                  </a:lnTo>
                  <a:lnTo>
                    <a:pt x="457" y="275"/>
                  </a:lnTo>
                  <a:lnTo>
                    <a:pt x="457" y="284"/>
                  </a:lnTo>
                  <a:lnTo>
                    <a:pt x="457" y="294"/>
                  </a:lnTo>
                  <a:lnTo>
                    <a:pt x="457" y="304"/>
                  </a:lnTo>
                  <a:lnTo>
                    <a:pt x="457" y="315"/>
                  </a:lnTo>
                  <a:lnTo>
                    <a:pt x="457" y="324"/>
                  </a:lnTo>
                  <a:lnTo>
                    <a:pt x="471" y="324"/>
                  </a:lnTo>
                  <a:lnTo>
                    <a:pt x="471" y="335"/>
                  </a:lnTo>
                  <a:lnTo>
                    <a:pt x="471" y="345"/>
                  </a:lnTo>
                  <a:lnTo>
                    <a:pt x="457" y="345"/>
                  </a:lnTo>
                  <a:lnTo>
                    <a:pt x="457" y="355"/>
                  </a:lnTo>
                  <a:lnTo>
                    <a:pt x="446" y="355"/>
                  </a:lnTo>
                  <a:lnTo>
                    <a:pt x="446" y="345"/>
                  </a:lnTo>
                  <a:lnTo>
                    <a:pt x="433" y="345"/>
                  </a:lnTo>
                  <a:lnTo>
                    <a:pt x="419" y="345"/>
                  </a:lnTo>
                  <a:lnTo>
                    <a:pt x="408" y="345"/>
                  </a:lnTo>
                  <a:lnTo>
                    <a:pt x="408" y="335"/>
                  </a:lnTo>
                  <a:lnTo>
                    <a:pt x="408" y="324"/>
                  </a:lnTo>
                  <a:lnTo>
                    <a:pt x="394" y="324"/>
                  </a:lnTo>
                  <a:lnTo>
                    <a:pt x="394" y="335"/>
                  </a:lnTo>
                  <a:lnTo>
                    <a:pt x="382" y="335"/>
                  </a:lnTo>
                  <a:lnTo>
                    <a:pt x="382" y="324"/>
                  </a:lnTo>
                  <a:lnTo>
                    <a:pt x="382" y="315"/>
                  </a:lnTo>
                  <a:lnTo>
                    <a:pt x="382" y="304"/>
                  </a:lnTo>
                  <a:lnTo>
                    <a:pt x="369" y="304"/>
                  </a:lnTo>
                  <a:lnTo>
                    <a:pt x="382" y="304"/>
                  </a:lnTo>
                  <a:lnTo>
                    <a:pt x="369" y="304"/>
                  </a:lnTo>
                  <a:lnTo>
                    <a:pt x="369" y="294"/>
                  </a:lnTo>
                  <a:lnTo>
                    <a:pt x="356" y="294"/>
                  </a:lnTo>
                  <a:lnTo>
                    <a:pt x="356" y="284"/>
                  </a:lnTo>
                  <a:lnTo>
                    <a:pt x="344" y="284"/>
                  </a:lnTo>
                  <a:lnTo>
                    <a:pt x="344" y="275"/>
                  </a:lnTo>
                  <a:lnTo>
                    <a:pt x="356" y="275"/>
                  </a:lnTo>
                  <a:lnTo>
                    <a:pt x="344" y="275"/>
                  </a:lnTo>
                  <a:lnTo>
                    <a:pt x="344" y="264"/>
                  </a:lnTo>
                  <a:lnTo>
                    <a:pt x="331" y="264"/>
                  </a:lnTo>
                  <a:lnTo>
                    <a:pt x="331" y="275"/>
                  </a:lnTo>
                  <a:lnTo>
                    <a:pt x="331" y="284"/>
                  </a:lnTo>
                  <a:lnTo>
                    <a:pt x="319" y="284"/>
                  </a:lnTo>
                  <a:lnTo>
                    <a:pt x="319" y="294"/>
                  </a:lnTo>
                  <a:lnTo>
                    <a:pt x="319" y="304"/>
                  </a:lnTo>
                  <a:lnTo>
                    <a:pt x="319" y="315"/>
                  </a:lnTo>
                  <a:lnTo>
                    <a:pt x="319" y="324"/>
                  </a:lnTo>
                  <a:lnTo>
                    <a:pt x="306" y="324"/>
                  </a:lnTo>
                  <a:lnTo>
                    <a:pt x="306" y="335"/>
                  </a:lnTo>
                  <a:lnTo>
                    <a:pt x="292" y="335"/>
                  </a:lnTo>
                  <a:lnTo>
                    <a:pt x="292" y="345"/>
                  </a:lnTo>
                  <a:lnTo>
                    <a:pt x="281" y="345"/>
                  </a:lnTo>
                  <a:lnTo>
                    <a:pt x="267" y="345"/>
                  </a:lnTo>
                  <a:lnTo>
                    <a:pt x="255" y="345"/>
                  </a:lnTo>
                  <a:lnTo>
                    <a:pt x="243" y="345"/>
                  </a:lnTo>
                  <a:lnTo>
                    <a:pt x="243" y="355"/>
                  </a:lnTo>
                  <a:lnTo>
                    <a:pt x="229" y="355"/>
                  </a:lnTo>
                  <a:lnTo>
                    <a:pt x="229" y="366"/>
                  </a:lnTo>
                  <a:lnTo>
                    <a:pt x="204" y="406"/>
                  </a:lnTo>
                  <a:lnTo>
                    <a:pt x="190" y="406"/>
                  </a:lnTo>
                  <a:lnTo>
                    <a:pt x="166" y="436"/>
                  </a:lnTo>
                  <a:lnTo>
                    <a:pt x="166" y="427"/>
                  </a:lnTo>
                  <a:lnTo>
                    <a:pt x="154" y="427"/>
                  </a:lnTo>
                  <a:lnTo>
                    <a:pt x="141" y="427"/>
                  </a:lnTo>
                  <a:lnTo>
                    <a:pt x="141" y="416"/>
                  </a:lnTo>
                  <a:lnTo>
                    <a:pt x="127" y="416"/>
                  </a:lnTo>
                  <a:lnTo>
                    <a:pt x="127" y="406"/>
                  </a:lnTo>
                  <a:lnTo>
                    <a:pt x="116" y="406"/>
                  </a:lnTo>
                  <a:lnTo>
                    <a:pt x="102" y="406"/>
                  </a:lnTo>
                  <a:lnTo>
                    <a:pt x="102" y="396"/>
                  </a:lnTo>
                  <a:lnTo>
                    <a:pt x="90" y="396"/>
                  </a:lnTo>
                  <a:lnTo>
                    <a:pt x="90" y="387"/>
                  </a:lnTo>
                  <a:lnTo>
                    <a:pt x="77" y="387"/>
                  </a:lnTo>
                  <a:lnTo>
                    <a:pt x="64" y="387"/>
                  </a:lnTo>
                  <a:lnTo>
                    <a:pt x="64" y="376"/>
                  </a:lnTo>
                  <a:lnTo>
                    <a:pt x="52" y="376"/>
                  </a:lnTo>
                  <a:lnTo>
                    <a:pt x="52" y="366"/>
                  </a:lnTo>
                  <a:lnTo>
                    <a:pt x="52" y="355"/>
                  </a:lnTo>
                  <a:lnTo>
                    <a:pt x="52" y="345"/>
                  </a:lnTo>
                  <a:lnTo>
                    <a:pt x="52" y="335"/>
                  </a:lnTo>
                  <a:lnTo>
                    <a:pt x="64" y="335"/>
                  </a:lnTo>
                  <a:lnTo>
                    <a:pt x="64" y="324"/>
                  </a:lnTo>
                  <a:lnTo>
                    <a:pt x="77" y="324"/>
                  </a:lnTo>
                  <a:lnTo>
                    <a:pt x="77" y="335"/>
                  </a:lnTo>
                  <a:lnTo>
                    <a:pt x="90" y="335"/>
                  </a:lnTo>
                  <a:lnTo>
                    <a:pt x="102" y="335"/>
                  </a:lnTo>
                  <a:lnTo>
                    <a:pt x="102" y="324"/>
                  </a:lnTo>
                  <a:lnTo>
                    <a:pt x="116" y="324"/>
                  </a:lnTo>
                  <a:lnTo>
                    <a:pt x="116" y="315"/>
                  </a:lnTo>
                  <a:lnTo>
                    <a:pt x="116" y="304"/>
                  </a:lnTo>
                  <a:lnTo>
                    <a:pt x="116" y="294"/>
                  </a:lnTo>
                  <a:lnTo>
                    <a:pt x="116" y="284"/>
                  </a:lnTo>
                  <a:lnTo>
                    <a:pt x="116" y="275"/>
                  </a:lnTo>
                  <a:lnTo>
                    <a:pt x="102" y="275"/>
                  </a:lnTo>
                  <a:lnTo>
                    <a:pt x="102" y="264"/>
                  </a:lnTo>
                  <a:lnTo>
                    <a:pt x="90" y="264"/>
                  </a:lnTo>
                  <a:lnTo>
                    <a:pt x="90" y="254"/>
                  </a:lnTo>
                  <a:lnTo>
                    <a:pt x="77" y="254"/>
                  </a:lnTo>
                  <a:lnTo>
                    <a:pt x="77" y="243"/>
                  </a:lnTo>
                  <a:lnTo>
                    <a:pt x="64" y="243"/>
                  </a:lnTo>
                  <a:lnTo>
                    <a:pt x="64" y="234"/>
                  </a:lnTo>
                  <a:lnTo>
                    <a:pt x="52" y="234"/>
                  </a:lnTo>
                  <a:lnTo>
                    <a:pt x="52" y="223"/>
                  </a:lnTo>
                  <a:lnTo>
                    <a:pt x="39" y="223"/>
                  </a:lnTo>
                  <a:lnTo>
                    <a:pt x="39" y="213"/>
                  </a:lnTo>
                  <a:lnTo>
                    <a:pt x="39" y="203"/>
                  </a:lnTo>
                  <a:lnTo>
                    <a:pt x="39" y="194"/>
                  </a:lnTo>
                  <a:lnTo>
                    <a:pt x="52" y="194"/>
                  </a:lnTo>
                  <a:lnTo>
                    <a:pt x="64" y="194"/>
                  </a:lnTo>
                  <a:lnTo>
                    <a:pt x="64" y="182"/>
                  </a:lnTo>
                  <a:lnTo>
                    <a:pt x="64" y="173"/>
                  </a:lnTo>
                  <a:lnTo>
                    <a:pt x="52" y="173"/>
                  </a:lnTo>
                  <a:lnTo>
                    <a:pt x="52" y="162"/>
                  </a:lnTo>
                  <a:lnTo>
                    <a:pt x="39" y="152"/>
                  </a:lnTo>
                  <a:lnTo>
                    <a:pt x="39" y="142"/>
                  </a:lnTo>
                  <a:lnTo>
                    <a:pt x="27" y="142"/>
                  </a:lnTo>
                  <a:lnTo>
                    <a:pt x="27" y="131"/>
                  </a:lnTo>
                  <a:lnTo>
                    <a:pt x="14" y="131"/>
                  </a:lnTo>
                  <a:lnTo>
                    <a:pt x="14" y="122"/>
                  </a:lnTo>
                  <a:lnTo>
                    <a:pt x="0" y="122"/>
                  </a:lnTo>
                  <a:lnTo>
                    <a:pt x="0" y="111"/>
                  </a:lnTo>
                  <a:lnTo>
                    <a:pt x="14" y="111"/>
                  </a:lnTo>
                  <a:lnTo>
                    <a:pt x="14" y="101"/>
                  </a:lnTo>
                  <a:lnTo>
                    <a:pt x="14" y="91"/>
                  </a:lnTo>
                  <a:lnTo>
                    <a:pt x="14" y="82"/>
                  </a:lnTo>
                  <a:lnTo>
                    <a:pt x="14" y="70"/>
                  </a:lnTo>
                  <a:lnTo>
                    <a:pt x="14" y="61"/>
                  </a:lnTo>
                  <a:lnTo>
                    <a:pt x="27" y="61"/>
                  </a:lnTo>
                  <a:lnTo>
                    <a:pt x="14" y="61"/>
                  </a:lnTo>
                  <a:lnTo>
                    <a:pt x="27" y="61"/>
                  </a:lnTo>
                  <a:lnTo>
                    <a:pt x="14" y="61"/>
                  </a:lnTo>
                  <a:lnTo>
                    <a:pt x="27" y="61"/>
                  </a:lnTo>
                  <a:lnTo>
                    <a:pt x="27" y="50"/>
                  </a:lnTo>
                  <a:lnTo>
                    <a:pt x="14" y="50"/>
                  </a:lnTo>
                  <a:lnTo>
                    <a:pt x="14" y="41"/>
                  </a:lnTo>
                  <a:lnTo>
                    <a:pt x="27" y="41"/>
                  </a:lnTo>
                  <a:lnTo>
                    <a:pt x="27" y="30"/>
                  </a:lnTo>
                  <a:lnTo>
                    <a:pt x="39" y="30"/>
                  </a:lnTo>
                  <a:lnTo>
                    <a:pt x="39" y="21"/>
                  </a:lnTo>
                  <a:lnTo>
                    <a:pt x="52" y="21"/>
                  </a:lnTo>
                  <a:lnTo>
                    <a:pt x="52" y="10"/>
                  </a:lnTo>
                  <a:lnTo>
                    <a:pt x="64" y="10"/>
                  </a:lnTo>
                  <a:lnTo>
                    <a:pt x="77" y="10"/>
                  </a:lnTo>
                  <a:lnTo>
                    <a:pt x="90" y="10"/>
                  </a:lnTo>
                  <a:lnTo>
                    <a:pt x="90" y="21"/>
                  </a:lnTo>
                  <a:lnTo>
                    <a:pt x="102" y="21"/>
                  </a:lnTo>
                  <a:lnTo>
                    <a:pt x="116" y="21"/>
                  </a:lnTo>
                  <a:lnTo>
                    <a:pt x="127" y="21"/>
                  </a:lnTo>
                  <a:lnTo>
                    <a:pt x="141" y="21"/>
                  </a:lnTo>
                  <a:lnTo>
                    <a:pt x="154" y="21"/>
                  </a:lnTo>
                  <a:lnTo>
                    <a:pt x="154" y="30"/>
                  </a:lnTo>
                  <a:lnTo>
                    <a:pt x="166" y="30"/>
                  </a:lnTo>
                  <a:lnTo>
                    <a:pt x="179" y="30"/>
                  </a:lnTo>
                  <a:lnTo>
                    <a:pt x="179" y="21"/>
                  </a:lnTo>
                  <a:lnTo>
                    <a:pt x="190" y="21"/>
                  </a:lnTo>
                  <a:lnTo>
                    <a:pt x="190" y="10"/>
                  </a:lnTo>
                  <a:lnTo>
                    <a:pt x="190" y="0"/>
                  </a:lnTo>
                  <a:lnTo>
                    <a:pt x="190" y="10"/>
                  </a:lnTo>
                  <a:lnTo>
                    <a:pt x="190" y="0"/>
                  </a:lnTo>
                  <a:lnTo>
                    <a:pt x="204" y="0"/>
                  </a:lnTo>
                  <a:lnTo>
                    <a:pt x="204" y="10"/>
                  </a:lnTo>
                  <a:lnTo>
                    <a:pt x="204" y="30"/>
                  </a:lnTo>
                  <a:lnTo>
                    <a:pt x="217" y="30"/>
                  </a:lnTo>
                  <a:lnTo>
                    <a:pt x="217" y="21"/>
                  </a:lnTo>
                  <a:lnTo>
                    <a:pt x="217" y="30"/>
                  </a:lnTo>
                  <a:lnTo>
                    <a:pt x="229" y="30"/>
                  </a:lnTo>
                  <a:lnTo>
                    <a:pt x="229" y="21"/>
                  </a:lnTo>
                  <a:lnTo>
                    <a:pt x="229" y="30"/>
                  </a:lnTo>
                  <a:lnTo>
                    <a:pt x="243" y="30"/>
                  </a:lnTo>
                  <a:lnTo>
                    <a:pt x="243" y="21"/>
                  </a:lnTo>
                  <a:lnTo>
                    <a:pt x="243" y="30"/>
                  </a:lnTo>
                  <a:lnTo>
                    <a:pt x="229" y="30"/>
                  </a:lnTo>
                  <a:lnTo>
                    <a:pt x="229" y="41"/>
                  </a:lnTo>
                  <a:lnTo>
                    <a:pt x="217" y="41"/>
                  </a:lnTo>
                  <a:lnTo>
                    <a:pt x="217" y="50"/>
                  </a:lnTo>
                  <a:lnTo>
                    <a:pt x="217" y="61"/>
                  </a:lnTo>
                  <a:lnTo>
                    <a:pt x="204" y="61"/>
                  </a:lnTo>
                  <a:lnTo>
                    <a:pt x="204" y="70"/>
                  </a:lnTo>
                  <a:lnTo>
                    <a:pt x="217" y="70"/>
                  </a:lnTo>
                  <a:lnTo>
                    <a:pt x="217" y="82"/>
                  </a:lnTo>
                  <a:lnTo>
                    <a:pt x="229" y="82"/>
                  </a:lnTo>
                  <a:lnTo>
                    <a:pt x="229" y="70"/>
                  </a:lnTo>
                  <a:lnTo>
                    <a:pt x="243" y="70"/>
                  </a:lnTo>
                  <a:lnTo>
                    <a:pt x="243" y="61"/>
                  </a:lnTo>
                  <a:lnTo>
                    <a:pt x="255" y="61"/>
                  </a:lnTo>
                  <a:lnTo>
                    <a:pt x="267" y="61"/>
                  </a:lnTo>
                  <a:lnTo>
                    <a:pt x="267" y="50"/>
                  </a:lnTo>
                  <a:lnTo>
                    <a:pt x="267" y="41"/>
                  </a:lnTo>
                  <a:lnTo>
                    <a:pt x="281" y="41"/>
                  </a:lnTo>
                  <a:lnTo>
                    <a:pt x="292" y="41"/>
                  </a:lnTo>
                  <a:lnTo>
                    <a:pt x="292" y="50"/>
                  </a:lnTo>
                  <a:lnTo>
                    <a:pt x="292" y="41"/>
                  </a:lnTo>
                  <a:lnTo>
                    <a:pt x="306" y="41"/>
                  </a:lnTo>
                  <a:lnTo>
                    <a:pt x="306" y="50"/>
                  </a:lnTo>
                  <a:lnTo>
                    <a:pt x="319" y="50"/>
                  </a:lnTo>
                  <a:lnTo>
                    <a:pt x="319" y="61"/>
                  </a:lnTo>
                  <a:lnTo>
                    <a:pt x="331" y="61"/>
                  </a:lnTo>
                  <a:lnTo>
                    <a:pt x="344" y="61"/>
                  </a:lnTo>
                  <a:lnTo>
                    <a:pt x="344" y="70"/>
                  </a:lnTo>
                  <a:lnTo>
                    <a:pt x="356" y="70"/>
                  </a:lnTo>
                  <a:lnTo>
                    <a:pt x="356" y="82"/>
                  </a:lnTo>
                  <a:lnTo>
                    <a:pt x="369" y="82"/>
                  </a:lnTo>
                  <a:lnTo>
                    <a:pt x="382" y="82"/>
                  </a:lnTo>
                  <a:lnTo>
                    <a:pt x="382" y="70"/>
                  </a:lnTo>
                  <a:lnTo>
                    <a:pt x="394" y="70"/>
                  </a:lnTo>
                  <a:lnTo>
                    <a:pt x="408" y="70"/>
                  </a:lnTo>
                  <a:lnTo>
                    <a:pt x="408" y="82"/>
                  </a:lnTo>
                  <a:lnTo>
                    <a:pt x="419" y="82"/>
                  </a:lnTo>
                  <a:lnTo>
                    <a:pt x="433" y="82"/>
                  </a:lnTo>
                  <a:lnTo>
                    <a:pt x="433" y="91"/>
                  </a:lnTo>
                  <a:lnTo>
                    <a:pt x="433" y="101"/>
                  </a:lnTo>
                  <a:lnTo>
                    <a:pt x="446" y="111"/>
                  </a:lnTo>
                  <a:lnTo>
                    <a:pt x="446" y="122"/>
                  </a:lnTo>
                  <a:lnTo>
                    <a:pt x="446" y="131"/>
                  </a:lnTo>
                  <a:lnTo>
                    <a:pt x="457" y="131"/>
                  </a:lnTo>
                  <a:lnTo>
                    <a:pt x="457" y="14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1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" name="Google Shape;147;p32"/>
            <p:cNvCxnSpPr>
              <a:endCxn id="9" idx="2"/>
            </p:cNvCxnSpPr>
            <p:nvPr/>
          </p:nvCxnSpPr>
          <p:spPr>
            <a:xfrm rot="16200000" flipV="1">
              <a:off x="2835918" y="1656511"/>
              <a:ext cx="196362" cy="90838"/>
            </a:xfrm>
            <a:prstGeom prst="bentConnector3">
              <a:avLst>
                <a:gd name="adj1" fmla="val 50000"/>
              </a:avLst>
            </a:prstGeom>
            <a:solidFill>
              <a:srgbClr val="D8D8D8"/>
            </a:solidFill>
            <a:ln w="9525" cap="flat" cmpd="sng">
              <a:solidFill>
                <a:srgbClr val="C00000"/>
              </a:solidFill>
              <a:prstDash val="dash"/>
              <a:round/>
              <a:headEnd type="none" w="sm" len="sm"/>
              <a:tailEnd type="triangle" w="med" len="med"/>
            </a:ln>
            <a:effectLst>
              <a:outerShdw blurRad="40000" dist="20000" dir="5400000" rotWithShape="0">
                <a:srgbClr val="000000">
                  <a:alpha val="35294"/>
                </a:srgbClr>
              </a:outerShdw>
            </a:effectLst>
          </p:spPr>
        </p:cxnSp>
      </p:grpSp>
      <p:grpSp>
        <p:nvGrpSpPr>
          <p:cNvPr id="150" name="Google Shape;150;p32"/>
          <p:cNvGrpSpPr/>
          <p:nvPr/>
        </p:nvGrpSpPr>
        <p:grpSpPr>
          <a:xfrm>
            <a:off x="7101543" y="1324635"/>
            <a:ext cx="4241647" cy="1604922"/>
            <a:chOff x="6312090" y="1417587"/>
            <a:chExt cx="3798535" cy="1604922"/>
          </a:xfrm>
        </p:grpSpPr>
        <p:sp>
          <p:nvSpPr>
            <p:cNvPr id="151" name="Google Shape;151;p32"/>
            <p:cNvSpPr txBox="1"/>
            <p:nvPr/>
          </p:nvSpPr>
          <p:spPr>
            <a:xfrm>
              <a:off x="7209551" y="1417587"/>
              <a:ext cx="2901074" cy="1228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5225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i="0" u="none" strike="noStrike" cap="none" dirty="0">
                  <a:solidFill>
                    <a:srgbClr val="F0535F"/>
                  </a:solidFill>
                  <a:latin typeface="Arial"/>
                  <a:ea typeface="Arial"/>
                  <a:cs typeface="Arial"/>
                  <a:sym typeface="Arial"/>
                </a:rPr>
                <a:t>MONTO TOTAL DE INVERSIÓN</a:t>
              </a:r>
              <a:endParaRPr dirty="0"/>
            </a:p>
            <a:p>
              <a:pPr marL="12700" marR="0" lvl="0" indent="0" algn="l" rtl="0">
                <a:lnSpc>
                  <a:spcPct val="100000"/>
                </a:lnSpc>
                <a:spcBef>
                  <a:spcPts val="120"/>
                </a:spcBef>
                <a:spcAft>
                  <a:spcPts val="0"/>
                </a:spcAft>
                <a:buNone/>
              </a:pPr>
              <a:r>
                <a:rPr lang="es-ES" sz="3200" b="1" dirty="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694.8</a:t>
              </a:r>
              <a:r>
                <a:rPr lang="es-ES" sz="3200" b="1" i="0" u="none" strike="noStrike" cap="none" dirty="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Millones</a:t>
              </a:r>
              <a:endParaRPr sz="3200" b="1" i="0" u="none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32"/>
            <p:cNvSpPr/>
            <p:nvPr/>
          </p:nvSpPr>
          <p:spPr>
            <a:xfrm>
              <a:off x="6312090" y="1417587"/>
              <a:ext cx="683829" cy="705432"/>
            </a:xfrm>
            <a:prstGeom prst="ellipse">
              <a:avLst/>
            </a:prstGeom>
            <a:solidFill>
              <a:srgbClr val="F0535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S/</a:t>
              </a:r>
              <a:endParaRPr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2"/>
            <p:cNvSpPr txBox="1"/>
            <p:nvPr/>
          </p:nvSpPr>
          <p:spPr>
            <a:xfrm>
              <a:off x="7209551" y="2283845"/>
              <a:ext cx="2424179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127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s-ES" sz="3200" b="1" i="0" u="none" strike="noStrike" cap="none" dirty="0">
                  <a:solidFill>
                    <a:srgbClr val="0070C0"/>
                  </a:solidFill>
                  <a:latin typeface="Poppins"/>
                  <a:ea typeface="Poppins"/>
                  <a:cs typeface="Poppins"/>
                  <a:sym typeface="Poppins"/>
                </a:rPr>
                <a:t>47,766 mil</a:t>
              </a:r>
              <a:endParaRPr sz="3200" b="0" i="0" u="none" strike="noStrike" cap="none" dirty="0">
                <a:solidFill>
                  <a:srgbClr val="0070C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635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-ES" sz="1600" b="0" i="0" u="none" strike="noStrike" cap="none" dirty="0">
                  <a:solidFill>
                    <a:srgbClr val="0070C0"/>
                  </a:solidFill>
                  <a:latin typeface="Verdana"/>
                  <a:ea typeface="Verdana"/>
                  <a:cs typeface="Verdana"/>
                  <a:sym typeface="Verdana"/>
                </a:rPr>
                <a:t>Beneﬁciarios directos</a:t>
              </a:r>
              <a:endParaRPr sz="1600" b="0" i="0" u="none" strike="noStrike" cap="none" dirty="0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pic>
          <p:nvPicPr>
            <p:cNvPr id="154" name="Google Shape;154;p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383402" y="2293620"/>
              <a:ext cx="695657" cy="6956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32"/>
          <p:cNvSpPr/>
          <p:nvPr/>
        </p:nvSpPr>
        <p:spPr>
          <a:xfrm>
            <a:off x="1045240" y="2239033"/>
            <a:ext cx="246691" cy="250491"/>
          </a:xfrm>
          <a:custGeom>
            <a:avLst/>
            <a:gdLst/>
            <a:ahLst/>
            <a:cxnLst/>
            <a:rect l="l" t="t" r="r" b="b"/>
            <a:pathLst>
              <a:path w="220" h="165" extrusionOk="0">
                <a:moveTo>
                  <a:pt x="168" y="21"/>
                </a:moveTo>
                <a:lnTo>
                  <a:pt x="168" y="10"/>
                </a:lnTo>
                <a:lnTo>
                  <a:pt x="181" y="10"/>
                </a:lnTo>
                <a:lnTo>
                  <a:pt x="168" y="21"/>
                </a:lnTo>
                <a:lnTo>
                  <a:pt x="181" y="21"/>
                </a:lnTo>
                <a:lnTo>
                  <a:pt x="181" y="10"/>
                </a:lnTo>
                <a:lnTo>
                  <a:pt x="181" y="0"/>
                </a:lnTo>
                <a:lnTo>
                  <a:pt x="181" y="10"/>
                </a:lnTo>
                <a:lnTo>
                  <a:pt x="194" y="10"/>
                </a:lnTo>
                <a:lnTo>
                  <a:pt x="206" y="10"/>
                </a:lnTo>
                <a:lnTo>
                  <a:pt x="194" y="21"/>
                </a:lnTo>
                <a:lnTo>
                  <a:pt x="206" y="21"/>
                </a:lnTo>
                <a:lnTo>
                  <a:pt x="194" y="21"/>
                </a:lnTo>
                <a:lnTo>
                  <a:pt x="194" y="30"/>
                </a:lnTo>
                <a:lnTo>
                  <a:pt x="206" y="30"/>
                </a:lnTo>
                <a:lnTo>
                  <a:pt x="206" y="41"/>
                </a:lnTo>
                <a:lnTo>
                  <a:pt x="206" y="52"/>
                </a:lnTo>
                <a:lnTo>
                  <a:pt x="206" y="62"/>
                </a:lnTo>
                <a:lnTo>
                  <a:pt x="206" y="73"/>
                </a:lnTo>
                <a:lnTo>
                  <a:pt x="206" y="82"/>
                </a:lnTo>
                <a:lnTo>
                  <a:pt x="220" y="82"/>
                </a:lnTo>
                <a:lnTo>
                  <a:pt x="220" y="93"/>
                </a:lnTo>
                <a:lnTo>
                  <a:pt x="220" y="104"/>
                </a:lnTo>
                <a:lnTo>
                  <a:pt x="206" y="104"/>
                </a:lnTo>
                <a:lnTo>
                  <a:pt x="206" y="114"/>
                </a:lnTo>
                <a:lnTo>
                  <a:pt x="194" y="114"/>
                </a:lnTo>
                <a:lnTo>
                  <a:pt x="194" y="124"/>
                </a:lnTo>
                <a:lnTo>
                  <a:pt x="181" y="124"/>
                </a:lnTo>
                <a:lnTo>
                  <a:pt x="168" y="124"/>
                </a:lnTo>
                <a:lnTo>
                  <a:pt x="168" y="114"/>
                </a:lnTo>
                <a:lnTo>
                  <a:pt x="168" y="124"/>
                </a:lnTo>
                <a:lnTo>
                  <a:pt x="156" y="124"/>
                </a:lnTo>
                <a:lnTo>
                  <a:pt x="156" y="114"/>
                </a:lnTo>
                <a:lnTo>
                  <a:pt x="156" y="124"/>
                </a:lnTo>
                <a:lnTo>
                  <a:pt x="142" y="124"/>
                </a:lnTo>
                <a:lnTo>
                  <a:pt x="142" y="135"/>
                </a:lnTo>
                <a:lnTo>
                  <a:pt x="128" y="135"/>
                </a:lnTo>
                <a:lnTo>
                  <a:pt x="128" y="145"/>
                </a:lnTo>
                <a:lnTo>
                  <a:pt x="128" y="135"/>
                </a:lnTo>
                <a:lnTo>
                  <a:pt x="128" y="145"/>
                </a:lnTo>
                <a:lnTo>
                  <a:pt x="128" y="156"/>
                </a:lnTo>
                <a:lnTo>
                  <a:pt x="116" y="156"/>
                </a:lnTo>
                <a:lnTo>
                  <a:pt x="116" y="165"/>
                </a:lnTo>
                <a:lnTo>
                  <a:pt x="104" y="165"/>
                </a:lnTo>
                <a:lnTo>
                  <a:pt x="92" y="165"/>
                </a:lnTo>
                <a:lnTo>
                  <a:pt x="92" y="156"/>
                </a:lnTo>
                <a:lnTo>
                  <a:pt x="78" y="156"/>
                </a:lnTo>
                <a:lnTo>
                  <a:pt x="64" y="156"/>
                </a:lnTo>
                <a:lnTo>
                  <a:pt x="52" y="156"/>
                </a:lnTo>
                <a:lnTo>
                  <a:pt x="38" y="156"/>
                </a:lnTo>
                <a:lnTo>
                  <a:pt x="27" y="156"/>
                </a:lnTo>
                <a:lnTo>
                  <a:pt x="27" y="145"/>
                </a:lnTo>
                <a:lnTo>
                  <a:pt x="14" y="145"/>
                </a:lnTo>
                <a:lnTo>
                  <a:pt x="0" y="145"/>
                </a:lnTo>
                <a:lnTo>
                  <a:pt x="0" y="135"/>
                </a:lnTo>
                <a:lnTo>
                  <a:pt x="14" y="135"/>
                </a:lnTo>
                <a:lnTo>
                  <a:pt x="14" y="124"/>
                </a:lnTo>
                <a:lnTo>
                  <a:pt x="27" y="124"/>
                </a:lnTo>
                <a:lnTo>
                  <a:pt x="27" y="114"/>
                </a:lnTo>
                <a:lnTo>
                  <a:pt x="38" y="114"/>
                </a:lnTo>
                <a:lnTo>
                  <a:pt x="38" y="104"/>
                </a:lnTo>
                <a:lnTo>
                  <a:pt x="52" y="104"/>
                </a:lnTo>
                <a:lnTo>
                  <a:pt x="52" y="93"/>
                </a:lnTo>
                <a:lnTo>
                  <a:pt x="52" y="82"/>
                </a:lnTo>
                <a:lnTo>
                  <a:pt x="64" y="82"/>
                </a:lnTo>
                <a:lnTo>
                  <a:pt x="64" y="73"/>
                </a:lnTo>
                <a:lnTo>
                  <a:pt x="78" y="73"/>
                </a:lnTo>
                <a:lnTo>
                  <a:pt x="78" y="62"/>
                </a:lnTo>
                <a:lnTo>
                  <a:pt x="92" y="62"/>
                </a:lnTo>
                <a:lnTo>
                  <a:pt x="104" y="62"/>
                </a:lnTo>
                <a:lnTo>
                  <a:pt x="104" y="52"/>
                </a:lnTo>
                <a:lnTo>
                  <a:pt x="116" y="52"/>
                </a:lnTo>
                <a:lnTo>
                  <a:pt x="116" y="41"/>
                </a:lnTo>
                <a:lnTo>
                  <a:pt x="128" y="41"/>
                </a:lnTo>
                <a:lnTo>
                  <a:pt x="128" y="30"/>
                </a:lnTo>
                <a:lnTo>
                  <a:pt x="142" y="30"/>
                </a:lnTo>
                <a:lnTo>
                  <a:pt x="128" y="30"/>
                </a:lnTo>
                <a:lnTo>
                  <a:pt x="142" y="30"/>
                </a:lnTo>
                <a:lnTo>
                  <a:pt x="142" y="21"/>
                </a:lnTo>
                <a:lnTo>
                  <a:pt x="156" y="21"/>
                </a:lnTo>
                <a:lnTo>
                  <a:pt x="142" y="21"/>
                </a:lnTo>
                <a:lnTo>
                  <a:pt x="142" y="30"/>
                </a:lnTo>
                <a:lnTo>
                  <a:pt x="142" y="21"/>
                </a:lnTo>
                <a:lnTo>
                  <a:pt x="156" y="21"/>
                </a:lnTo>
                <a:lnTo>
                  <a:pt x="156" y="30"/>
                </a:lnTo>
                <a:lnTo>
                  <a:pt x="168" y="21"/>
                </a:lnTo>
                <a:lnTo>
                  <a:pt x="156" y="21"/>
                </a:lnTo>
                <a:lnTo>
                  <a:pt x="168" y="21"/>
                </a:lnTo>
                <a:lnTo>
                  <a:pt x="156" y="21"/>
                </a:lnTo>
                <a:lnTo>
                  <a:pt x="168" y="2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11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Rectángulo 49"/>
          <p:cNvSpPr/>
          <p:nvPr/>
        </p:nvSpPr>
        <p:spPr>
          <a:xfrm>
            <a:off x="156238" y="1114438"/>
            <a:ext cx="196500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TUMBES:</a:t>
            </a:r>
          </a:p>
          <a:p>
            <a:r>
              <a:rPr lang="pt-BR" sz="900" b="1" dirty="0">
                <a:solidFill>
                  <a:srgbClr val="5B5959"/>
                </a:solidFill>
                <a:latin typeface="arial" panose="020B0604020202020204" pitchFamily="34" charset="0"/>
              </a:rPr>
              <a:t>CETPRO N° 007 Andrés Araújo Moran</a:t>
            </a:r>
            <a:r>
              <a:rPr lang="es-PE" sz="900" b="1" dirty="0"/>
              <a:t> 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202456" y="1640772"/>
            <a:ext cx="239749" cy="223765"/>
          </a:xfrm>
          <a:prstGeom prst="rect">
            <a:avLst/>
          </a:prstGeom>
        </p:spPr>
      </p:pic>
      <p:pic>
        <p:nvPicPr>
          <p:cNvPr id="55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961" y="1881086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ángulo 8"/>
          <p:cNvSpPr/>
          <p:nvPr/>
        </p:nvSpPr>
        <p:spPr>
          <a:xfrm>
            <a:off x="426476" y="1861279"/>
            <a:ext cx="13516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2,12 mil beneficiarios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435268" y="1641925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36,82 Millones</a:t>
            </a:r>
          </a:p>
        </p:txBody>
      </p:sp>
      <p:sp>
        <p:nvSpPr>
          <p:cNvPr id="64" name="Rectángulo 63"/>
          <p:cNvSpPr/>
          <p:nvPr/>
        </p:nvSpPr>
        <p:spPr>
          <a:xfrm>
            <a:off x="4292195" y="1498825"/>
            <a:ext cx="138965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CAJAMARCA: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de Cajamarca</a:t>
            </a:r>
          </a:p>
        </p:txBody>
      </p:sp>
      <p:pic>
        <p:nvPicPr>
          <p:cNvPr id="66" name="Imagen 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4364128" y="2020726"/>
            <a:ext cx="239749" cy="223765"/>
          </a:xfrm>
          <a:prstGeom prst="rect">
            <a:avLst/>
          </a:prstGeom>
        </p:spPr>
      </p:pic>
      <p:pic>
        <p:nvPicPr>
          <p:cNvPr id="67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4799" y="2304171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Rectángulo 67"/>
          <p:cNvSpPr/>
          <p:nvPr/>
        </p:nvSpPr>
        <p:spPr>
          <a:xfrm>
            <a:off x="4583711" y="2286362"/>
            <a:ext cx="134524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3,25 Mil beneficiarios</a:t>
            </a:r>
          </a:p>
        </p:txBody>
      </p:sp>
      <p:sp>
        <p:nvSpPr>
          <p:cNvPr id="69" name="Rectángulo 68"/>
          <p:cNvSpPr/>
          <p:nvPr/>
        </p:nvSpPr>
        <p:spPr>
          <a:xfrm>
            <a:off x="4574919" y="2014559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43,82 Millones</a:t>
            </a:r>
          </a:p>
        </p:txBody>
      </p:sp>
      <p:cxnSp>
        <p:nvCxnSpPr>
          <p:cNvPr id="70" name="Google Shape;147;p32"/>
          <p:cNvCxnSpPr/>
          <p:nvPr/>
        </p:nvCxnSpPr>
        <p:spPr>
          <a:xfrm flipV="1">
            <a:off x="1604467" y="1927778"/>
            <a:ext cx="2566700" cy="1014668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cxnSp>
        <p:nvCxnSpPr>
          <p:cNvPr id="82" name="Google Shape;147;p32"/>
          <p:cNvCxnSpPr/>
          <p:nvPr/>
        </p:nvCxnSpPr>
        <p:spPr>
          <a:xfrm rot="5400000" flipH="1" flipV="1">
            <a:off x="3386955" y="3482493"/>
            <a:ext cx="1372032" cy="541966"/>
          </a:xfrm>
          <a:prstGeom prst="bentConnector3">
            <a:avLst>
              <a:gd name="adj1" fmla="val 99343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83" name="Rectángulo 82"/>
          <p:cNvSpPr/>
          <p:nvPr/>
        </p:nvSpPr>
        <p:spPr>
          <a:xfrm>
            <a:off x="4292195" y="2754648"/>
            <a:ext cx="2664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MADRE DE DIOS: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IESTP Jorge Basadre </a:t>
            </a:r>
            <a:r>
              <a:rPr lang="es-ES" sz="900" b="1" dirty="0" err="1">
                <a:solidFill>
                  <a:srgbClr val="5B5959"/>
                </a:solidFill>
                <a:latin typeface="arial" panose="020B0604020202020204" pitchFamily="34" charset="0"/>
              </a:rPr>
              <a:t>Grohman</a:t>
            </a:r>
            <a:r>
              <a:rPr lang="es-PE" sz="900" dirty="0"/>
              <a:t> 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sp>
        <p:nvSpPr>
          <p:cNvPr id="89" name="Rectángulo 88"/>
          <p:cNvSpPr/>
          <p:nvPr/>
        </p:nvSpPr>
        <p:spPr>
          <a:xfrm>
            <a:off x="4351632" y="3727131"/>
            <a:ext cx="2664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rgbClr val="FFFFFF"/>
                </a:solidFill>
                <a:highlight>
                  <a:srgbClr val="D32C2C"/>
                </a:highlight>
              </a:rPr>
              <a:t>MADRE DE DIOS </a:t>
            </a:r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IESTP Nuestra Señora del Rosario distrito</a:t>
            </a:r>
          </a:p>
        </p:txBody>
      </p:sp>
      <p:pic>
        <p:nvPicPr>
          <p:cNvPr id="90" name="Imagen 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4425691" y="4114353"/>
            <a:ext cx="239749" cy="223765"/>
          </a:xfrm>
          <a:prstGeom prst="rect">
            <a:avLst/>
          </a:prstGeom>
        </p:spPr>
      </p:pic>
      <p:pic>
        <p:nvPicPr>
          <p:cNvPr id="91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9196" y="4381043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Rectángulo 91"/>
          <p:cNvSpPr/>
          <p:nvPr/>
        </p:nvSpPr>
        <p:spPr>
          <a:xfrm>
            <a:off x="4702463" y="4405195"/>
            <a:ext cx="13516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7,36 mil beneficiarios</a:t>
            </a:r>
          </a:p>
        </p:txBody>
      </p:sp>
      <p:sp>
        <p:nvSpPr>
          <p:cNvPr id="93" name="Rectángulo 92"/>
          <p:cNvSpPr/>
          <p:nvPr/>
        </p:nvSpPr>
        <p:spPr>
          <a:xfrm>
            <a:off x="4702463" y="4115502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60,68 Millones</a:t>
            </a:r>
          </a:p>
        </p:txBody>
      </p:sp>
      <p:cxnSp>
        <p:nvCxnSpPr>
          <p:cNvPr id="94" name="Google Shape;147;p32"/>
          <p:cNvCxnSpPr/>
          <p:nvPr/>
        </p:nvCxnSpPr>
        <p:spPr>
          <a:xfrm>
            <a:off x="3970099" y="5843806"/>
            <a:ext cx="981998" cy="84880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95" name="Rectángulo 94"/>
          <p:cNvSpPr/>
          <p:nvPr/>
        </p:nvSpPr>
        <p:spPr>
          <a:xfrm>
            <a:off x="4987021" y="5572219"/>
            <a:ext cx="15808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PUNO: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 I.S.P.P. de Azángaro</a:t>
            </a:r>
          </a:p>
        </p:txBody>
      </p:sp>
      <p:pic>
        <p:nvPicPr>
          <p:cNvPr id="96" name="Imagen 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5088054" y="5928481"/>
            <a:ext cx="239749" cy="223765"/>
          </a:xfrm>
          <a:prstGeom prst="rect">
            <a:avLst/>
          </a:prstGeom>
        </p:spPr>
      </p:pic>
      <p:pic>
        <p:nvPicPr>
          <p:cNvPr id="97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1558" y="6195171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Rectángulo 97"/>
          <p:cNvSpPr/>
          <p:nvPr/>
        </p:nvSpPr>
        <p:spPr>
          <a:xfrm>
            <a:off x="5364825" y="6184156"/>
            <a:ext cx="13516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2,97 mil beneficiarios</a:t>
            </a:r>
          </a:p>
        </p:txBody>
      </p:sp>
      <p:sp>
        <p:nvSpPr>
          <p:cNvPr id="99" name="Rectángulo 98"/>
          <p:cNvSpPr/>
          <p:nvPr/>
        </p:nvSpPr>
        <p:spPr>
          <a:xfrm>
            <a:off x="5289533" y="5924947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47.00 Millones</a:t>
            </a:r>
          </a:p>
        </p:txBody>
      </p:sp>
      <p:cxnSp>
        <p:nvCxnSpPr>
          <p:cNvPr id="100" name="Google Shape;147;p32"/>
          <p:cNvCxnSpPr/>
          <p:nvPr/>
        </p:nvCxnSpPr>
        <p:spPr>
          <a:xfrm rot="10800000" flipV="1">
            <a:off x="1344013" y="3525496"/>
            <a:ext cx="249904" cy="172317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101" name="Rectángulo 100"/>
          <p:cNvSpPr/>
          <p:nvPr/>
        </p:nvSpPr>
        <p:spPr>
          <a:xfrm>
            <a:off x="-4347" y="3251619"/>
            <a:ext cx="17694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TRUJILLO: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Universidad Nacional de Trujillo - </a:t>
            </a:r>
          </a:p>
          <a:p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sp>
        <p:nvSpPr>
          <p:cNvPr id="110" name="Rectángulo 109"/>
          <p:cNvSpPr/>
          <p:nvPr/>
        </p:nvSpPr>
        <p:spPr>
          <a:xfrm>
            <a:off x="-32775" y="4536222"/>
            <a:ext cx="2105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LIMA: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ESFA José María Arguedas-</a:t>
            </a:r>
          </a:p>
        </p:txBody>
      </p:sp>
      <p:cxnSp>
        <p:nvCxnSpPr>
          <p:cNvPr id="146" name="Google Shape;147;p32"/>
          <p:cNvCxnSpPr/>
          <p:nvPr/>
        </p:nvCxnSpPr>
        <p:spPr>
          <a:xfrm rot="10800000" flipV="1">
            <a:off x="1708507" y="4634979"/>
            <a:ext cx="560058" cy="218529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pic>
        <p:nvPicPr>
          <p:cNvPr id="159" name="Imagen 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61765" y="4919248"/>
            <a:ext cx="239749" cy="223765"/>
          </a:xfrm>
          <a:prstGeom prst="rect">
            <a:avLst/>
          </a:prstGeom>
        </p:spPr>
      </p:pic>
      <p:pic>
        <p:nvPicPr>
          <p:cNvPr id="160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36" y="5202693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Rectángulo 160"/>
          <p:cNvSpPr/>
          <p:nvPr/>
        </p:nvSpPr>
        <p:spPr>
          <a:xfrm>
            <a:off x="272556" y="5167300"/>
            <a:ext cx="13516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4,75 mil beneficiarios</a:t>
            </a:r>
          </a:p>
        </p:txBody>
      </p:sp>
      <p:sp>
        <p:nvSpPr>
          <p:cNvPr id="162" name="Rectángulo 161"/>
          <p:cNvSpPr/>
          <p:nvPr/>
        </p:nvSpPr>
        <p:spPr>
          <a:xfrm>
            <a:off x="272556" y="4913081"/>
            <a:ext cx="87075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130 Millones</a:t>
            </a:r>
          </a:p>
        </p:txBody>
      </p:sp>
      <p:sp>
        <p:nvSpPr>
          <p:cNvPr id="163" name="Rectángulo 162"/>
          <p:cNvSpPr/>
          <p:nvPr/>
        </p:nvSpPr>
        <p:spPr>
          <a:xfrm>
            <a:off x="1510175" y="5371246"/>
            <a:ext cx="1594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HUANCAVELICA: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IESTP Huancavelica</a:t>
            </a:r>
            <a:endParaRPr lang="es-ES" sz="900" dirty="0"/>
          </a:p>
        </p:txBody>
      </p:sp>
      <p:pic>
        <p:nvPicPr>
          <p:cNvPr id="164" name="Imagen 1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1585768" y="5766241"/>
            <a:ext cx="239749" cy="223765"/>
          </a:xfrm>
          <a:prstGeom prst="rect">
            <a:avLst/>
          </a:prstGeom>
        </p:spPr>
      </p:pic>
      <p:pic>
        <p:nvPicPr>
          <p:cNvPr id="165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6439" y="6049686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Rectángulo 165"/>
          <p:cNvSpPr/>
          <p:nvPr/>
        </p:nvSpPr>
        <p:spPr>
          <a:xfrm>
            <a:off x="1796558" y="6014293"/>
            <a:ext cx="144301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8,64 mil beneficiarios</a:t>
            </a:r>
          </a:p>
        </p:txBody>
      </p:sp>
      <p:sp>
        <p:nvSpPr>
          <p:cNvPr id="167" name="Rectángulo 166"/>
          <p:cNvSpPr/>
          <p:nvPr/>
        </p:nvSpPr>
        <p:spPr>
          <a:xfrm>
            <a:off x="1796559" y="5760074"/>
            <a:ext cx="96693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184,9 Millones</a:t>
            </a:r>
          </a:p>
        </p:txBody>
      </p:sp>
      <p:cxnSp>
        <p:nvCxnSpPr>
          <p:cNvPr id="168" name="Google Shape;147;p32"/>
          <p:cNvCxnSpPr/>
          <p:nvPr/>
        </p:nvCxnSpPr>
        <p:spPr>
          <a:xfrm rot="5400000">
            <a:off x="2183494" y="4945961"/>
            <a:ext cx="608355" cy="365616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pic>
        <p:nvPicPr>
          <p:cNvPr id="106" name="Imagen 1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76418" y="3746950"/>
            <a:ext cx="239749" cy="223765"/>
          </a:xfrm>
          <a:prstGeom prst="rect">
            <a:avLst/>
          </a:prstGeom>
        </p:spPr>
      </p:pic>
      <p:pic>
        <p:nvPicPr>
          <p:cNvPr id="107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89" y="4030395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Rectángulo 107"/>
          <p:cNvSpPr/>
          <p:nvPr/>
        </p:nvSpPr>
        <p:spPr>
          <a:xfrm>
            <a:off x="296001" y="4012586"/>
            <a:ext cx="13516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9,79 mil beneficiarios</a:t>
            </a:r>
          </a:p>
        </p:txBody>
      </p:sp>
      <p:sp>
        <p:nvSpPr>
          <p:cNvPr id="109" name="Rectángulo 108"/>
          <p:cNvSpPr/>
          <p:nvPr/>
        </p:nvSpPr>
        <p:spPr>
          <a:xfrm>
            <a:off x="287209" y="3740783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60,19 Millones</a:t>
            </a:r>
          </a:p>
        </p:txBody>
      </p:sp>
      <p:pic>
        <p:nvPicPr>
          <p:cNvPr id="119" name="Imagen 1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4359919" y="3117372"/>
            <a:ext cx="239749" cy="223765"/>
          </a:xfrm>
          <a:prstGeom prst="rect">
            <a:avLst/>
          </a:prstGeom>
        </p:spPr>
      </p:pic>
      <p:pic>
        <p:nvPicPr>
          <p:cNvPr id="148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3424" y="3384062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Rectángulo 148"/>
          <p:cNvSpPr/>
          <p:nvPr/>
        </p:nvSpPr>
        <p:spPr>
          <a:xfrm>
            <a:off x="4636691" y="3373047"/>
            <a:ext cx="13516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7,36 mil beneficiarios</a:t>
            </a:r>
          </a:p>
        </p:txBody>
      </p:sp>
      <p:sp>
        <p:nvSpPr>
          <p:cNvPr id="169" name="Rectángulo 168"/>
          <p:cNvSpPr/>
          <p:nvPr/>
        </p:nvSpPr>
        <p:spPr>
          <a:xfrm>
            <a:off x="4636691" y="3127317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94,55 Millones</a:t>
            </a:r>
          </a:p>
        </p:txBody>
      </p:sp>
      <p:cxnSp>
        <p:nvCxnSpPr>
          <p:cNvPr id="170" name="Google Shape;147;p32"/>
          <p:cNvCxnSpPr/>
          <p:nvPr/>
        </p:nvCxnSpPr>
        <p:spPr>
          <a:xfrm flipV="1">
            <a:off x="3777761" y="3875036"/>
            <a:ext cx="652160" cy="375778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sp>
        <p:nvSpPr>
          <p:cNvPr id="171" name="Rectángulo 170"/>
          <p:cNvSpPr/>
          <p:nvPr/>
        </p:nvSpPr>
        <p:spPr>
          <a:xfrm>
            <a:off x="4405469" y="4652058"/>
            <a:ext cx="26647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b="1" dirty="0">
                <a:solidFill>
                  <a:srgbClr val="FFFFFF"/>
                </a:solidFill>
                <a:highlight>
                  <a:srgbClr val="D32C2C"/>
                </a:highlight>
              </a:rPr>
              <a:t>CUSCO</a:t>
            </a:r>
            <a:r>
              <a:rPr lang="es-ES" sz="900" b="1" dirty="0">
                <a:solidFill>
                  <a:schemeClr val="bg1"/>
                </a:solidFill>
                <a:highlight>
                  <a:srgbClr val="D32C2C"/>
                </a:highlight>
                <a:latin typeface="+mj-lt"/>
              </a:rPr>
              <a:t>:</a:t>
            </a:r>
          </a:p>
          <a:p>
            <a:r>
              <a:rPr lang="es-ES" sz="900" b="1" dirty="0">
                <a:solidFill>
                  <a:srgbClr val="5B5959"/>
                </a:solidFill>
                <a:latin typeface="arial" panose="020B0604020202020204" pitchFamily="34" charset="0"/>
              </a:rPr>
              <a:t>I.E.S.P.P </a:t>
            </a:r>
            <a:r>
              <a:rPr lang="es-ES" sz="900" b="1" dirty="0" err="1">
                <a:solidFill>
                  <a:srgbClr val="5B5959"/>
                </a:solidFill>
                <a:latin typeface="arial" panose="020B0604020202020204" pitchFamily="34" charset="0"/>
              </a:rPr>
              <a:t>Acomayo</a:t>
            </a:r>
            <a:endParaRPr lang="es-ES" sz="900" b="1" dirty="0">
              <a:solidFill>
                <a:srgbClr val="5B5959"/>
              </a:solidFill>
              <a:latin typeface="arial" panose="020B0604020202020204" pitchFamily="34" charset="0"/>
            </a:endParaRPr>
          </a:p>
        </p:txBody>
      </p:sp>
      <p:cxnSp>
        <p:nvCxnSpPr>
          <p:cNvPr id="172" name="Google Shape;147;p32"/>
          <p:cNvCxnSpPr>
            <a:endCxn id="171" idx="1"/>
          </p:cNvCxnSpPr>
          <p:nvPr/>
        </p:nvCxnSpPr>
        <p:spPr>
          <a:xfrm flipV="1">
            <a:off x="3674295" y="4836724"/>
            <a:ext cx="731174" cy="114560"/>
          </a:xfrm>
          <a:prstGeom prst="bentConnector3">
            <a:avLst>
              <a:gd name="adj1" fmla="val 50000"/>
            </a:avLst>
          </a:prstGeom>
          <a:solidFill>
            <a:srgbClr val="D8D8D8"/>
          </a:solidFill>
          <a:ln w="9525" cap="flat" cmpd="sng">
            <a:solidFill>
              <a:srgbClr val="C00000"/>
            </a:solidFill>
            <a:prstDash val="dash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5294"/>
              </a:srgbClr>
            </a:outerShdw>
          </a:effectLst>
        </p:spPr>
      </p:cxnSp>
      <p:pic>
        <p:nvPicPr>
          <p:cNvPr id="173" name="Imagen 1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65445">
            <a:off x="4463792" y="5005308"/>
            <a:ext cx="239749" cy="223765"/>
          </a:xfrm>
          <a:prstGeom prst="rect">
            <a:avLst/>
          </a:prstGeom>
        </p:spPr>
      </p:pic>
      <p:pic>
        <p:nvPicPr>
          <p:cNvPr id="174" name="Google Shape;1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7297" y="5271998"/>
            <a:ext cx="241455" cy="21279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Rectángulo 174"/>
          <p:cNvSpPr/>
          <p:nvPr/>
        </p:nvSpPr>
        <p:spPr>
          <a:xfrm>
            <a:off x="4740564" y="5296150"/>
            <a:ext cx="1351652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1,51 mil beneficiarios</a:t>
            </a:r>
          </a:p>
        </p:txBody>
      </p:sp>
      <p:sp>
        <p:nvSpPr>
          <p:cNvPr id="176" name="Rectángulo 175"/>
          <p:cNvSpPr/>
          <p:nvPr/>
        </p:nvSpPr>
        <p:spPr>
          <a:xfrm>
            <a:off x="4740564" y="5006457"/>
            <a:ext cx="9669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900" b="1" dirty="0">
                <a:solidFill>
                  <a:srgbClr val="5B5959"/>
                </a:solidFill>
                <a:latin typeface="arial" panose="020B0604020202020204" pitchFamily="34" charset="0"/>
              </a:rPr>
              <a:t>36,75 Millones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C8AE641-9E68-F00B-249E-66C4B683E417}"/>
              </a:ext>
            </a:extLst>
          </p:cNvPr>
          <p:cNvSpPr txBox="1"/>
          <p:nvPr/>
        </p:nvSpPr>
        <p:spPr>
          <a:xfrm>
            <a:off x="7058613" y="3336637"/>
            <a:ext cx="50901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s-ES" sz="2800" b="1" dirty="0">
                <a:solidFill>
                  <a:srgbClr val="0070C0"/>
                </a:solidFill>
                <a:latin typeface="Poppins"/>
                <a:cs typeface="Poppins"/>
              </a:rPr>
              <a:t>Vamos a invertir más de 694 millones de soles para construir y equipar</a:t>
            </a:r>
            <a:br>
              <a:rPr lang="es-ES" sz="2800" b="1" dirty="0">
                <a:solidFill>
                  <a:srgbClr val="0070C0"/>
                </a:solidFill>
                <a:latin typeface="Poppins"/>
                <a:cs typeface="Poppins"/>
              </a:rPr>
            </a:br>
            <a:r>
              <a:rPr lang="es-ES" sz="2800" b="1" dirty="0">
                <a:solidFill>
                  <a:srgbClr val="0070C0"/>
                </a:solidFill>
                <a:latin typeface="Poppins"/>
                <a:cs typeface="Poppins"/>
              </a:rPr>
              <a:t>8 instituciones de educación superior y una técnico-productiva</a:t>
            </a:r>
            <a:r>
              <a:rPr lang="es-ES" b="0" dirty="0">
                <a:solidFill>
                  <a:srgbClr val="23376E"/>
                </a:solidFill>
                <a:effectLst/>
                <a:latin typeface="wfont_aec3c1_c6e746a1811743f388da6a3361f1ceef"/>
              </a:rPr>
              <a:t>.</a:t>
            </a:r>
            <a:endParaRPr lang="es-ES" b="0" dirty="0">
              <a:solidFill>
                <a:srgbClr val="116089"/>
              </a:solidFill>
              <a:effectLst/>
              <a:latin typeface="wfont_c74276_7f2959f1ea7e42faa77eddc9d63d9725"/>
            </a:endParaRP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A2258E88-8AB9-4762-A434-6E45AC5EE3FC}"/>
              </a:ext>
            </a:extLst>
          </p:cNvPr>
          <p:cNvSpPr txBox="1"/>
          <p:nvPr/>
        </p:nvSpPr>
        <p:spPr>
          <a:xfrm>
            <a:off x="1351217" y="183664"/>
            <a:ext cx="9472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s-ES" sz="1800" b="1" dirty="0"/>
              <a:t>COMPONENTE 2: ADECUADA INFRAESTRUCTURA Y EQUIPAMIENTO DE LAS INSTITUCIONES DE LA ESTP</a:t>
            </a:r>
            <a:endParaRPr lang="es-PE" sz="1800" b="1" dirty="0"/>
          </a:p>
        </p:txBody>
      </p:sp>
    </p:spTree>
    <p:extLst>
      <p:ext uri="{BB962C8B-B14F-4D97-AF65-F5344CB8AC3E}">
        <p14:creationId xmlns:p14="http://schemas.microsoft.com/office/powerpoint/2010/main" val="3633800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52">
          <a:extLst>
            <a:ext uri="{FF2B5EF4-FFF2-40B4-BE49-F238E27FC236}">
              <a16:creationId xmlns:a16="http://schemas.microsoft.com/office/drawing/2014/main" id="{3A0F6AC3-E6A6-12B2-B196-7AE3B34C3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>
            <a:extLst>
              <a:ext uri="{FF2B5EF4-FFF2-40B4-BE49-F238E27FC236}">
                <a16:creationId xmlns:a16="http://schemas.microsoft.com/office/drawing/2014/main" id="{3D4F0EBD-D771-E29D-3AA4-45D821063F7A}"/>
              </a:ext>
            </a:extLst>
          </p:cNvPr>
          <p:cNvSpPr/>
          <p:nvPr/>
        </p:nvSpPr>
        <p:spPr>
          <a:xfrm rot="10800000">
            <a:off x="0" y="0"/>
            <a:ext cx="12192000" cy="829994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8;p32">
            <a:extLst>
              <a:ext uri="{FF2B5EF4-FFF2-40B4-BE49-F238E27FC236}">
                <a16:creationId xmlns:a16="http://schemas.microsoft.com/office/drawing/2014/main" id="{AC958F81-C2B1-BDF7-4B57-ADD6D4ABE6BD}"/>
              </a:ext>
            </a:extLst>
          </p:cNvPr>
          <p:cNvSpPr txBox="1"/>
          <p:nvPr/>
        </p:nvSpPr>
        <p:spPr>
          <a:xfrm>
            <a:off x="403586" y="837400"/>
            <a:ext cx="5510822" cy="76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</a:pP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A34007-E32A-6C55-0837-E66084ED1D4A}"/>
              </a:ext>
            </a:extLst>
          </p:cNvPr>
          <p:cNvSpPr txBox="1"/>
          <p:nvPr/>
        </p:nvSpPr>
        <p:spPr>
          <a:xfrm>
            <a:off x="1374367" y="183664"/>
            <a:ext cx="9472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s-ES" sz="1800" b="1" dirty="0"/>
              <a:t>COMPONENTE 2: ADECUADA INFRAESTRUCTURA Y EQUIPAMIENTO DE LAS INSTITUCIONES DE LA ESTP</a:t>
            </a:r>
            <a:endParaRPr lang="es-PE" sz="1800" b="1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956887"/>
              </p:ext>
            </p:extLst>
          </p:nvPr>
        </p:nvGraphicFramePr>
        <p:xfrm>
          <a:off x="69447" y="953525"/>
          <a:ext cx="12099402" cy="572081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35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0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3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035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PE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CUI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PE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Proyecto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PE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Región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PE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Monto de Inversión </a:t>
                      </a:r>
                    </a:p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PE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(S/)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PE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Beneficiarios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PE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Estado 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495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2517831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indent="0" algn="l" fontAlgn="ctr"/>
                      <a:r>
                        <a:rPr lang="es-ES" sz="1000" u="none" strike="noStrike" dirty="0">
                          <a:effectLst/>
                          <a:latin typeface="Montserrat" panose="00000500000000000000" pitchFamily="2" charset="0"/>
                        </a:rPr>
                        <a:t>Mejoramiento del servicio académico y de investigación en las Escuelas de Ingeniería de Sistemas e ingeniería Mecatrónica de la Universidad Nacional de Trujillo del distrito de Trujillo - provincia de Trujillo - departamento de la Libertad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La Libertad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59,191,209.78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9,792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ET</a:t>
                      </a:r>
                      <a:r>
                        <a:rPr lang="es-PE" sz="1000" u="none" strike="noStrike" baseline="0" dirty="0">
                          <a:effectLst/>
                          <a:latin typeface="Montserrat" panose="00000500000000000000" pitchFamily="2" charset="0"/>
                        </a:rPr>
                        <a:t> Culminado</a:t>
                      </a:r>
                    </a:p>
                    <a:p>
                      <a:pPr algn="ctr" fontAlgn="ctr"/>
                      <a:endParaRPr lang="es-PE" sz="1000" u="none" strike="noStrike" baseline="0" dirty="0">
                        <a:effectLst/>
                        <a:latin typeface="Montserrat" panose="00000500000000000000" pitchFamily="2" charset="0"/>
                      </a:endParaRPr>
                    </a:p>
                    <a:p>
                      <a:pPr algn="ctr" fontAlgn="ctr"/>
                      <a:r>
                        <a:rPr lang="es-PE" sz="1000" u="none" strike="noStrike" baseline="0" dirty="0">
                          <a:effectLst/>
                          <a:latin typeface="Montserrat" panose="00000500000000000000" pitchFamily="2" charset="0"/>
                        </a:rPr>
                        <a:t>En proceso licitación  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868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2561950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Mejoramiento del servicio de formación de pregrado en educación superior universitaria de la E.A.P de Biología y Biotecnología de la Facultad de Ciencias de la Salud de la Universidad Nacional de Cajamarca del distrito de Cajamarca - provincia de Cajamarca - departamento de Cajamarca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Cajamarca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43,824,951.15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3,250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Se han solicitado expresiones de interés para conformar lista corta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630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2475486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Mejoramiento de los Servicios de Educación Superior Tecnológica del IESTP Jorge Basadre </a:t>
                      </a:r>
                      <a:r>
                        <a:rPr lang="es-ES" sz="1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Grohman</a:t>
                      </a: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, distrito de </a:t>
                      </a:r>
                      <a:r>
                        <a:rPr lang="es-ES" sz="1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Tambopata</a:t>
                      </a: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- provincia de </a:t>
                      </a:r>
                      <a:r>
                        <a:rPr lang="es-ES" sz="1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Tambopata</a:t>
                      </a: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- departamento de Madre de Dios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Madre de Dios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94,552,806.10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7,359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baseline="0" dirty="0">
                          <a:effectLst/>
                          <a:latin typeface="Montserrat" panose="00000500000000000000" pitchFamily="2" charset="0"/>
                        </a:rPr>
                        <a:t>En elaboración del expediente técnico In House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630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2506626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Mejoramiento de los servicios de Educación superior tecnológica del IESTP Huancavelica, distrito de Ascensión - provincia de Huancavelica - departamento de Huancavelica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Huancavelica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184,955,496.40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8,640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PE" sz="1000" u="none" strike="noStrike" baseline="0" dirty="0">
                          <a:effectLst/>
                          <a:latin typeface="Montserrat" panose="00000500000000000000" pitchFamily="2" charset="0"/>
                        </a:rPr>
                        <a:t>En elaboración del expediente técnico In House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63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2475185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Mejoramiento del servicio de educación superior de formación Artística de la ESFA José María Arguedas, distrito de Comas - provincia de Lima - departamento de Lima 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Lima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130,123,053.36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4,758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Se han solicitado expresiones de interés para conformar lista corta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63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2432205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Mejoramiento del servicio educativo del CETPRO N° 007 Andrés Araujo Moran del distrito de Tumbes - provincia de Tumbes - departamento de Tumbes 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Tumbes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36,827,762.89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2,123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Se han solicitado expresiones de interés para conformar lista corta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563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2542652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Mejoramiento del servicio de educación superior pedagógica del I.E.S.P.P </a:t>
                      </a:r>
                      <a:r>
                        <a:rPr lang="es-ES" sz="1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Acomayo</a:t>
                      </a: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, distrito de </a:t>
                      </a:r>
                      <a:r>
                        <a:rPr lang="es-ES" sz="1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Acomayo</a:t>
                      </a: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- provincia de </a:t>
                      </a:r>
                      <a:r>
                        <a:rPr lang="es-ES" sz="1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Acomayo</a:t>
                      </a: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- departamento de Cusco 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Cusco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36,753,438.48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1,514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Se han solicitado expresiones de interés para conformar lista corta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5631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2553078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Mejoramiento y ampliación del servicio educativo en el Instituto de Educación Superior Pedagógico Público Nuestra Señora del Rosario distrito de </a:t>
                      </a:r>
                      <a:r>
                        <a:rPr lang="es-ES" sz="1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Tambopata</a:t>
                      </a: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- provincia de </a:t>
                      </a:r>
                      <a:r>
                        <a:rPr lang="es-ES" sz="1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Tambopata</a:t>
                      </a: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 - departamento de Madre de Dios 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Madre de Dios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60,685,453.74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7,360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Se han solicitado expresiones de interés para conformar lista corta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9630"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2538005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ES" sz="1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Mejoramiento y ampliación del servicio de Educación Superior Pedagógica en I.S.P.P. de Azángaro, distrito de Azángaro - provincia de Azángaro - departamento de Puno 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Puno 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46,202,932.48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>
                          <a:effectLst/>
                          <a:latin typeface="Montserrat" panose="00000500000000000000" pitchFamily="2" charset="0"/>
                        </a:rPr>
                        <a:t>2,970</a:t>
                      </a:r>
                      <a:endParaRPr lang="es-PE" sz="10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PE" sz="1000" u="none" strike="noStrike" dirty="0">
                          <a:effectLst/>
                          <a:latin typeface="Montserrat" panose="00000500000000000000" pitchFamily="2" charset="0"/>
                        </a:rPr>
                        <a:t>ET</a:t>
                      </a:r>
                      <a:r>
                        <a:rPr lang="es-PE" sz="1000" u="none" strike="noStrike" baseline="0" dirty="0">
                          <a:effectLst/>
                          <a:latin typeface="Montserrat" panose="00000500000000000000" pitchFamily="2" charset="0"/>
                        </a:rPr>
                        <a:t> Culminado</a:t>
                      </a:r>
                    </a:p>
                    <a:p>
                      <a:pPr algn="ctr" fontAlgn="ctr"/>
                      <a:endParaRPr lang="es-PE" sz="1000" u="none" strike="noStrike" baseline="0" dirty="0">
                        <a:effectLst/>
                        <a:latin typeface="Montserrat" panose="00000500000000000000" pitchFamily="2" charset="0"/>
                      </a:endParaRPr>
                    </a:p>
                    <a:p>
                      <a:pPr algn="ctr" fontAlgn="ctr"/>
                      <a:r>
                        <a:rPr lang="es-PE" sz="1000" u="none" strike="noStrike" baseline="0" dirty="0">
                          <a:effectLst/>
                          <a:latin typeface="Montserrat" panose="00000500000000000000" pitchFamily="2" charset="0"/>
                        </a:rPr>
                        <a:t>En proceso licitación   </a:t>
                      </a:r>
                      <a:endParaRPr lang="es-PE" sz="10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842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4E60119-D69E-6B28-F783-8F0D3E650C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saturation sat="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300" b="8591"/>
          <a:stretch/>
        </p:blipFill>
        <p:spPr>
          <a:xfrm>
            <a:off x="1" y="-24062"/>
            <a:ext cx="12455205" cy="6882063"/>
          </a:xfrm>
          <a:prstGeom prst="rect">
            <a:avLst/>
          </a:prstGeom>
        </p:spPr>
      </p:pic>
      <p:pic>
        <p:nvPicPr>
          <p:cNvPr id="5" name="Imagen 13" descr="Imagen 13">
            <a:extLst>
              <a:ext uri="{FF2B5EF4-FFF2-40B4-BE49-F238E27FC236}">
                <a16:creationId xmlns:a16="http://schemas.microsoft.com/office/drawing/2014/main" id="{7ECB52D2-09BA-0808-5878-19CCB893F2E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827" y="588132"/>
            <a:ext cx="3646638" cy="44330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3249E-0EC7-3C9B-C8FB-F260D61CF542}"/>
              </a:ext>
            </a:extLst>
          </p:cNvPr>
          <p:cNvSpPr/>
          <p:nvPr/>
        </p:nvSpPr>
        <p:spPr>
          <a:xfrm>
            <a:off x="0" y="3714673"/>
            <a:ext cx="12455205" cy="2758171"/>
          </a:xfrm>
          <a:prstGeom prst="rect">
            <a:avLst/>
          </a:prstGeom>
          <a:solidFill>
            <a:srgbClr val="253C78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55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C1AD91-D9B4-ABB6-52BD-232CA16B60D7}"/>
              </a:ext>
            </a:extLst>
          </p:cNvPr>
          <p:cNvSpPr txBox="1"/>
          <p:nvPr/>
        </p:nvSpPr>
        <p:spPr>
          <a:xfrm>
            <a:off x="416566" y="4077217"/>
            <a:ext cx="105631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Blogger Sans" panose="02000506030000020004"/>
                <a:cs typeface="Calibri" panose="020F0502020204030204" pitchFamily="34" charset="0"/>
              </a:rPr>
              <a:t>PROGRAMA DE INVERSIÓN: MEJORAMIENTO DE LA CALIDAD DE LOS SERVICIOS PARA LA TRANSITABILIDAD DE LA EDUCACIÓN SECUNDARIA CON FORMACIÓN TÉCNICA, EDUCACIÓN SUPERIOR TECNOLÓGICA Y EDUCACIÓN TÉCNICO-PRODUCTIVA” </a:t>
            </a:r>
          </a:p>
          <a:p>
            <a:pPr algn="ctr"/>
            <a:r>
              <a:rPr lang="es-ES" sz="2400" b="1" dirty="0">
                <a:solidFill>
                  <a:schemeClr val="bg1"/>
                </a:solidFill>
                <a:latin typeface="Blogger Sans" panose="02000506030000020004"/>
                <a:cs typeface="Calibri" panose="020F0502020204030204" pitchFamily="34" charset="0"/>
              </a:rPr>
              <a:t>CÓDIGO DE IDEA 348567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33121099-CE9B-6D84-807E-0F559AA42D2F}"/>
              </a:ext>
            </a:extLst>
          </p:cNvPr>
          <p:cNvSpPr txBox="1"/>
          <p:nvPr/>
        </p:nvSpPr>
        <p:spPr>
          <a:xfrm>
            <a:off x="591826" y="1286842"/>
            <a:ext cx="8538123" cy="35678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 indent="-423">
              <a:spcBef>
                <a:spcPts val="67"/>
              </a:spcBef>
            </a:pPr>
            <a:r>
              <a:rPr lang="es-ES" sz="2263" b="1" spc="-2" dirty="0">
                <a:solidFill>
                  <a:srgbClr val="FEFEFE"/>
                </a:solidFill>
                <a:latin typeface="Arial Black" panose="020B0A04020102020204" pitchFamily="34" charset="0"/>
                <a:ea typeface="Blogger Sans" panose="02000506030000020004" pitchFamily="50" charset="0"/>
                <a:cs typeface="Arial"/>
              </a:rPr>
              <a:t>UE118</a:t>
            </a:r>
            <a:endParaRPr lang="es-ES" sz="2263" b="1" spc="-3" dirty="0">
              <a:solidFill>
                <a:srgbClr val="FEFEFE"/>
              </a:solidFill>
              <a:latin typeface="Arial Black" panose="020B0A04020102020204" pitchFamily="34" charset="0"/>
              <a:ea typeface="Blogger Sans" panose="02000506030000020004" pitchFamily="50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84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5;p32">
            <a:extLst>
              <a:ext uri="{FF2B5EF4-FFF2-40B4-BE49-F238E27FC236}">
                <a16:creationId xmlns:a16="http://schemas.microsoft.com/office/drawing/2014/main" id="{A9696410-FD6D-EC5F-A8DF-AB36D167E592}"/>
              </a:ext>
            </a:extLst>
          </p:cNvPr>
          <p:cNvSpPr/>
          <p:nvPr/>
        </p:nvSpPr>
        <p:spPr>
          <a:xfrm>
            <a:off x="0" y="-6145"/>
            <a:ext cx="12181912" cy="88499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rgbClr val="1F3864"/>
                </a:solidFill>
                <a:latin typeface="Montserrat"/>
              </a:rPr>
              <a:t>PROGRAMA DE INVERSIÓN: “MEJORAMIENTO DE LA CALIDAD DE LOS SERVICIOS PARA LA TRANSITABILIDAD DE LA EDUCACIÓN SECUNDARIA CON FORMACIÓN TÉCNICA, EDUCACIÓN SUPERIOR TECNOLÓGICA Y EDUCACIÓN TÉCNICO-PRODUCTIVA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6BF85B4-E261-4A58-9E0F-D9EB168A4622}"/>
              </a:ext>
            </a:extLst>
          </p:cNvPr>
          <p:cNvSpPr/>
          <p:nvPr/>
        </p:nvSpPr>
        <p:spPr>
          <a:xfrm>
            <a:off x="365760" y="868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C7E"/>
                </a:solidFill>
              </a:rPr>
              <a:t>Objetivo del Programa</a:t>
            </a:r>
            <a:endParaRPr lang="en-US" sz="12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EB924880-FA00-4043-ADF9-DFC05330A14D}"/>
              </a:ext>
            </a:extLst>
          </p:cNvPr>
          <p:cNvSpPr/>
          <p:nvPr/>
        </p:nvSpPr>
        <p:spPr>
          <a:xfrm>
            <a:off x="365760" y="1143000"/>
            <a:ext cx="5212080" cy="1143000"/>
          </a:xfrm>
          <a:prstGeom prst="rect">
            <a:avLst/>
          </a:prstGeom>
          <a:solidFill>
            <a:srgbClr val="E9F4F6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E33"/>
                </a:solidFill>
              </a:rPr>
              <a:t>Lograr que estudiantes de SFT, ETP-CETPRO y EST desarrollen aprendizajes y capacidades en servicios educativos adecuados y articulados; con mejores condiciones físicas, competencias pedagógicas e institucionales y mayor inserción laboral.</a:t>
            </a:r>
            <a:endParaRPr lang="en-US" sz="14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30BAF8D8-13B9-40C7-A451-23683C378B06}"/>
              </a:ext>
            </a:extLst>
          </p:cNvPr>
          <p:cNvSpPr/>
          <p:nvPr/>
        </p:nvSpPr>
        <p:spPr>
          <a:xfrm>
            <a:off x="5989320" y="868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C7E"/>
                </a:solidFill>
              </a:rPr>
              <a:t>Registro y fuente de financiamiento prevista</a:t>
            </a:r>
            <a:endParaRPr lang="en-US" sz="12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BBC4487-4BD0-4079-876F-F7BC4F3281EE}"/>
              </a:ext>
            </a:extLst>
          </p:cNvPr>
          <p:cNvSpPr/>
          <p:nvPr/>
        </p:nvSpPr>
        <p:spPr>
          <a:xfrm>
            <a:off x="5989320" y="1143000"/>
            <a:ext cx="5440680" cy="1143000"/>
          </a:xfrm>
          <a:prstGeom prst="rect">
            <a:avLst/>
          </a:prstGeom>
          <a:solidFill>
            <a:srgbClr val="F2F5F6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E33"/>
                </a:solidFill>
              </a:rPr>
              <a:t>Idea registrada el 22/01/2025 con inversión inicial de S/ 1,876 millones. El financiamiento se prevé con CAF 40%, BID 40% y contrapartida nacional 20%.</a:t>
            </a:r>
            <a:endParaRPr lang="en-US" sz="14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1A12408A-827E-445A-AE68-EE90A1B2FFD5}"/>
              </a:ext>
            </a:extLst>
          </p:cNvPr>
          <p:cNvSpPr/>
          <p:nvPr/>
        </p:nvSpPr>
        <p:spPr>
          <a:xfrm>
            <a:off x="365760" y="2651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C7E"/>
                </a:solidFill>
              </a:rPr>
              <a:t>Lógica de transitabilidad</a:t>
            </a:r>
            <a:endParaRPr lang="en-US" sz="1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BA5E7CC-3554-42C9-87E1-482E4ECE24A7}"/>
              </a:ext>
            </a:extLst>
          </p:cNvPr>
          <p:cNvSpPr/>
          <p:nvPr/>
        </p:nvSpPr>
        <p:spPr>
          <a:xfrm>
            <a:off x="685800" y="3063240"/>
            <a:ext cx="3560064" cy="731520"/>
          </a:xfrm>
          <a:prstGeom prst="rect">
            <a:avLst/>
          </a:prstGeom>
          <a:solidFill>
            <a:srgbClr val="006C7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Secundaria con Formación Técnica</a:t>
            </a:r>
            <a:endParaRPr lang="en-US" sz="105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FE9F275-1488-4CDA-801E-79705EEFAAA7}"/>
              </a:ext>
            </a:extLst>
          </p:cNvPr>
          <p:cNvSpPr/>
          <p:nvPr/>
        </p:nvSpPr>
        <p:spPr>
          <a:xfrm>
            <a:off x="4300728" y="3063240"/>
            <a:ext cx="3560064" cy="731520"/>
          </a:xfrm>
          <a:prstGeom prst="rect">
            <a:avLst/>
          </a:prstGeom>
          <a:solidFill>
            <a:srgbClr val="006C7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CETPRO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Educación Técnico-Productiva</a:t>
            </a:r>
            <a:endParaRPr lang="en-US" sz="105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227E388-1D1E-4D75-95A5-0E9741153C8D}"/>
              </a:ext>
            </a:extLst>
          </p:cNvPr>
          <p:cNvSpPr/>
          <p:nvPr/>
        </p:nvSpPr>
        <p:spPr>
          <a:xfrm>
            <a:off x="7915656" y="3063240"/>
            <a:ext cx="3560064" cy="731520"/>
          </a:xfrm>
          <a:prstGeom prst="rect">
            <a:avLst/>
          </a:prstGeom>
          <a:solidFill>
            <a:srgbClr val="5C963D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IEST/IES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Educación Superior Tecnológica</a:t>
            </a:r>
            <a:endParaRPr lang="en-US" sz="10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2DE5C5EF-E8BB-4D97-8A2B-CEB1295855AA}"/>
              </a:ext>
            </a:extLst>
          </p:cNvPr>
          <p:cNvSpPr/>
          <p:nvPr/>
        </p:nvSpPr>
        <p:spPr>
          <a:xfrm>
            <a:off x="685800" y="391363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E33"/>
                </a:solidFill>
              </a:rPr>
              <a:t>Reconocimiento de aprendizajes • Convalidación • Rutas formativas • Convenios interinstitucionales</a:t>
            </a:r>
            <a:endParaRPr lang="en-US" sz="13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C5028D40-2E51-4C09-ACBB-9FEB215DEDC8}"/>
              </a:ext>
            </a:extLst>
          </p:cNvPr>
          <p:cNvSpPr/>
          <p:nvPr/>
        </p:nvSpPr>
        <p:spPr>
          <a:xfrm>
            <a:off x="685800" y="4572000"/>
            <a:ext cx="3154680" cy="914400"/>
          </a:xfrm>
          <a:prstGeom prst="rect">
            <a:avLst/>
          </a:prstGeom>
          <a:solidFill>
            <a:srgbClr val="EAF4E6"/>
          </a:solidFill>
          <a:ln>
            <a:solidFill>
              <a:srgbClr val="D7E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</a:rPr>
              <a:t>BENEFICIO ESPERADO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F2E33"/>
                </a:solidFill>
              </a:rPr>
              <a:t>• Trayectorias formativas continuas.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E33"/>
                </a:solidFill>
              </a:rPr>
              <a:t>• Mejora de empleabilidad y pertinencia de la formación técnica.</a:t>
            </a:r>
            <a:endParaRPr lang="en-US" sz="125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3A4EFA6C-7E20-4653-8ADA-5A8D006CC3E0}"/>
              </a:ext>
            </a:extLst>
          </p:cNvPr>
          <p:cNvSpPr/>
          <p:nvPr/>
        </p:nvSpPr>
        <p:spPr>
          <a:xfrm>
            <a:off x="4526280" y="4572000"/>
            <a:ext cx="3154680" cy="914400"/>
          </a:xfrm>
          <a:prstGeom prst="rect">
            <a:avLst/>
          </a:prstGeom>
          <a:solidFill>
            <a:srgbClr val="E9F4F6"/>
          </a:solidFill>
          <a:ln>
            <a:solidFill>
              <a:srgbClr val="D7E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</a:rPr>
              <a:t>ARTICULACIÓN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F2E33"/>
                </a:solidFill>
              </a:rPr>
              <a:t>• Cooperación entre SFT, CETPRO e IEST.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E33"/>
                </a:solidFill>
              </a:rPr>
              <a:t>• Acompañamiento técnico especializado para implementar la transitabilidad.</a:t>
            </a:r>
            <a:endParaRPr lang="en-US" sz="125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AC17B30F-871A-4B8B-A554-031C7DEE7134}"/>
              </a:ext>
            </a:extLst>
          </p:cNvPr>
          <p:cNvSpPr/>
          <p:nvPr/>
        </p:nvSpPr>
        <p:spPr>
          <a:xfrm>
            <a:off x="8321040" y="4572000"/>
            <a:ext cx="3154680" cy="914400"/>
          </a:xfrm>
          <a:prstGeom prst="rect">
            <a:avLst/>
          </a:prstGeom>
          <a:solidFill>
            <a:srgbClr val="FFF0E0"/>
          </a:solidFill>
          <a:ln>
            <a:solidFill>
              <a:srgbClr val="D7E3E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</a:rPr>
              <a:t>ESCALA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F2E33"/>
                </a:solidFill>
              </a:rPr>
              <a:t>• 22 instituciones educativas focalizadas.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E33"/>
                </a:solidFill>
              </a:rPr>
              <a:t>• Cobertura multidepartamental y por niveles.</a:t>
            </a:r>
            <a:endParaRPr lang="en-US" sz="125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107A8158-7F33-44C5-969D-27B05658531C}"/>
              </a:ext>
            </a:extLst>
          </p:cNvPr>
          <p:cNvSpPr/>
          <p:nvPr/>
        </p:nvSpPr>
        <p:spPr>
          <a:xfrm>
            <a:off x="22860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8C9BA0"/>
                </a:solidFill>
              </a:rPr>
              <a:t>UE 118 | Programa de Inversión Transitabilidad</a:t>
            </a:r>
            <a:endParaRPr lang="en-US" sz="55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853E6BDE-3EC5-419A-8925-F274C0D5A88B}"/>
              </a:ext>
            </a:extLst>
          </p:cNvPr>
          <p:cNvSpPr/>
          <p:nvPr/>
        </p:nvSpPr>
        <p:spPr>
          <a:xfrm>
            <a:off x="11658600" y="6565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8C9BA0"/>
                </a:solidFill>
              </a:rPr>
              <a:t>3</a:t>
            </a:r>
            <a:endParaRPr lang="en-US" sz="550" dirty="0"/>
          </a:p>
        </p:txBody>
      </p:sp>
    </p:spTree>
    <p:extLst>
      <p:ext uri="{BB962C8B-B14F-4D97-AF65-F5344CB8AC3E}">
        <p14:creationId xmlns:p14="http://schemas.microsoft.com/office/powerpoint/2010/main" val="3969248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15;p32">
            <a:extLst>
              <a:ext uri="{FF2B5EF4-FFF2-40B4-BE49-F238E27FC236}">
                <a16:creationId xmlns:a16="http://schemas.microsoft.com/office/drawing/2014/main" id="{A9696410-FD6D-EC5F-A8DF-AB36D167E592}"/>
              </a:ext>
            </a:extLst>
          </p:cNvPr>
          <p:cNvSpPr/>
          <p:nvPr/>
        </p:nvSpPr>
        <p:spPr>
          <a:xfrm>
            <a:off x="0" y="-6145"/>
            <a:ext cx="12181912" cy="88499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rgbClr val="1F3864"/>
                </a:solidFill>
                <a:latin typeface="Montserrat"/>
              </a:rPr>
              <a:t>PROGRAMA DE INVERSIÓN: “MEJORA DE LA CALIDAD Y PERTINENCIA DE LOS SERVICIOS DE EDUCACIÓN SUPERIOR Y TÉCNICO-PRODUCTIVA A NIVEL NACIONAL” PMESTP</a:t>
            </a:r>
          </a:p>
        </p:txBody>
      </p:sp>
      <p:sp>
        <p:nvSpPr>
          <p:cNvPr id="3" name="Google Shape;115;p32">
            <a:extLst>
              <a:ext uri="{FF2B5EF4-FFF2-40B4-BE49-F238E27FC236}">
                <a16:creationId xmlns:a16="http://schemas.microsoft.com/office/drawing/2014/main" id="{3CA758E6-4C25-4CFB-807E-30D4B24D67CB}"/>
              </a:ext>
            </a:extLst>
          </p:cNvPr>
          <p:cNvSpPr/>
          <p:nvPr/>
        </p:nvSpPr>
        <p:spPr>
          <a:xfrm>
            <a:off x="10160" y="4015"/>
            <a:ext cx="12181912" cy="88499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rgbClr val="1F3864"/>
                </a:solidFill>
                <a:latin typeface="Montserrat"/>
              </a:rPr>
              <a:t>PROGRAMA DE INVERSIÓN: “MEJORAMIENTO DE LA CALIDAD DE LOS SERVICIOS PARA LA TRANSITABILIDAD DE LA EDUCACIÓN SECUNDARIA CON FORMACIÓN TÉCNICA, EDUCACIÓN SUPERIOR TECNOLÓGICA Y EDUCACIÓN TÉCNICO-PRODUCTIVA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8CB928A2-6BD3-49DC-B0E2-12E2E5DE4033}"/>
              </a:ext>
            </a:extLst>
          </p:cNvPr>
          <p:cNvGrpSpPr/>
          <p:nvPr/>
        </p:nvGrpSpPr>
        <p:grpSpPr>
          <a:xfrm>
            <a:off x="360680" y="909320"/>
            <a:ext cx="11155680" cy="963778"/>
            <a:chOff x="360680" y="1071880"/>
            <a:chExt cx="11155680" cy="963778"/>
          </a:xfrm>
        </p:grpSpPr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AD45FA58-1126-4FB2-8FA8-16DEAC5EE9BD}"/>
                </a:ext>
              </a:extLst>
            </p:cNvPr>
            <p:cNvSpPr/>
            <p:nvPr/>
          </p:nvSpPr>
          <p:spPr>
            <a:xfrm>
              <a:off x="360680" y="1071880"/>
              <a:ext cx="1965960" cy="274320"/>
            </a:xfrm>
            <a:prstGeom prst="rect">
              <a:avLst/>
            </a:prstGeom>
            <a:solidFill>
              <a:srgbClr val="F2F5F6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F2E33"/>
                  </a:solidFill>
                </a:rPr>
                <a:t>Cartera del Programa</a:t>
              </a:r>
              <a:endParaRPr lang="en-US" sz="980" dirty="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E48300AF-2283-4E9A-A410-488CF045DFEC}"/>
                </a:ext>
              </a:extLst>
            </p:cNvPr>
            <p:cNvSpPr/>
            <p:nvPr/>
          </p:nvSpPr>
          <p:spPr>
            <a:xfrm>
              <a:off x="360680" y="1357173"/>
              <a:ext cx="1965960" cy="384048"/>
            </a:xfrm>
            <a:prstGeom prst="rect">
              <a:avLst/>
            </a:prstGeom>
            <a:solidFill>
              <a:srgbClr val="F2F5F6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006C7E"/>
                  </a:solidFill>
                </a:rPr>
                <a:t>22 proyectos</a:t>
              </a:r>
              <a:endParaRPr lang="en-US" sz="1700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A691A189-A71E-4A3B-888C-46B0BE8EE235}"/>
                </a:ext>
              </a:extLst>
            </p:cNvPr>
            <p:cNvSpPr/>
            <p:nvPr/>
          </p:nvSpPr>
          <p:spPr>
            <a:xfrm>
              <a:off x="360680" y="1770482"/>
              <a:ext cx="1965960" cy="265176"/>
            </a:xfrm>
            <a:prstGeom prst="rect">
              <a:avLst/>
            </a:prstGeom>
            <a:solidFill>
              <a:srgbClr val="F2F5F6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F2E33"/>
                  </a:solidFill>
                </a:rPr>
                <a:t>SFT, CETPRO e IEST</a:t>
              </a:r>
              <a:endParaRPr lang="en-US" sz="93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073D02D2-38C3-4B88-88D6-CC6112DC2093}"/>
                </a:ext>
              </a:extLst>
            </p:cNvPr>
            <p:cNvSpPr/>
            <p:nvPr/>
          </p:nvSpPr>
          <p:spPr>
            <a:xfrm>
              <a:off x="2463800" y="1071880"/>
              <a:ext cx="2057400" cy="274320"/>
            </a:xfrm>
            <a:prstGeom prst="rect">
              <a:avLst/>
            </a:prstGeom>
            <a:solidFill>
              <a:srgbClr val="FFF7EB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F2E33"/>
                  </a:solidFill>
                </a:rPr>
                <a:t>Monto estimado</a:t>
              </a:r>
              <a:endParaRPr lang="en-US" sz="98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2B8C9AA4-92E8-477E-A00B-B342EFAF890C}"/>
                </a:ext>
              </a:extLst>
            </p:cNvPr>
            <p:cNvSpPr/>
            <p:nvPr/>
          </p:nvSpPr>
          <p:spPr>
            <a:xfrm>
              <a:off x="2463800" y="1357173"/>
              <a:ext cx="2057400" cy="384048"/>
            </a:xfrm>
            <a:prstGeom prst="rect">
              <a:avLst/>
            </a:prstGeom>
            <a:solidFill>
              <a:srgbClr val="FFF7EB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C00000"/>
                  </a:solidFill>
                </a:rPr>
                <a:t>S/ 1,709.91 MM</a:t>
              </a:r>
              <a:endParaRPr lang="en-US" sz="170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3F1EE218-DC1B-4F8E-9F32-F1B424FBA681}"/>
                </a:ext>
              </a:extLst>
            </p:cNvPr>
            <p:cNvSpPr/>
            <p:nvPr/>
          </p:nvSpPr>
          <p:spPr>
            <a:xfrm>
              <a:off x="2463800" y="1770482"/>
              <a:ext cx="2057400" cy="265176"/>
            </a:xfrm>
            <a:prstGeom prst="rect">
              <a:avLst/>
            </a:prstGeom>
            <a:solidFill>
              <a:srgbClr val="FFF7EB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F2E33"/>
                  </a:solidFill>
                </a:rPr>
                <a:t>US$ 458.4 MM</a:t>
              </a:r>
              <a:endParaRPr lang="en-US" sz="93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237826EF-B5C9-4A5A-B2C5-37F045B59AE4}"/>
                </a:ext>
              </a:extLst>
            </p:cNvPr>
            <p:cNvSpPr/>
            <p:nvPr/>
          </p:nvSpPr>
          <p:spPr>
            <a:xfrm>
              <a:off x="4658360" y="1071880"/>
              <a:ext cx="2194560" cy="274320"/>
            </a:xfrm>
            <a:prstGeom prst="rect">
              <a:avLst/>
            </a:prstGeom>
            <a:solidFill>
              <a:srgbClr val="E9F4F6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F2E33"/>
                  </a:solidFill>
                </a:rPr>
                <a:t>Financiamiento previsto</a:t>
              </a:r>
              <a:endParaRPr lang="en-US" sz="98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368D70F2-E462-4381-93E1-9BB2A3061378}"/>
                </a:ext>
              </a:extLst>
            </p:cNvPr>
            <p:cNvSpPr/>
            <p:nvPr/>
          </p:nvSpPr>
          <p:spPr>
            <a:xfrm>
              <a:off x="4658360" y="1357173"/>
              <a:ext cx="2194560" cy="384048"/>
            </a:xfrm>
            <a:prstGeom prst="rect">
              <a:avLst/>
            </a:prstGeom>
            <a:solidFill>
              <a:srgbClr val="E9F4F6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006C7E"/>
                  </a:solidFill>
                </a:rPr>
                <a:t>40% / 40% / 20%</a:t>
              </a:r>
              <a:endParaRPr lang="en-US" sz="17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38D3089A-4D61-4119-92BF-CF15D9639D0E}"/>
                </a:ext>
              </a:extLst>
            </p:cNvPr>
            <p:cNvSpPr/>
            <p:nvPr/>
          </p:nvSpPr>
          <p:spPr>
            <a:xfrm>
              <a:off x="4658360" y="1770482"/>
              <a:ext cx="2194560" cy="265176"/>
            </a:xfrm>
            <a:prstGeom prst="rect">
              <a:avLst/>
            </a:prstGeom>
            <a:solidFill>
              <a:srgbClr val="E9F4F6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F2E33"/>
                  </a:solidFill>
                </a:rPr>
                <a:t>CAF / BID / Contrapartida</a:t>
              </a:r>
              <a:endParaRPr lang="en-US" sz="930" dirty="0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7E8BE663-76A9-4C92-92BA-65EE0DA7A825}"/>
                </a:ext>
              </a:extLst>
            </p:cNvPr>
            <p:cNvSpPr/>
            <p:nvPr/>
          </p:nvSpPr>
          <p:spPr>
            <a:xfrm>
              <a:off x="6990080" y="1071880"/>
              <a:ext cx="2331720" cy="274320"/>
            </a:xfrm>
            <a:prstGeom prst="rect">
              <a:avLst/>
            </a:prstGeom>
            <a:solidFill>
              <a:srgbClr val="EAF4E6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F2E33"/>
                  </a:solidFill>
                </a:rPr>
                <a:t>Condición habilitante</a:t>
              </a:r>
              <a:endParaRPr lang="en-US" sz="980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732510FE-32FA-4123-850D-95FBA60AC2C4}"/>
                </a:ext>
              </a:extLst>
            </p:cNvPr>
            <p:cNvSpPr/>
            <p:nvPr/>
          </p:nvSpPr>
          <p:spPr>
            <a:xfrm>
              <a:off x="6990080" y="1357173"/>
              <a:ext cx="2331720" cy="384048"/>
            </a:xfrm>
            <a:prstGeom prst="rect">
              <a:avLst/>
            </a:prstGeom>
            <a:solidFill>
              <a:srgbClr val="EAF4E6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5C963D"/>
                  </a:solidFill>
                </a:rPr>
                <a:t>&gt; 50%</a:t>
              </a:r>
              <a:endParaRPr lang="en-US" sz="1700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03572B54-9C88-4A7D-ACC1-04822058D2C4}"/>
                </a:ext>
              </a:extLst>
            </p:cNvPr>
            <p:cNvSpPr/>
            <p:nvPr/>
          </p:nvSpPr>
          <p:spPr>
            <a:xfrm>
              <a:off x="6990080" y="1770482"/>
              <a:ext cx="2331720" cy="265176"/>
            </a:xfrm>
            <a:prstGeom prst="rect">
              <a:avLst/>
            </a:prstGeom>
            <a:solidFill>
              <a:srgbClr val="EAF4E6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30" dirty="0">
                  <a:solidFill>
                    <a:srgbClr val="1F2E33"/>
                  </a:solidFill>
                </a:rPr>
                <a:t>Monto viable para declarar el Programa</a:t>
              </a:r>
              <a:endParaRPr lang="en-US" sz="930" dirty="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52FEB61D-AA80-400B-BB56-A2ED2D17F47C}"/>
                </a:ext>
              </a:extLst>
            </p:cNvPr>
            <p:cNvSpPr/>
            <p:nvPr/>
          </p:nvSpPr>
          <p:spPr>
            <a:xfrm>
              <a:off x="9458960" y="1071880"/>
              <a:ext cx="2057400" cy="274320"/>
            </a:xfrm>
            <a:prstGeom prst="rect">
              <a:avLst/>
            </a:prstGeom>
            <a:solidFill>
              <a:srgbClr val="FFF0E0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1F2E33"/>
                  </a:solidFill>
                </a:rPr>
                <a:t>Fecha crítica</a:t>
              </a:r>
              <a:endParaRPr lang="en-US" sz="980" dirty="0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AA765406-2DF4-4707-BDC3-9E7F2B25FF41}"/>
                </a:ext>
              </a:extLst>
            </p:cNvPr>
            <p:cNvSpPr/>
            <p:nvPr/>
          </p:nvSpPr>
          <p:spPr>
            <a:xfrm>
              <a:off x="9458960" y="1357173"/>
              <a:ext cx="2057400" cy="384048"/>
            </a:xfrm>
            <a:prstGeom prst="rect">
              <a:avLst/>
            </a:prstGeom>
            <a:solidFill>
              <a:srgbClr val="FFF0E0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1A456"/>
                  </a:solidFill>
                </a:rPr>
                <a:t>10 JUL</a:t>
              </a:r>
              <a:endParaRPr lang="en-US" sz="1700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8375A532-632E-40ED-93AF-2E3AD6C9F905}"/>
                </a:ext>
              </a:extLst>
            </p:cNvPr>
            <p:cNvSpPr/>
            <p:nvPr/>
          </p:nvSpPr>
          <p:spPr>
            <a:xfrm>
              <a:off x="9458960" y="1770482"/>
              <a:ext cx="2057400" cy="265176"/>
            </a:xfrm>
            <a:prstGeom prst="rect">
              <a:avLst/>
            </a:prstGeom>
            <a:solidFill>
              <a:srgbClr val="FFF0E0"/>
            </a:solidFill>
            <a:ln>
              <a:solidFill>
                <a:srgbClr val="D7E3E6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s-PE" sz="930">
                  <a:solidFill>
                    <a:srgbClr val="1F2E33"/>
                  </a:solidFill>
                </a:rPr>
                <a:t>Opinión OPMI</a:t>
              </a:r>
              <a:endParaRPr lang="es-PE" sz="930"/>
            </a:p>
          </p:txBody>
        </p:sp>
      </p:grpSp>
      <p:sp>
        <p:nvSpPr>
          <p:cNvPr id="82" name="CuadroTexto 81">
            <a:extLst>
              <a:ext uri="{FF2B5EF4-FFF2-40B4-BE49-F238E27FC236}">
                <a16:creationId xmlns:a16="http://schemas.microsoft.com/office/drawing/2014/main" id="{74C34B72-470F-42D3-B5C5-373B4CFC74CE}"/>
              </a:ext>
            </a:extLst>
          </p:cNvPr>
          <p:cNvSpPr txBox="1"/>
          <p:nvPr/>
        </p:nvSpPr>
        <p:spPr>
          <a:xfrm>
            <a:off x="6659356" y="5629380"/>
            <a:ext cx="1213796" cy="92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45697" rIns="91419" bIns="45697" anchor="t" anchorCtr="0">
            <a:spAutoFit/>
          </a:bodyPr>
          <a:lstStyle>
            <a:defPPr>
              <a:defRPr lang="es-PE"/>
            </a:defPPr>
            <a:lvl1pPr>
              <a:buSzPts val="2600"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s-ES" b="1">
                <a:latin typeface="Swis721 Cn BT" panose="020B0506020202030204" pitchFamily="34" charset="0"/>
              </a:rPr>
              <a:t>09 ESTP</a:t>
            </a:r>
          </a:p>
          <a:p>
            <a:r>
              <a:rPr lang="es-ES" b="1">
                <a:latin typeface="Swis721 Cn BT" panose="020B0506020202030204" pitchFamily="34" charset="0"/>
              </a:rPr>
              <a:t>05 CETPRO</a:t>
            </a:r>
          </a:p>
          <a:p>
            <a:r>
              <a:rPr lang="es-ES" b="1">
                <a:latin typeface="Swis721 Cn BT" panose="020B0506020202030204" pitchFamily="34" charset="0"/>
              </a:rPr>
              <a:t>08 SFT</a:t>
            </a: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41023F3B-B752-4ADC-BA3F-13884F5B4B16}"/>
              </a:ext>
            </a:extLst>
          </p:cNvPr>
          <p:cNvSpPr/>
          <p:nvPr/>
        </p:nvSpPr>
        <p:spPr>
          <a:xfrm>
            <a:off x="6435662" y="6263670"/>
            <a:ext cx="223694" cy="23444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4" name="Triángulo isósceles 83">
            <a:extLst>
              <a:ext uri="{FF2B5EF4-FFF2-40B4-BE49-F238E27FC236}">
                <a16:creationId xmlns:a16="http://schemas.microsoft.com/office/drawing/2014/main" id="{B6179374-FEFD-4DC7-9CAE-048361B99D0D}"/>
              </a:ext>
            </a:extLst>
          </p:cNvPr>
          <p:cNvSpPr/>
          <p:nvPr/>
        </p:nvSpPr>
        <p:spPr>
          <a:xfrm>
            <a:off x="6435662" y="5995279"/>
            <a:ext cx="223694" cy="170411"/>
          </a:xfrm>
          <a:prstGeom prst="triangle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59EA5D6C-D5F0-4699-9343-84401455F283}"/>
              </a:ext>
            </a:extLst>
          </p:cNvPr>
          <p:cNvSpPr/>
          <p:nvPr/>
        </p:nvSpPr>
        <p:spPr>
          <a:xfrm>
            <a:off x="6440788" y="5705647"/>
            <a:ext cx="223694" cy="21904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6" name="Google Shape;179;p3">
            <a:extLst>
              <a:ext uri="{FF2B5EF4-FFF2-40B4-BE49-F238E27FC236}">
                <a16:creationId xmlns:a16="http://schemas.microsoft.com/office/drawing/2014/main" id="{7896D653-4F5F-4DE7-90E2-207BD4CBA14F}"/>
              </a:ext>
            </a:extLst>
          </p:cNvPr>
          <p:cNvSpPr/>
          <p:nvPr/>
        </p:nvSpPr>
        <p:spPr>
          <a:xfrm>
            <a:off x="9087485" y="4283105"/>
            <a:ext cx="2546714" cy="553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45697" rIns="91419" bIns="45697" anchor="t" anchorCtr="0">
            <a:spAutoFit/>
          </a:bodyPr>
          <a:lstStyle/>
          <a:p>
            <a:pPr algn="ctr">
              <a:buSzPts val="2600"/>
            </a:pPr>
            <a:r>
              <a:rPr lang="es-ES" sz="3000" b="1">
                <a:solidFill>
                  <a:srgbClr val="C00000"/>
                </a:solidFill>
                <a:latin typeface="Swis721 Cn BT" panose="020B0506020202030204" pitchFamily="34" charset="0"/>
              </a:rPr>
              <a:t>20,975</a:t>
            </a:r>
          </a:p>
        </p:txBody>
      </p:sp>
      <p:sp>
        <p:nvSpPr>
          <p:cNvPr id="87" name="Google Shape;179;p3">
            <a:extLst>
              <a:ext uri="{FF2B5EF4-FFF2-40B4-BE49-F238E27FC236}">
                <a16:creationId xmlns:a16="http://schemas.microsoft.com/office/drawing/2014/main" id="{4F62A8EB-30D5-4047-A4EC-E661D87AAA61}"/>
              </a:ext>
            </a:extLst>
          </p:cNvPr>
          <p:cNvSpPr/>
          <p:nvPr/>
        </p:nvSpPr>
        <p:spPr>
          <a:xfrm>
            <a:off x="9070741" y="4831280"/>
            <a:ext cx="2563456" cy="276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45697" rIns="91419" bIns="45697" anchor="t" anchorCtr="0">
            <a:spAutoFit/>
          </a:bodyPr>
          <a:lstStyle/>
          <a:p>
            <a:pPr algn="ctr">
              <a:buSzPts val="2600"/>
            </a:pPr>
            <a:r>
              <a:rPr lang="es-ES" sz="1200">
                <a:solidFill>
                  <a:schemeClr val="bg1">
                    <a:lumMod val="50000"/>
                  </a:schemeClr>
                </a:solidFill>
                <a:latin typeface="Swis721 Cn BT" panose="020B0506020202030204" pitchFamily="34" charset="0"/>
              </a:rPr>
              <a:t>Estudiantes beneficiados</a:t>
            </a:r>
          </a:p>
        </p:txBody>
      </p:sp>
      <p:pic>
        <p:nvPicPr>
          <p:cNvPr id="88" name="Imagen 87">
            <a:extLst>
              <a:ext uri="{FF2B5EF4-FFF2-40B4-BE49-F238E27FC236}">
                <a16:creationId xmlns:a16="http://schemas.microsoft.com/office/drawing/2014/main" id="{21E16532-103A-4EC8-9678-6CD7F8185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2992" y="4387220"/>
            <a:ext cx="417001" cy="349743"/>
          </a:xfrm>
          <a:prstGeom prst="rect">
            <a:avLst/>
          </a:prstGeom>
        </p:spPr>
      </p:pic>
      <p:sp>
        <p:nvSpPr>
          <p:cNvPr id="89" name="Google Shape;179;p3">
            <a:extLst>
              <a:ext uri="{FF2B5EF4-FFF2-40B4-BE49-F238E27FC236}">
                <a16:creationId xmlns:a16="http://schemas.microsoft.com/office/drawing/2014/main" id="{C548E374-53DE-4372-81B7-C01EF3020B97}"/>
              </a:ext>
            </a:extLst>
          </p:cNvPr>
          <p:cNvSpPr/>
          <p:nvPr/>
        </p:nvSpPr>
        <p:spPr>
          <a:xfrm>
            <a:off x="9087484" y="5434510"/>
            <a:ext cx="2546714" cy="553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45697" rIns="91419" bIns="45697" anchor="t" anchorCtr="0">
            <a:spAutoFit/>
          </a:bodyPr>
          <a:lstStyle/>
          <a:p>
            <a:pPr algn="ctr">
              <a:buSzPts val="2600"/>
            </a:pPr>
            <a:r>
              <a:rPr lang="es-ES" sz="3000" b="1">
                <a:solidFill>
                  <a:srgbClr val="C00000"/>
                </a:solidFill>
                <a:latin typeface="Swis721 Cn BT" panose="020B0506020202030204" pitchFamily="34" charset="0"/>
              </a:rPr>
              <a:t>1,290</a:t>
            </a:r>
          </a:p>
        </p:txBody>
      </p:sp>
      <p:sp>
        <p:nvSpPr>
          <p:cNvPr id="90" name="Google Shape;179;p3">
            <a:extLst>
              <a:ext uri="{FF2B5EF4-FFF2-40B4-BE49-F238E27FC236}">
                <a16:creationId xmlns:a16="http://schemas.microsoft.com/office/drawing/2014/main" id="{3296C294-25FE-4FA4-B867-E32E07DA41E1}"/>
              </a:ext>
            </a:extLst>
          </p:cNvPr>
          <p:cNvSpPr/>
          <p:nvPr/>
        </p:nvSpPr>
        <p:spPr>
          <a:xfrm>
            <a:off x="9087483" y="5960821"/>
            <a:ext cx="2546714" cy="276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9" tIns="45697" rIns="91419" bIns="45697" anchor="t" anchorCtr="0">
            <a:spAutoFit/>
          </a:bodyPr>
          <a:lstStyle/>
          <a:p>
            <a:pPr algn="ctr">
              <a:buSzPts val="2600"/>
            </a:pPr>
            <a:r>
              <a:rPr lang="es-ES" sz="1200">
                <a:solidFill>
                  <a:schemeClr val="bg1">
                    <a:lumMod val="50000"/>
                  </a:schemeClr>
                </a:solidFill>
                <a:latin typeface="Swis721 Cn BT" panose="020B0506020202030204" pitchFamily="34" charset="0"/>
              </a:rPr>
              <a:t>Docentes beneficiados</a:t>
            </a:r>
          </a:p>
        </p:txBody>
      </p:sp>
      <p:pic>
        <p:nvPicPr>
          <p:cNvPr id="91" name="Picture 2" descr="Profesor png imágenes | PNGWing">
            <a:extLst>
              <a:ext uri="{FF2B5EF4-FFF2-40B4-BE49-F238E27FC236}">
                <a16:creationId xmlns:a16="http://schemas.microsoft.com/office/drawing/2014/main" id="{0A7F6C4C-1D81-4A70-AC72-95C8044C0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548" y="5473828"/>
            <a:ext cx="425435" cy="425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Imagen 91">
            <a:extLst>
              <a:ext uri="{FF2B5EF4-FFF2-40B4-BE49-F238E27FC236}">
                <a16:creationId xmlns:a16="http://schemas.microsoft.com/office/drawing/2014/main" id="{AB17BD3A-96ED-4520-A717-1C17CE5F7A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28" r="8822" b="1892"/>
          <a:stretch/>
        </p:blipFill>
        <p:spPr>
          <a:xfrm>
            <a:off x="2956403" y="1904904"/>
            <a:ext cx="3273090" cy="4898591"/>
          </a:xfrm>
          <a:prstGeom prst="rect">
            <a:avLst/>
          </a:prstGeom>
        </p:spPr>
      </p:pic>
      <p:pic>
        <p:nvPicPr>
          <p:cNvPr id="93" name="Picture 4">
            <a:extLst>
              <a:ext uri="{FF2B5EF4-FFF2-40B4-BE49-F238E27FC236}">
                <a16:creationId xmlns:a16="http://schemas.microsoft.com/office/drawing/2014/main" id="{CA68246F-0999-412E-A5EF-1E5516BD49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0" t="16833" r="7526" b="9500"/>
          <a:stretch/>
        </p:blipFill>
        <p:spPr bwMode="auto">
          <a:xfrm>
            <a:off x="725256" y="3002244"/>
            <a:ext cx="2214759" cy="263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Elipse 93">
            <a:extLst>
              <a:ext uri="{FF2B5EF4-FFF2-40B4-BE49-F238E27FC236}">
                <a16:creationId xmlns:a16="http://schemas.microsoft.com/office/drawing/2014/main" id="{E928271E-F78C-4F06-A207-1070B1FE5412}"/>
              </a:ext>
            </a:extLst>
          </p:cNvPr>
          <p:cNvSpPr/>
          <p:nvPr/>
        </p:nvSpPr>
        <p:spPr>
          <a:xfrm>
            <a:off x="1566733" y="3664956"/>
            <a:ext cx="70866" cy="708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89E64621-50CF-4CEB-BDD5-6FEC78A4278C}"/>
              </a:ext>
            </a:extLst>
          </p:cNvPr>
          <p:cNvSpPr/>
          <p:nvPr/>
        </p:nvSpPr>
        <p:spPr>
          <a:xfrm>
            <a:off x="1648173" y="3603193"/>
            <a:ext cx="70866" cy="708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6" name="Elipse 95">
            <a:extLst>
              <a:ext uri="{FF2B5EF4-FFF2-40B4-BE49-F238E27FC236}">
                <a16:creationId xmlns:a16="http://schemas.microsoft.com/office/drawing/2014/main" id="{DC1BE2E2-6823-4852-9E59-BC425C5C58B7}"/>
              </a:ext>
            </a:extLst>
          </p:cNvPr>
          <p:cNvSpPr/>
          <p:nvPr/>
        </p:nvSpPr>
        <p:spPr>
          <a:xfrm>
            <a:off x="1359719" y="3748442"/>
            <a:ext cx="70866" cy="708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6E7BD792-AEBF-42CE-8790-08300A715174}"/>
              </a:ext>
            </a:extLst>
          </p:cNvPr>
          <p:cNvSpPr/>
          <p:nvPr/>
        </p:nvSpPr>
        <p:spPr>
          <a:xfrm>
            <a:off x="1507423" y="3995430"/>
            <a:ext cx="45740" cy="5089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E7FC86D4-DB55-4222-9DA1-1758A2C2DD70}"/>
              </a:ext>
            </a:extLst>
          </p:cNvPr>
          <p:cNvSpPr/>
          <p:nvPr/>
        </p:nvSpPr>
        <p:spPr>
          <a:xfrm>
            <a:off x="1690293" y="4637293"/>
            <a:ext cx="47148" cy="4714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9" name="Triángulo isósceles 98">
            <a:extLst>
              <a:ext uri="{FF2B5EF4-FFF2-40B4-BE49-F238E27FC236}">
                <a16:creationId xmlns:a16="http://schemas.microsoft.com/office/drawing/2014/main" id="{F859A89F-C6B1-4E54-A78F-C55410061BB5}"/>
              </a:ext>
            </a:extLst>
          </p:cNvPr>
          <p:cNvSpPr/>
          <p:nvPr/>
        </p:nvSpPr>
        <p:spPr>
          <a:xfrm>
            <a:off x="1537674" y="4235334"/>
            <a:ext cx="58117" cy="68374"/>
          </a:xfrm>
          <a:prstGeom prst="triangle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0" name="Triángulo isósceles 99">
            <a:extLst>
              <a:ext uri="{FF2B5EF4-FFF2-40B4-BE49-F238E27FC236}">
                <a16:creationId xmlns:a16="http://schemas.microsoft.com/office/drawing/2014/main" id="{BFD54A20-B4D8-49F2-B858-DE71960E745B}"/>
              </a:ext>
            </a:extLst>
          </p:cNvPr>
          <p:cNvSpPr/>
          <p:nvPr/>
        </p:nvSpPr>
        <p:spPr>
          <a:xfrm>
            <a:off x="1412676" y="4182595"/>
            <a:ext cx="58117" cy="68374"/>
          </a:xfrm>
          <a:prstGeom prst="triangle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1" name="Triángulo isósceles 100">
            <a:extLst>
              <a:ext uri="{FF2B5EF4-FFF2-40B4-BE49-F238E27FC236}">
                <a16:creationId xmlns:a16="http://schemas.microsoft.com/office/drawing/2014/main" id="{33F5F89B-091F-4522-B2BF-CDF010D14143}"/>
              </a:ext>
            </a:extLst>
          </p:cNvPr>
          <p:cNvSpPr/>
          <p:nvPr/>
        </p:nvSpPr>
        <p:spPr>
          <a:xfrm>
            <a:off x="1654547" y="4501064"/>
            <a:ext cx="58117" cy="68374"/>
          </a:xfrm>
          <a:prstGeom prst="triangle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2" name="Elipse 101">
            <a:extLst>
              <a:ext uri="{FF2B5EF4-FFF2-40B4-BE49-F238E27FC236}">
                <a16:creationId xmlns:a16="http://schemas.microsoft.com/office/drawing/2014/main" id="{0101840E-C292-4377-8F22-D443ADAD6387}"/>
              </a:ext>
            </a:extLst>
          </p:cNvPr>
          <p:cNvSpPr/>
          <p:nvPr/>
        </p:nvSpPr>
        <p:spPr>
          <a:xfrm>
            <a:off x="3982326" y="4732652"/>
            <a:ext cx="70866" cy="708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49FA231C-02FA-428F-9E13-9B9617058B4E}"/>
              </a:ext>
            </a:extLst>
          </p:cNvPr>
          <p:cNvSpPr/>
          <p:nvPr/>
        </p:nvSpPr>
        <p:spPr>
          <a:xfrm>
            <a:off x="4042428" y="4820002"/>
            <a:ext cx="45740" cy="5089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71A82C16-41D4-415A-B6F9-80FC2081B81D}"/>
              </a:ext>
            </a:extLst>
          </p:cNvPr>
          <p:cNvSpPr/>
          <p:nvPr/>
        </p:nvSpPr>
        <p:spPr>
          <a:xfrm>
            <a:off x="3791375" y="4412518"/>
            <a:ext cx="45740" cy="5089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96BC0B97-8BBB-4BF0-B622-7E7052E7103E}"/>
              </a:ext>
            </a:extLst>
          </p:cNvPr>
          <p:cNvSpPr/>
          <p:nvPr/>
        </p:nvSpPr>
        <p:spPr>
          <a:xfrm>
            <a:off x="4752479" y="5442131"/>
            <a:ext cx="45740" cy="5089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6" name="Triángulo isósceles 105">
            <a:extLst>
              <a:ext uri="{FF2B5EF4-FFF2-40B4-BE49-F238E27FC236}">
                <a16:creationId xmlns:a16="http://schemas.microsoft.com/office/drawing/2014/main" id="{4A0F4633-BC73-4AD8-9545-434A8063FDE6}"/>
              </a:ext>
            </a:extLst>
          </p:cNvPr>
          <p:cNvSpPr/>
          <p:nvPr/>
        </p:nvSpPr>
        <p:spPr>
          <a:xfrm>
            <a:off x="4786075" y="5479302"/>
            <a:ext cx="58117" cy="68374"/>
          </a:xfrm>
          <a:prstGeom prst="triangle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7CFF9611-749F-4686-B12E-8FAA1651EAA5}"/>
              </a:ext>
            </a:extLst>
          </p:cNvPr>
          <p:cNvSpPr/>
          <p:nvPr/>
        </p:nvSpPr>
        <p:spPr>
          <a:xfrm>
            <a:off x="4276619" y="4337905"/>
            <a:ext cx="45740" cy="5089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8" name="Elipse 107">
            <a:extLst>
              <a:ext uri="{FF2B5EF4-FFF2-40B4-BE49-F238E27FC236}">
                <a16:creationId xmlns:a16="http://schemas.microsoft.com/office/drawing/2014/main" id="{FC0F8897-5A0F-467F-9342-623C24BE9623}"/>
              </a:ext>
            </a:extLst>
          </p:cNvPr>
          <p:cNvSpPr/>
          <p:nvPr/>
        </p:nvSpPr>
        <p:spPr>
          <a:xfrm>
            <a:off x="4195116" y="4195382"/>
            <a:ext cx="70866" cy="708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9" name="Elipse 108">
            <a:extLst>
              <a:ext uri="{FF2B5EF4-FFF2-40B4-BE49-F238E27FC236}">
                <a16:creationId xmlns:a16="http://schemas.microsoft.com/office/drawing/2014/main" id="{32779C6E-4170-4BDC-B7FE-89A896270EF9}"/>
              </a:ext>
            </a:extLst>
          </p:cNvPr>
          <p:cNvSpPr/>
          <p:nvPr/>
        </p:nvSpPr>
        <p:spPr>
          <a:xfrm>
            <a:off x="4297990" y="5353521"/>
            <a:ext cx="70866" cy="708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CACE0EE2-4652-4FF3-8D8B-424190F5C18E}"/>
              </a:ext>
            </a:extLst>
          </p:cNvPr>
          <p:cNvSpPr/>
          <p:nvPr/>
        </p:nvSpPr>
        <p:spPr>
          <a:xfrm>
            <a:off x="4343349" y="5490668"/>
            <a:ext cx="45740" cy="5089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1" name="Elipse 110">
            <a:extLst>
              <a:ext uri="{FF2B5EF4-FFF2-40B4-BE49-F238E27FC236}">
                <a16:creationId xmlns:a16="http://schemas.microsoft.com/office/drawing/2014/main" id="{081DE24F-50CA-42BA-AAC7-6341D50A3989}"/>
              </a:ext>
            </a:extLst>
          </p:cNvPr>
          <p:cNvSpPr/>
          <p:nvPr/>
        </p:nvSpPr>
        <p:spPr>
          <a:xfrm>
            <a:off x="4439641" y="4692655"/>
            <a:ext cx="70866" cy="708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7FCC2746-6A75-4D7F-9CBA-8F1198F97D66}"/>
              </a:ext>
            </a:extLst>
          </p:cNvPr>
          <p:cNvSpPr/>
          <p:nvPr/>
        </p:nvSpPr>
        <p:spPr>
          <a:xfrm>
            <a:off x="4425460" y="4484353"/>
            <a:ext cx="45740" cy="5089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3" name="Triángulo isósceles 112">
            <a:extLst>
              <a:ext uri="{FF2B5EF4-FFF2-40B4-BE49-F238E27FC236}">
                <a16:creationId xmlns:a16="http://schemas.microsoft.com/office/drawing/2014/main" id="{5446B66B-F098-4FDA-AD2E-B4C975D5E23D}"/>
              </a:ext>
            </a:extLst>
          </p:cNvPr>
          <p:cNvSpPr/>
          <p:nvPr/>
        </p:nvSpPr>
        <p:spPr>
          <a:xfrm>
            <a:off x="4455147" y="4491898"/>
            <a:ext cx="58117" cy="68374"/>
          </a:xfrm>
          <a:prstGeom prst="triangle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8C6D5E6E-428E-4D3B-97AD-366B9B263D5B}"/>
              </a:ext>
            </a:extLst>
          </p:cNvPr>
          <p:cNvSpPr/>
          <p:nvPr/>
        </p:nvSpPr>
        <p:spPr>
          <a:xfrm>
            <a:off x="4139355" y="3722993"/>
            <a:ext cx="45740" cy="50898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5" name="Elipse 114">
            <a:extLst>
              <a:ext uri="{FF2B5EF4-FFF2-40B4-BE49-F238E27FC236}">
                <a16:creationId xmlns:a16="http://schemas.microsoft.com/office/drawing/2014/main" id="{965358AF-84E0-4A08-87A0-75D2C91B21B1}"/>
              </a:ext>
            </a:extLst>
          </p:cNvPr>
          <p:cNvSpPr/>
          <p:nvPr/>
        </p:nvSpPr>
        <p:spPr>
          <a:xfrm>
            <a:off x="4815133" y="4364175"/>
            <a:ext cx="70866" cy="7086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31B500C6-A795-46C8-A5C9-022C1F0614C4}"/>
              </a:ext>
            </a:extLst>
          </p:cNvPr>
          <p:cNvCxnSpPr>
            <a:cxnSpLocks/>
          </p:cNvCxnSpPr>
          <p:nvPr/>
        </p:nvCxnSpPr>
        <p:spPr>
          <a:xfrm>
            <a:off x="1850539" y="3038051"/>
            <a:ext cx="2166515" cy="1810051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DE82B14F-EB76-4D07-9518-A18F2BAC3A1C}"/>
              </a:ext>
            </a:extLst>
          </p:cNvPr>
          <p:cNvCxnSpPr>
            <a:cxnSpLocks/>
          </p:cNvCxnSpPr>
          <p:nvPr/>
        </p:nvCxnSpPr>
        <p:spPr>
          <a:xfrm flipV="1">
            <a:off x="2211203" y="4855647"/>
            <a:ext cx="1805851" cy="73730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A2DFB4D4-0795-4CE6-92E1-CE8D5F0EDF85}"/>
              </a:ext>
            </a:extLst>
          </p:cNvPr>
          <p:cNvSpPr txBox="1"/>
          <p:nvPr/>
        </p:nvSpPr>
        <p:spPr>
          <a:xfrm>
            <a:off x="654389" y="5725693"/>
            <a:ext cx="2271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LIMA METROPOLITANA </a:t>
            </a:r>
            <a:r>
              <a:rPr lang="es-ES" sz="1400" dirty="0">
                <a:latin typeface="Swis721 Cn BT" panose="020B0506020202030204" pitchFamily="34" charset="0"/>
                <a:cs typeface="Arial" panose="020B0604020202020204" pitchFamily="34" charset="0"/>
              </a:rPr>
              <a:t>(7 PI)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E015790C-0D2C-4DFA-BB65-A5AD6A391585}"/>
              </a:ext>
            </a:extLst>
          </p:cNvPr>
          <p:cNvSpPr txBox="1"/>
          <p:nvPr/>
        </p:nvSpPr>
        <p:spPr>
          <a:xfrm>
            <a:off x="6352688" y="3235484"/>
            <a:ext cx="2202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SAN MARTIN 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(</a:t>
            </a:r>
            <a:r>
              <a:rPr lang="es-ES" sz="1400" dirty="0">
                <a:latin typeface="Swis721 Cn BT" panose="020B0506020202030204" pitchFamily="34" charset="0"/>
                <a:cs typeface="Arial" panose="020B0604020202020204" pitchFamily="34" charset="0"/>
              </a:rPr>
              <a:t>02 PI)</a:t>
            </a:r>
          </a:p>
        </p:txBody>
      </p:sp>
      <p:sp>
        <p:nvSpPr>
          <p:cNvPr id="120" name="Forma libre: forma 119">
            <a:extLst>
              <a:ext uri="{FF2B5EF4-FFF2-40B4-BE49-F238E27FC236}">
                <a16:creationId xmlns:a16="http://schemas.microsoft.com/office/drawing/2014/main" id="{8245EBB5-129B-434B-8224-8BFAA8D5E33E}"/>
              </a:ext>
            </a:extLst>
          </p:cNvPr>
          <p:cNvSpPr/>
          <p:nvPr/>
        </p:nvSpPr>
        <p:spPr>
          <a:xfrm>
            <a:off x="4352971" y="3773891"/>
            <a:ext cx="1983327" cy="477078"/>
          </a:xfrm>
          <a:custGeom>
            <a:avLst/>
            <a:gdLst>
              <a:gd name="connsiteX0" fmla="*/ 0 w 2298357"/>
              <a:gd name="connsiteY0" fmla="*/ 420130 h 420130"/>
              <a:gd name="connsiteX1" fmla="*/ 333632 w 2298357"/>
              <a:gd name="connsiteY1" fmla="*/ 0 h 420130"/>
              <a:gd name="connsiteX2" fmla="*/ 2298357 w 2298357"/>
              <a:gd name="connsiteY2" fmla="*/ 0 h 420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8357" h="420130">
                <a:moveTo>
                  <a:pt x="0" y="420130"/>
                </a:moveTo>
                <a:lnTo>
                  <a:pt x="333632" y="0"/>
                </a:lnTo>
                <a:lnTo>
                  <a:pt x="2298357" y="0"/>
                </a:lnTo>
              </a:path>
            </a:pathLst>
          </a:custGeom>
          <a:noFill/>
          <a:ln w="9525">
            <a:solidFill>
              <a:srgbClr val="C0000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21" name="Conector recto 120">
            <a:extLst>
              <a:ext uri="{FF2B5EF4-FFF2-40B4-BE49-F238E27FC236}">
                <a16:creationId xmlns:a16="http://schemas.microsoft.com/office/drawing/2014/main" id="{8FFDD1E7-5D50-4D30-8E8D-ED566CA98E6C}"/>
              </a:ext>
            </a:extLst>
          </p:cNvPr>
          <p:cNvCxnSpPr>
            <a:cxnSpLocks/>
          </p:cNvCxnSpPr>
          <p:nvPr/>
        </p:nvCxnSpPr>
        <p:spPr>
          <a:xfrm>
            <a:off x="4948101" y="4187548"/>
            <a:ext cx="1388197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4B322454-B3AD-4520-98C3-70D3B56B9F1A}"/>
              </a:ext>
            </a:extLst>
          </p:cNvPr>
          <p:cNvCxnSpPr>
            <a:cxnSpLocks/>
          </p:cNvCxnSpPr>
          <p:nvPr/>
        </p:nvCxnSpPr>
        <p:spPr>
          <a:xfrm>
            <a:off x="4513264" y="4505722"/>
            <a:ext cx="1823035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FEA7E0C8-EDED-47E6-A144-3CE72172210C}"/>
              </a:ext>
            </a:extLst>
          </p:cNvPr>
          <p:cNvCxnSpPr>
            <a:cxnSpLocks/>
          </p:cNvCxnSpPr>
          <p:nvPr/>
        </p:nvCxnSpPr>
        <p:spPr>
          <a:xfrm>
            <a:off x="4617155" y="4815091"/>
            <a:ext cx="17191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AE34269A-6DB4-44D5-9F30-3F2AC8C33DDB}"/>
              </a:ext>
            </a:extLst>
          </p:cNvPr>
          <p:cNvCxnSpPr>
            <a:cxnSpLocks/>
          </p:cNvCxnSpPr>
          <p:nvPr/>
        </p:nvCxnSpPr>
        <p:spPr>
          <a:xfrm>
            <a:off x="4756387" y="5391623"/>
            <a:ext cx="1596301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EF96B63F-6311-4DB4-AF9C-AA633479AB52}"/>
              </a:ext>
            </a:extLst>
          </p:cNvPr>
          <p:cNvSpPr txBox="1"/>
          <p:nvPr/>
        </p:nvSpPr>
        <p:spPr>
          <a:xfrm>
            <a:off x="6358181" y="3624094"/>
            <a:ext cx="2120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HUÁNUCO 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(</a:t>
            </a:r>
            <a:r>
              <a:rPr lang="es-ES" sz="1400" dirty="0">
                <a:latin typeface="Swis721 Cn BT" panose="020B0506020202030204" pitchFamily="34" charset="0"/>
                <a:cs typeface="Arial" panose="020B0604020202020204" pitchFamily="34" charset="0"/>
              </a:rPr>
              <a:t>01 PI)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D5303A32-66A1-445F-BA64-E2DE97FB62A4}"/>
              </a:ext>
            </a:extLst>
          </p:cNvPr>
          <p:cNvSpPr txBox="1"/>
          <p:nvPr/>
        </p:nvSpPr>
        <p:spPr>
          <a:xfrm>
            <a:off x="6352688" y="3991166"/>
            <a:ext cx="2053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UCAYALI </a:t>
            </a: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(</a:t>
            </a:r>
            <a:r>
              <a:rPr lang="es-ES" sz="1400">
                <a:latin typeface="Swis721 Cn BT" panose="020B0506020202030204" pitchFamily="34" charset="0"/>
                <a:cs typeface="Arial" panose="020B0604020202020204" pitchFamily="34" charset="0"/>
              </a:rPr>
              <a:t>01 PI)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999BB638-E5C6-404C-91E5-D17A1E316C48}"/>
              </a:ext>
            </a:extLst>
          </p:cNvPr>
          <p:cNvSpPr txBox="1"/>
          <p:nvPr/>
        </p:nvSpPr>
        <p:spPr>
          <a:xfrm>
            <a:off x="6352688" y="4362045"/>
            <a:ext cx="174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PASCO 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(</a:t>
            </a:r>
            <a:r>
              <a:rPr lang="es-ES" sz="1400" dirty="0">
                <a:latin typeface="Swis721 Cn BT" panose="020B0506020202030204" pitchFamily="34" charset="0"/>
                <a:cs typeface="Arial" panose="020B0604020202020204" pitchFamily="34" charset="0"/>
              </a:rPr>
              <a:t>01 PI)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B618F1D7-0144-48B4-97F0-D45B257D9AA2}"/>
              </a:ext>
            </a:extLst>
          </p:cNvPr>
          <p:cNvSpPr txBox="1"/>
          <p:nvPr/>
        </p:nvSpPr>
        <p:spPr>
          <a:xfrm>
            <a:off x="6343493" y="4695584"/>
            <a:ext cx="174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JUNIN </a:t>
            </a:r>
            <a:r>
              <a:rPr lang="es-ES" sz="140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(</a:t>
            </a:r>
            <a:r>
              <a:rPr lang="es-ES" sz="1400">
                <a:latin typeface="Swis721 Cn BT" panose="020B0506020202030204" pitchFamily="34" charset="0"/>
                <a:cs typeface="Arial" panose="020B0604020202020204" pitchFamily="34" charset="0"/>
              </a:rPr>
              <a:t>01 PI)</a:t>
            </a: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6C3C311B-45E6-4BA2-9F29-94266B5F1E74}"/>
              </a:ext>
            </a:extLst>
          </p:cNvPr>
          <p:cNvSpPr txBox="1"/>
          <p:nvPr/>
        </p:nvSpPr>
        <p:spPr>
          <a:xfrm>
            <a:off x="6348455" y="5165814"/>
            <a:ext cx="18374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AYACUCHO </a:t>
            </a:r>
            <a:r>
              <a:rPr lang="es-ES" sz="1400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(</a:t>
            </a:r>
            <a:r>
              <a:rPr lang="es-ES" sz="1400" dirty="0">
                <a:latin typeface="Swis721 Cn BT" panose="020B0506020202030204" pitchFamily="34" charset="0"/>
                <a:cs typeface="Arial" panose="020B0604020202020204" pitchFamily="34" charset="0"/>
              </a:rPr>
              <a:t>02 PI)</a:t>
            </a:r>
          </a:p>
        </p:txBody>
      </p:sp>
      <p:cxnSp>
        <p:nvCxnSpPr>
          <p:cNvPr id="130" name="Conector recto 129">
            <a:extLst>
              <a:ext uri="{FF2B5EF4-FFF2-40B4-BE49-F238E27FC236}">
                <a16:creationId xmlns:a16="http://schemas.microsoft.com/office/drawing/2014/main" id="{B0D70A66-47B4-4953-A6C9-8F78CC3033B3}"/>
              </a:ext>
            </a:extLst>
          </p:cNvPr>
          <p:cNvCxnSpPr>
            <a:cxnSpLocks/>
          </p:cNvCxnSpPr>
          <p:nvPr/>
        </p:nvCxnSpPr>
        <p:spPr>
          <a:xfrm flipV="1">
            <a:off x="4447169" y="5578033"/>
            <a:ext cx="0" cy="557494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BC34BABA-4CF2-4233-AA58-8A3ECAB95A28}"/>
              </a:ext>
            </a:extLst>
          </p:cNvPr>
          <p:cNvSpPr txBox="1"/>
          <p:nvPr/>
        </p:nvSpPr>
        <p:spPr>
          <a:xfrm>
            <a:off x="5280408" y="6549912"/>
            <a:ext cx="115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PUNO </a:t>
            </a:r>
            <a:r>
              <a:rPr lang="es-ES" sz="1400" dirty="0">
                <a:latin typeface="Swis721 Cn BT" panose="020B0506020202030204" pitchFamily="34" charset="0"/>
                <a:cs typeface="Arial" panose="020B0604020202020204" pitchFamily="34" charset="0"/>
              </a:rPr>
              <a:t>(3 PI)</a:t>
            </a:r>
          </a:p>
        </p:txBody>
      </p:sp>
      <p:sp>
        <p:nvSpPr>
          <p:cNvPr id="132" name="Forma libre: forma 131">
            <a:extLst>
              <a:ext uri="{FF2B5EF4-FFF2-40B4-BE49-F238E27FC236}">
                <a16:creationId xmlns:a16="http://schemas.microsoft.com/office/drawing/2014/main" id="{FBA764FE-07BC-495E-B068-C92F19A19EAD}"/>
              </a:ext>
            </a:extLst>
          </p:cNvPr>
          <p:cNvSpPr/>
          <p:nvPr/>
        </p:nvSpPr>
        <p:spPr>
          <a:xfrm>
            <a:off x="3814245" y="4946424"/>
            <a:ext cx="321770" cy="1192003"/>
          </a:xfrm>
          <a:custGeom>
            <a:avLst/>
            <a:gdLst>
              <a:gd name="connsiteX0" fmla="*/ 432487 w 432487"/>
              <a:gd name="connsiteY0" fmla="*/ 0 h 1655806"/>
              <a:gd name="connsiteX1" fmla="*/ 0 w 432487"/>
              <a:gd name="connsiteY1" fmla="*/ 432487 h 1655806"/>
              <a:gd name="connsiteX2" fmla="*/ 0 w 432487"/>
              <a:gd name="connsiteY2" fmla="*/ 1655806 h 1655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2487" h="1655806">
                <a:moveTo>
                  <a:pt x="432487" y="0"/>
                </a:moveTo>
                <a:lnTo>
                  <a:pt x="0" y="432487"/>
                </a:lnTo>
                <a:lnTo>
                  <a:pt x="0" y="1655806"/>
                </a:lnTo>
              </a:path>
            </a:pathLst>
          </a:custGeom>
          <a:noFill/>
          <a:ln w="9525">
            <a:solidFill>
              <a:srgbClr val="C0000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4751E61E-52A6-427D-85F3-DC9A8DBA805A}"/>
              </a:ext>
            </a:extLst>
          </p:cNvPr>
          <p:cNvSpPr txBox="1"/>
          <p:nvPr/>
        </p:nvSpPr>
        <p:spPr>
          <a:xfrm>
            <a:off x="2211203" y="6208594"/>
            <a:ext cx="1948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LIMA PROVINCIAS</a:t>
            </a:r>
            <a:r>
              <a:rPr lang="es-ES" sz="1400">
                <a:latin typeface="Swis721 Cn BT" panose="020B0506020202030204" pitchFamily="34" charset="0"/>
                <a:cs typeface="Arial" panose="020B0604020202020204" pitchFamily="34" charset="0"/>
              </a:rPr>
              <a:t> (2 PI) </a:t>
            </a:r>
          </a:p>
        </p:txBody>
      </p:sp>
      <p:sp>
        <p:nvSpPr>
          <p:cNvPr id="134" name="Forma libre: forma 133">
            <a:extLst>
              <a:ext uri="{FF2B5EF4-FFF2-40B4-BE49-F238E27FC236}">
                <a16:creationId xmlns:a16="http://schemas.microsoft.com/office/drawing/2014/main" id="{EF4E2A15-2D02-462E-A4C1-101881A93E17}"/>
              </a:ext>
            </a:extLst>
          </p:cNvPr>
          <p:cNvSpPr/>
          <p:nvPr/>
        </p:nvSpPr>
        <p:spPr>
          <a:xfrm>
            <a:off x="4227949" y="3401930"/>
            <a:ext cx="2120506" cy="533219"/>
          </a:xfrm>
          <a:custGeom>
            <a:avLst/>
            <a:gdLst>
              <a:gd name="connsiteX0" fmla="*/ 0 w 2854411"/>
              <a:gd name="connsiteY0" fmla="*/ 716692 h 716692"/>
              <a:gd name="connsiteX1" fmla="*/ 284206 w 2854411"/>
              <a:gd name="connsiteY1" fmla="*/ 0 h 716692"/>
              <a:gd name="connsiteX2" fmla="*/ 2854411 w 2854411"/>
              <a:gd name="connsiteY2" fmla="*/ 0 h 71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54411" h="716692">
                <a:moveTo>
                  <a:pt x="0" y="716692"/>
                </a:moveTo>
                <a:lnTo>
                  <a:pt x="284206" y="0"/>
                </a:lnTo>
                <a:lnTo>
                  <a:pt x="2854411" y="0"/>
                </a:lnTo>
              </a:path>
            </a:pathLst>
          </a:custGeom>
          <a:noFill/>
          <a:ln w="9525">
            <a:solidFill>
              <a:srgbClr val="C0000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E5D32C79-8238-4E07-9A28-8C4C741A1CD2}"/>
              </a:ext>
            </a:extLst>
          </p:cNvPr>
          <p:cNvSpPr/>
          <p:nvPr/>
        </p:nvSpPr>
        <p:spPr>
          <a:xfrm>
            <a:off x="707929" y="5074913"/>
            <a:ext cx="440136" cy="55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6" name="Rectángulo: esquinas redondeadas 135">
            <a:extLst>
              <a:ext uri="{FF2B5EF4-FFF2-40B4-BE49-F238E27FC236}">
                <a16:creationId xmlns:a16="http://schemas.microsoft.com/office/drawing/2014/main" id="{A3E75271-0DDC-4D01-959C-DD32840FF89B}"/>
              </a:ext>
            </a:extLst>
          </p:cNvPr>
          <p:cNvSpPr/>
          <p:nvPr/>
        </p:nvSpPr>
        <p:spPr>
          <a:xfrm>
            <a:off x="654390" y="2912542"/>
            <a:ext cx="2271433" cy="2725917"/>
          </a:xfrm>
          <a:prstGeom prst="roundRect">
            <a:avLst>
              <a:gd name="adj" fmla="val 5334"/>
            </a:avLst>
          </a:prstGeom>
          <a:ln w="952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5417A72E-9860-44EA-9D97-DA69A98FC927}"/>
              </a:ext>
            </a:extLst>
          </p:cNvPr>
          <p:cNvSpPr txBox="1"/>
          <p:nvPr/>
        </p:nvSpPr>
        <p:spPr>
          <a:xfrm>
            <a:off x="9087485" y="3152231"/>
            <a:ext cx="2546714" cy="799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s-PE" sz="2000" b="1">
                <a:solidFill>
                  <a:srgbClr val="000000"/>
                </a:solidFill>
                <a:effectLst/>
                <a:latin typeface="Swis721 Cn BT" panose="020B050602020203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BENEFICIARIOS TOTALES</a:t>
            </a:r>
            <a:endParaRPr lang="es-PE" sz="3200" b="1">
              <a:effectLst/>
              <a:latin typeface="Swis721 Cn BT" panose="020B050602020203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138" name="Rectángulo: esquinas redondeadas 137">
            <a:extLst>
              <a:ext uri="{FF2B5EF4-FFF2-40B4-BE49-F238E27FC236}">
                <a16:creationId xmlns:a16="http://schemas.microsoft.com/office/drawing/2014/main" id="{C619B365-5D38-40F5-A3B9-12E034108BC9}"/>
              </a:ext>
            </a:extLst>
          </p:cNvPr>
          <p:cNvSpPr/>
          <p:nvPr/>
        </p:nvSpPr>
        <p:spPr>
          <a:xfrm>
            <a:off x="9087484" y="3989426"/>
            <a:ext cx="2546714" cy="2568045"/>
          </a:xfrm>
          <a:prstGeom prst="roundRect">
            <a:avLst>
              <a:gd name="adj" fmla="val 5334"/>
            </a:avLst>
          </a:prstGeom>
          <a:ln w="952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6A7D7EE1-5293-48FE-A6A4-41FF7773496F}"/>
              </a:ext>
            </a:extLst>
          </p:cNvPr>
          <p:cNvSpPr txBox="1"/>
          <p:nvPr/>
        </p:nvSpPr>
        <p:spPr>
          <a:xfrm>
            <a:off x="4332468" y="6362861"/>
            <a:ext cx="850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Swis721 Cn BT" panose="020B0506020202030204" pitchFamily="34" charset="0"/>
                <a:cs typeface="Arial" panose="020B0604020202020204" pitchFamily="34" charset="0"/>
              </a:rPr>
              <a:t>ICA </a:t>
            </a:r>
            <a:r>
              <a:rPr lang="es-ES" sz="1400" dirty="0">
                <a:latin typeface="Swis721 Cn BT" panose="020B0506020202030204" pitchFamily="34" charset="0"/>
                <a:cs typeface="Arial" panose="020B0604020202020204" pitchFamily="34" charset="0"/>
              </a:rPr>
              <a:t>(2 PI)</a:t>
            </a:r>
          </a:p>
        </p:txBody>
      </p:sp>
      <p:sp>
        <p:nvSpPr>
          <p:cNvPr id="140" name="Forma libre: forma 139">
            <a:extLst>
              <a:ext uri="{FF2B5EF4-FFF2-40B4-BE49-F238E27FC236}">
                <a16:creationId xmlns:a16="http://schemas.microsoft.com/office/drawing/2014/main" id="{A2641047-AA24-44B7-99A8-8FF40BA372E0}"/>
              </a:ext>
            </a:extLst>
          </p:cNvPr>
          <p:cNvSpPr/>
          <p:nvPr/>
        </p:nvSpPr>
        <p:spPr>
          <a:xfrm>
            <a:off x="5521360" y="5230669"/>
            <a:ext cx="521787" cy="1015498"/>
          </a:xfrm>
          <a:custGeom>
            <a:avLst/>
            <a:gdLst>
              <a:gd name="connsiteX0" fmla="*/ 304800 w 416560"/>
              <a:gd name="connsiteY0" fmla="*/ 1051560 h 1051560"/>
              <a:gd name="connsiteX1" fmla="*/ 177800 w 416560"/>
              <a:gd name="connsiteY1" fmla="*/ 995680 h 1051560"/>
              <a:gd name="connsiteX2" fmla="*/ 269240 w 416560"/>
              <a:gd name="connsiteY2" fmla="*/ 848360 h 1051560"/>
              <a:gd name="connsiteX3" fmla="*/ 137160 w 416560"/>
              <a:gd name="connsiteY3" fmla="*/ 797560 h 1051560"/>
              <a:gd name="connsiteX4" fmla="*/ 40640 w 416560"/>
              <a:gd name="connsiteY4" fmla="*/ 706120 h 1051560"/>
              <a:gd name="connsiteX5" fmla="*/ 0 w 416560"/>
              <a:gd name="connsiteY5" fmla="*/ 589280 h 1051560"/>
              <a:gd name="connsiteX6" fmla="*/ 0 w 416560"/>
              <a:gd name="connsiteY6" fmla="*/ 406400 h 1051560"/>
              <a:gd name="connsiteX7" fmla="*/ 111760 w 416560"/>
              <a:gd name="connsiteY7" fmla="*/ 248920 h 1051560"/>
              <a:gd name="connsiteX8" fmla="*/ 101600 w 416560"/>
              <a:gd name="connsiteY8" fmla="*/ 35560 h 1051560"/>
              <a:gd name="connsiteX9" fmla="*/ 279400 w 416560"/>
              <a:gd name="connsiteY9" fmla="*/ 0 h 1051560"/>
              <a:gd name="connsiteX10" fmla="*/ 416560 w 416560"/>
              <a:gd name="connsiteY10" fmla="*/ 162560 h 1051560"/>
              <a:gd name="connsiteX11" fmla="*/ 350520 w 416560"/>
              <a:gd name="connsiteY11" fmla="*/ 508000 h 1051560"/>
              <a:gd name="connsiteX12" fmla="*/ 391160 w 416560"/>
              <a:gd name="connsiteY12" fmla="*/ 660400 h 1051560"/>
              <a:gd name="connsiteX13" fmla="*/ 386080 w 416560"/>
              <a:gd name="connsiteY13" fmla="*/ 878840 h 1051560"/>
              <a:gd name="connsiteX14" fmla="*/ 304800 w 416560"/>
              <a:gd name="connsiteY14" fmla="*/ 1051560 h 1051560"/>
              <a:gd name="connsiteX0" fmla="*/ 422095 w 422095"/>
              <a:gd name="connsiteY0" fmla="*/ 1215480 h 1215480"/>
              <a:gd name="connsiteX1" fmla="*/ 177800 w 422095"/>
              <a:gd name="connsiteY1" fmla="*/ 995680 h 1215480"/>
              <a:gd name="connsiteX2" fmla="*/ 269240 w 422095"/>
              <a:gd name="connsiteY2" fmla="*/ 848360 h 1215480"/>
              <a:gd name="connsiteX3" fmla="*/ 137160 w 422095"/>
              <a:gd name="connsiteY3" fmla="*/ 797560 h 1215480"/>
              <a:gd name="connsiteX4" fmla="*/ 40640 w 422095"/>
              <a:gd name="connsiteY4" fmla="*/ 706120 h 1215480"/>
              <a:gd name="connsiteX5" fmla="*/ 0 w 422095"/>
              <a:gd name="connsiteY5" fmla="*/ 589280 h 1215480"/>
              <a:gd name="connsiteX6" fmla="*/ 0 w 422095"/>
              <a:gd name="connsiteY6" fmla="*/ 406400 h 1215480"/>
              <a:gd name="connsiteX7" fmla="*/ 111760 w 422095"/>
              <a:gd name="connsiteY7" fmla="*/ 248920 h 1215480"/>
              <a:gd name="connsiteX8" fmla="*/ 101600 w 422095"/>
              <a:gd name="connsiteY8" fmla="*/ 35560 h 1215480"/>
              <a:gd name="connsiteX9" fmla="*/ 279400 w 422095"/>
              <a:gd name="connsiteY9" fmla="*/ 0 h 1215480"/>
              <a:gd name="connsiteX10" fmla="*/ 416560 w 422095"/>
              <a:gd name="connsiteY10" fmla="*/ 162560 h 1215480"/>
              <a:gd name="connsiteX11" fmla="*/ 350520 w 422095"/>
              <a:gd name="connsiteY11" fmla="*/ 508000 h 1215480"/>
              <a:gd name="connsiteX12" fmla="*/ 391160 w 422095"/>
              <a:gd name="connsiteY12" fmla="*/ 660400 h 1215480"/>
              <a:gd name="connsiteX13" fmla="*/ 386080 w 422095"/>
              <a:gd name="connsiteY13" fmla="*/ 878840 h 1215480"/>
              <a:gd name="connsiteX14" fmla="*/ 422095 w 422095"/>
              <a:gd name="connsiteY14" fmla="*/ 1215480 h 1215480"/>
              <a:gd name="connsiteX0" fmla="*/ 422095 w 567698"/>
              <a:gd name="connsiteY0" fmla="*/ 1215480 h 1215480"/>
              <a:gd name="connsiteX1" fmla="*/ 177800 w 567698"/>
              <a:gd name="connsiteY1" fmla="*/ 995680 h 1215480"/>
              <a:gd name="connsiteX2" fmla="*/ 269240 w 567698"/>
              <a:gd name="connsiteY2" fmla="*/ 848360 h 1215480"/>
              <a:gd name="connsiteX3" fmla="*/ 137160 w 567698"/>
              <a:gd name="connsiteY3" fmla="*/ 797560 h 1215480"/>
              <a:gd name="connsiteX4" fmla="*/ 40640 w 567698"/>
              <a:gd name="connsiteY4" fmla="*/ 706120 h 1215480"/>
              <a:gd name="connsiteX5" fmla="*/ 0 w 567698"/>
              <a:gd name="connsiteY5" fmla="*/ 589280 h 1215480"/>
              <a:gd name="connsiteX6" fmla="*/ 0 w 567698"/>
              <a:gd name="connsiteY6" fmla="*/ 406400 h 1215480"/>
              <a:gd name="connsiteX7" fmla="*/ 111760 w 567698"/>
              <a:gd name="connsiteY7" fmla="*/ 248920 h 1215480"/>
              <a:gd name="connsiteX8" fmla="*/ 101600 w 567698"/>
              <a:gd name="connsiteY8" fmla="*/ 35560 h 1215480"/>
              <a:gd name="connsiteX9" fmla="*/ 279400 w 567698"/>
              <a:gd name="connsiteY9" fmla="*/ 0 h 1215480"/>
              <a:gd name="connsiteX10" fmla="*/ 416560 w 567698"/>
              <a:gd name="connsiteY10" fmla="*/ 162560 h 1215480"/>
              <a:gd name="connsiteX11" fmla="*/ 350520 w 567698"/>
              <a:gd name="connsiteY11" fmla="*/ 508000 h 1215480"/>
              <a:gd name="connsiteX12" fmla="*/ 391160 w 567698"/>
              <a:gd name="connsiteY12" fmla="*/ 660400 h 1215480"/>
              <a:gd name="connsiteX13" fmla="*/ 567698 w 567698"/>
              <a:gd name="connsiteY13" fmla="*/ 745933 h 1215480"/>
              <a:gd name="connsiteX14" fmla="*/ 422095 w 567698"/>
              <a:gd name="connsiteY14" fmla="*/ 1215480 h 1215480"/>
              <a:gd name="connsiteX0" fmla="*/ 353988 w 567698"/>
              <a:gd name="connsiteY0" fmla="*/ 1109153 h 1109153"/>
              <a:gd name="connsiteX1" fmla="*/ 177800 w 567698"/>
              <a:gd name="connsiteY1" fmla="*/ 995680 h 1109153"/>
              <a:gd name="connsiteX2" fmla="*/ 269240 w 567698"/>
              <a:gd name="connsiteY2" fmla="*/ 848360 h 1109153"/>
              <a:gd name="connsiteX3" fmla="*/ 137160 w 567698"/>
              <a:gd name="connsiteY3" fmla="*/ 797560 h 1109153"/>
              <a:gd name="connsiteX4" fmla="*/ 40640 w 567698"/>
              <a:gd name="connsiteY4" fmla="*/ 706120 h 1109153"/>
              <a:gd name="connsiteX5" fmla="*/ 0 w 567698"/>
              <a:gd name="connsiteY5" fmla="*/ 589280 h 1109153"/>
              <a:gd name="connsiteX6" fmla="*/ 0 w 567698"/>
              <a:gd name="connsiteY6" fmla="*/ 406400 h 1109153"/>
              <a:gd name="connsiteX7" fmla="*/ 111760 w 567698"/>
              <a:gd name="connsiteY7" fmla="*/ 248920 h 1109153"/>
              <a:gd name="connsiteX8" fmla="*/ 101600 w 567698"/>
              <a:gd name="connsiteY8" fmla="*/ 35560 h 1109153"/>
              <a:gd name="connsiteX9" fmla="*/ 279400 w 567698"/>
              <a:gd name="connsiteY9" fmla="*/ 0 h 1109153"/>
              <a:gd name="connsiteX10" fmla="*/ 416560 w 567698"/>
              <a:gd name="connsiteY10" fmla="*/ 162560 h 1109153"/>
              <a:gd name="connsiteX11" fmla="*/ 350520 w 567698"/>
              <a:gd name="connsiteY11" fmla="*/ 508000 h 1109153"/>
              <a:gd name="connsiteX12" fmla="*/ 391160 w 567698"/>
              <a:gd name="connsiteY12" fmla="*/ 660400 h 1109153"/>
              <a:gd name="connsiteX13" fmla="*/ 567698 w 567698"/>
              <a:gd name="connsiteY13" fmla="*/ 745933 h 1109153"/>
              <a:gd name="connsiteX14" fmla="*/ 353988 w 567698"/>
              <a:gd name="connsiteY14" fmla="*/ 1109153 h 1109153"/>
              <a:gd name="connsiteX0" fmla="*/ 353988 w 567698"/>
              <a:gd name="connsiteY0" fmla="*/ 1109153 h 1109153"/>
              <a:gd name="connsiteX1" fmla="*/ 177800 w 567698"/>
              <a:gd name="connsiteY1" fmla="*/ 995680 h 1109153"/>
              <a:gd name="connsiteX2" fmla="*/ 159513 w 567698"/>
              <a:gd name="connsiteY2" fmla="*/ 843929 h 1109153"/>
              <a:gd name="connsiteX3" fmla="*/ 137160 w 567698"/>
              <a:gd name="connsiteY3" fmla="*/ 797560 h 1109153"/>
              <a:gd name="connsiteX4" fmla="*/ 40640 w 567698"/>
              <a:gd name="connsiteY4" fmla="*/ 706120 h 1109153"/>
              <a:gd name="connsiteX5" fmla="*/ 0 w 567698"/>
              <a:gd name="connsiteY5" fmla="*/ 589280 h 1109153"/>
              <a:gd name="connsiteX6" fmla="*/ 0 w 567698"/>
              <a:gd name="connsiteY6" fmla="*/ 406400 h 1109153"/>
              <a:gd name="connsiteX7" fmla="*/ 111760 w 567698"/>
              <a:gd name="connsiteY7" fmla="*/ 248920 h 1109153"/>
              <a:gd name="connsiteX8" fmla="*/ 101600 w 567698"/>
              <a:gd name="connsiteY8" fmla="*/ 35560 h 1109153"/>
              <a:gd name="connsiteX9" fmla="*/ 279400 w 567698"/>
              <a:gd name="connsiteY9" fmla="*/ 0 h 1109153"/>
              <a:gd name="connsiteX10" fmla="*/ 416560 w 567698"/>
              <a:gd name="connsiteY10" fmla="*/ 162560 h 1109153"/>
              <a:gd name="connsiteX11" fmla="*/ 350520 w 567698"/>
              <a:gd name="connsiteY11" fmla="*/ 508000 h 1109153"/>
              <a:gd name="connsiteX12" fmla="*/ 391160 w 567698"/>
              <a:gd name="connsiteY12" fmla="*/ 660400 h 1109153"/>
              <a:gd name="connsiteX13" fmla="*/ 567698 w 567698"/>
              <a:gd name="connsiteY13" fmla="*/ 745933 h 1109153"/>
              <a:gd name="connsiteX14" fmla="*/ 353988 w 567698"/>
              <a:gd name="connsiteY14" fmla="*/ 1109153 h 1109153"/>
              <a:gd name="connsiteX0" fmla="*/ 353988 w 567908"/>
              <a:gd name="connsiteY0" fmla="*/ 1159246 h 1159246"/>
              <a:gd name="connsiteX1" fmla="*/ 177800 w 567908"/>
              <a:gd name="connsiteY1" fmla="*/ 1045773 h 1159246"/>
              <a:gd name="connsiteX2" fmla="*/ 159513 w 567908"/>
              <a:gd name="connsiteY2" fmla="*/ 894022 h 1159246"/>
              <a:gd name="connsiteX3" fmla="*/ 137160 w 567908"/>
              <a:gd name="connsiteY3" fmla="*/ 847653 h 1159246"/>
              <a:gd name="connsiteX4" fmla="*/ 40640 w 567908"/>
              <a:gd name="connsiteY4" fmla="*/ 756213 h 1159246"/>
              <a:gd name="connsiteX5" fmla="*/ 0 w 567908"/>
              <a:gd name="connsiteY5" fmla="*/ 639373 h 1159246"/>
              <a:gd name="connsiteX6" fmla="*/ 0 w 567908"/>
              <a:gd name="connsiteY6" fmla="*/ 456493 h 1159246"/>
              <a:gd name="connsiteX7" fmla="*/ 111760 w 567908"/>
              <a:gd name="connsiteY7" fmla="*/ 299013 h 1159246"/>
              <a:gd name="connsiteX8" fmla="*/ 101600 w 567908"/>
              <a:gd name="connsiteY8" fmla="*/ 85653 h 1159246"/>
              <a:gd name="connsiteX9" fmla="*/ 279400 w 567908"/>
              <a:gd name="connsiteY9" fmla="*/ 50093 h 1159246"/>
              <a:gd name="connsiteX10" fmla="*/ 567908 w 567908"/>
              <a:gd name="connsiteY10" fmla="*/ 0 h 1159246"/>
              <a:gd name="connsiteX11" fmla="*/ 350520 w 567908"/>
              <a:gd name="connsiteY11" fmla="*/ 558093 h 1159246"/>
              <a:gd name="connsiteX12" fmla="*/ 391160 w 567908"/>
              <a:gd name="connsiteY12" fmla="*/ 710493 h 1159246"/>
              <a:gd name="connsiteX13" fmla="*/ 567698 w 567908"/>
              <a:gd name="connsiteY13" fmla="*/ 796026 h 1159246"/>
              <a:gd name="connsiteX14" fmla="*/ 353988 w 567908"/>
              <a:gd name="connsiteY14" fmla="*/ 1159246 h 1159246"/>
              <a:gd name="connsiteX0" fmla="*/ 353988 w 567908"/>
              <a:gd name="connsiteY0" fmla="*/ 1538889 h 1538889"/>
              <a:gd name="connsiteX1" fmla="*/ 177800 w 567908"/>
              <a:gd name="connsiteY1" fmla="*/ 1425416 h 1538889"/>
              <a:gd name="connsiteX2" fmla="*/ 159513 w 567908"/>
              <a:gd name="connsiteY2" fmla="*/ 1273665 h 1538889"/>
              <a:gd name="connsiteX3" fmla="*/ 137160 w 567908"/>
              <a:gd name="connsiteY3" fmla="*/ 1227296 h 1538889"/>
              <a:gd name="connsiteX4" fmla="*/ 40640 w 567908"/>
              <a:gd name="connsiteY4" fmla="*/ 1135856 h 1538889"/>
              <a:gd name="connsiteX5" fmla="*/ 0 w 567908"/>
              <a:gd name="connsiteY5" fmla="*/ 1019016 h 1538889"/>
              <a:gd name="connsiteX6" fmla="*/ 0 w 567908"/>
              <a:gd name="connsiteY6" fmla="*/ 836136 h 1538889"/>
              <a:gd name="connsiteX7" fmla="*/ 111760 w 567908"/>
              <a:gd name="connsiteY7" fmla="*/ 678656 h 1538889"/>
              <a:gd name="connsiteX8" fmla="*/ 101600 w 567908"/>
              <a:gd name="connsiteY8" fmla="*/ 465296 h 1538889"/>
              <a:gd name="connsiteX9" fmla="*/ 513990 w 567908"/>
              <a:gd name="connsiteY9" fmla="*/ 0 h 1538889"/>
              <a:gd name="connsiteX10" fmla="*/ 567908 w 567908"/>
              <a:gd name="connsiteY10" fmla="*/ 379643 h 1538889"/>
              <a:gd name="connsiteX11" fmla="*/ 350520 w 567908"/>
              <a:gd name="connsiteY11" fmla="*/ 937736 h 1538889"/>
              <a:gd name="connsiteX12" fmla="*/ 391160 w 567908"/>
              <a:gd name="connsiteY12" fmla="*/ 1090136 h 1538889"/>
              <a:gd name="connsiteX13" fmla="*/ 567698 w 567908"/>
              <a:gd name="connsiteY13" fmla="*/ 1175669 h 1538889"/>
              <a:gd name="connsiteX14" fmla="*/ 353988 w 567908"/>
              <a:gd name="connsiteY14" fmla="*/ 1538889 h 1538889"/>
              <a:gd name="connsiteX0" fmla="*/ 353988 w 567908"/>
              <a:gd name="connsiteY0" fmla="*/ 1538889 h 1538889"/>
              <a:gd name="connsiteX1" fmla="*/ 177800 w 567908"/>
              <a:gd name="connsiteY1" fmla="*/ 1425416 h 1538889"/>
              <a:gd name="connsiteX2" fmla="*/ 159513 w 567908"/>
              <a:gd name="connsiteY2" fmla="*/ 1273665 h 1538889"/>
              <a:gd name="connsiteX3" fmla="*/ 137160 w 567908"/>
              <a:gd name="connsiteY3" fmla="*/ 1227296 h 1538889"/>
              <a:gd name="connsiteX4" fmla="*/ 40640 w 567908"/>
              <a:gd name="connsiteY4" fmla="*/ 1135856 h 1538889"/>
              <a:gd name="connsiteX5" fmla="*/ 0 w 567908"/>
              <a:gd name="connsiteY5" fmla="*/ 1019016 h 1538889"/>
              <a:gd name="connsiteX6" fmla="*/ 0 w 567908"/>
              <a:gd name="connsiteY6" fmla="*/ 836136 h 1538889"/>
              <a:gd name="connsiteX7" fmla="*/ 111760 w 567908"/>
              <a:gd name="connsiteY7" fmla="*/ 678656 h 1538889"/>
              <a:gd name="connsiteX8" fmla="*/ 302136 w 567908"/>
              <a:gd name="connsiteY8" fmla="*/ 79864 h 1538889"/>
              <a:gd name="connsiteX9" fmla="*/ 513990 w 567908"/>
              <a:gd name="connsiteY9" fmla="*/ 0 h 1538889"/>
              <a:gd name="connsiteX10" fmla="*/ 567908 w 567908"/>
              <a:gd name="connsiteY10" fmla="*/ 379643 h 1538889"/>
              <a:gd name="connsiteX11" fmla="*/ 350520 w 567908"/>
              <a:gd name="connsiteY11" fmla="*/ 937736 h 1538889"/>
              <a:gd name="connsiteX12" fmla="*/ 391160 w 567908"/>
              <a:gd name="connsiteY12" fmla="*/ 1090136 h 1538889"/>
              <a:gd name="connsiteX13" fmla="*/ 567698 w 567908"/>
              <a:gd name="connsiteY13" fmla="*/ 1175669 h 1538889"/>
              <a:gd name="connsiteX14" fmla="*/ 353988 w 567908"/>
              <a:gd name="connsiteY14" fmla="*/ 1538889 h 1538889"/>
              <a:gd name="connsiteX0" fmla="*/ 353988 w 567908"/>
              <a:gd name="connsiteY0" fmla="*/ 1542491 h 1542491"/>
              <a:gd name="connsiteX1" fmla="*/ 177800 w 567908"/>
              <a:gd name="connsiteY1" fmla="*/ 1429018 h 1542491"/>
              <a:gd name="connsiteX2" fmla="*/ 159513 w 567908"/>
              <a:gd name="connsiteY2" fmla="*/ 1277267 h 1542491"/>
              <a:gd name="connsiteX3" fmla="*/ 137160 w 567908"/>
              <a:gd name="connsiteY3" fmla="*/ 1230898 h 1542491"/>
              <a:gd name="connsiteX4" fmla="*/ 40640 w 567908"/>
              <a:gd name="connsiteY4" fmla="*/ 1139458 h 1542491"/>
              <a:gd name="connsiteX5" fmla="*/ 0 w 567908"/>
              <a:gd name="connsiteY5" fmla="*/ 1022618 h 1542491"/>
              <a:gd name="connsiteX6" fmla="*/ 0 w 567908"/>
              <a:gd name="connsiteY6" fmla="*/ 839738 h 1542491"/>
              <a:gd name="connsiteX7" fmla="*/ 100408 w 567908"/>
              <a:gd name="connsiteY7" fmla="*/ 0 h 1542491"/>
              <a:gd name="connsiteX8" fmla="*/ 302136 w 567908"/>
              <a:gd name="connsiteY8" fmla="*/ 83466 h 1542491"/>
              <a:gd name="connsiteX9" fmla="*/ 513990 w 567908"/>
              <a:gd name="connsiteY9" fmla="*/ 3602 h 1542491"/>
              <a:gd name="connsiteX10" fmla="*/ 567908 w 567908"/>
              <a:gd name="connsiteY10" fmla="*/ 383245 h 1542491"/>
              <a:gd name="connsiteX11" fmla="*/ 350520 w 567908"/>
              <a:gd name="connsiteY11" fmla="*/ 941338 h 1542491"/>
              <a:gd name="connsiteX12" fmla="*/ 391160 w 567908"/>
              <a:gd name="connsiteY12" fmla="*/ 1093738 h 1542491"/>
              <a:gd name="connsiteX13" fmla="*/ 567698 w 567908"/>
              <a:gd name="connsiteY13" fmla="*/ 1179271 h 1542491"/>
              <a:gd name="connsiteX14" fmla="*/ 353988 w 567908"/>
              <a:gd name="connsiteY14" fmla="*/ 1542491 h 1542491"/>
              <a:gd name="connsiteX0" fmla="*/ 410744 w 624664"/>
              <a:gd name="connsiteY0" fmla="*/ 1542491 h 1542491"/>
              <a:gd name="connsiteX1" fmla="*/ 234556 w 624664"/>
              <a:gd name="connsiteY1" fmla="*/ 1429018 h 1542491"/>
              <a:gd name="connsiteX2" fmla="*/ 216269 w 624664"/>
              <a:gd name="connsiteY2" fmla="*/ 1277267 h 1542491"/>
              <a:gd name="connsiteX3" fmla="*/ 193916 w 624664"/>
              <a:gd name="connsiteY3" fmla="*/ 1230898 h 1542491"/>
              <a:gd name="connsiteX4" fmla="*/ 97396 w 624664"/>
              <a:gd name="connsiteY4" fmla="*/ 1139458 h 1542491"/>
              <a:gd name="connsiteX5" fmla="*/ 56756 w 624664"/>
              <a:gd name="connsiteY5" fmla="*/ 1022618 h 1542491"/>
              <a:gd name="connsiteX6" fmla="*/ 0 w 624664"/>
              <a:gd name="connsiteY6" fmla="*/ 347980 h 1542491"/>
              <a:gd name="connsiteX7" fmla="*/ 157164 w 624664"/>
              <a:gd name="connsiteY7" fmla="*/ 0 h 1542491"/>
              <a:gd name="connsiteX8" fmla="*/ 358892 w 624664"/>
              <a:gd name="connsiteY8" fmla="*/ 83466 h 1542491"/>
              <a:gd name="connsiteX9" fmla="*/ 570746 w 624664"/>
              <a:gd name="connsiteY9" fmla="*/ 3602 h 1542491"/>
              <a:gd name="connsiteX10" fmla="*/ 624664 w 624664"/>
              <a:gd name="connsiteY10" fmla="*/ 383245 h 1542491"/>
              <a:gd name="connsiteX11" fmla="*/ 407276 w 624664"/>
              <a:gd name="connsiteY11" fmla="*/ 941338 h 1542491"/>
              <a:gd name="connsiteX12" fmla="*/ 447916 w 624664"/>
              <a:gd name="connsiteY12" fmla="*/ 1093738 h 1542491"/>
              <a:gd name="connsiteX13" fmla="*/ 624454 w 624664"/>
              <a:gd name="connsiteY13" fmla="*/ 1179271 h 1542491"/>
              <a:gd name="connsiteX14" fmla="*/ 410744 w 624664"/>
              <a:gd name="connsiteY14" fmla="*/ 1542491 h 1542491"/>
              <a:gd name="connsiteX0" fmla="*/ 459931 w 673851"/>
              <a:gd name="connsiteY0" fmla="*/ 1542491 h 1542491"/>
              <a:gd name="connsiteX1" fmla="*/ 283743 w 673851"/>
              <a:gd name="connsiteY1" fmla="*/ 1429018 h 1542491"/>
              <a:gd name="connsiteX2" fmla="*/ 265456 w 673851"/>
              <a:gd name="connsiteY2" fmla="*/ 1277267 h 1542491"/>
              <a:gd name="connsiteX3" fmla="*/ 243103 w 673851"/>
              <a:gd name="connsiteY3" fmla="*/ 1230898 h 1542491"/>
              <a:gd name="connsiteX4" fmla="*/ 146583 w 673851"/>
              <a:gd name="connsiteY4" fmla="*/ 1139458 h 1542491"/>
              <a:gd name="connsiteX5" fmla="*/ 0 w 673851"/>
              <a:gd name="connsiteY5" fmla="*/ 553012 h 1542491"/>
              <a:gd name="connsiteX6" fmla="*/ 49187 w 673851"/>
              <a:gd name="connsiteY6" fmla="*/ 347980 h 1542491"/>
              <a:gd name="connsiteX7" fmla="*/ 206351 w 673851"/>
              <a:gd name="connsiteY7" fmla="*/ 0 h 1542491"/>
              <a:gd name="connsiteX8" fmla="*/ 408079 w 673851"/>
              <a:gd name="connsiteY8" fmla="*/ 83466 h 1542491"/>
              <a:gd name="connsiteX9" fmla="*/ 619933 w 673851"/>
              <a:gd name="connsiteY9" fmla="*/ 3602 h 1542491"/>
              <a:gd name="connsiteX10" fmla="*/ 673851 w 673851"/>
              <a:gd name="connsiteY10" fmla="*/ 383245 h 1542491"/>
              <a:gd name="connsiteX11" fmla="*/ 456463 w 673851"/>
              <a:gd name="connsiteY11" fmla="*/ 941338 h 1542491"/>
              <a:gd name="connsiteX12" fmla="*/ 497103 w 673851"/>
              <a:gd name="connsiteY12" fmla="*/ 1093738 h 1542491"/>
              <a:gd name="connsiteX13" fmla="*/ 673641 w 673851"/>
              <a:gd name="connsiteY13" fmla="*/ 1179271 h 1542491"/>
              <a:gd name="connsiteX14" fmla="*/ 459931 w 673851"/>
              <a:gd name="connsiteY14" fmla="*/ 1542491 h 1542491"/>
              <a:gd name="connsiteX0" fmla="*/ 459931 w 673851"/>
              <a:gd name="connsiteY0" fmla="*/ 1542491 h 1542491"/>
              <a:gd name="connsiteX1" fmla="*/ 283743 w 673851"/>
              <a:gd name="connsiteY1" fmla="*/ 1429018 h 1542491"/>
              <a:gd name="connsiteX2" fmla="*/ 265456 w 673851"/>
              <a:gd name="connsiteY2" fmla="*/ 1277267 h 1542491"/>
              <a:gd name="connsiteX3" fmla="*/ 243103 w 673851"/>
              <a:gd name="connsiteY3" fmla="*/ 1230898 h 1542491"/>
              <a:gd name="connsiteX4" fmla="*/ 2802 w 673851"/>
              <a:gd name="connsiteY4" fmla="*/ 842631 h 1542491"/>
              <a:gd name="connsiteX5" fmla="*/ 0 w 673851"/>
              <a:gd name="connsiteY5" fmla="*/ 553012 h 1542491"/>
              <a:gd name="connsiteX6" fmla="*/ 49187 w 673851"/>
              <a:gd name="connsiteY6" fmla="*/ 347980 h 1542491"/>
              <a:gd name="connsiteX7" fmla="*/ 206351 w 673851"/>
              <a:gd name="connsiteY7" fmla="*/ 0 h 1542491"/>
              <a:gd name="connsiteX8" fmla="*/ 408079 w 673851"/>
              <a:gd name="connsiteY8" fmla="*/ 83466 h 1542491"/>
              <a:gd name="connsiteX9" fmla="*/ 619933 w 673851"/>
              <a:gd name="connsiteY9" fmla="*/ 3602 h 1542491"/>
              <a:gd name="connsiteX10" fmla="*/ 673851 w 673851"/>
              <a:gd name="connsiteY10" fmla="*/ 383245 h 1542491"/>
              <a:gd name="connsiteX11" fmla="*/ 456463 w 673851"/>
              <a:gd name="connsiteY11" fmla="*/ 941338 h 1542491"/>
              <a:gd name="connsiteX12" fmla="*/ 497103 w 673851"/>
              <a:gd name="connsiteY12" fmla="*/ 1093738 h 1542491"/>
              <a:gd name="connsiteX13" fmla="*/ 673641 w 673851"/>
              <a:gd name="connsiteY13" fmla="*/ 1179271 h 1542491"/>
              <a:gd name="connsiteX14" fmla="*/ 459931 w 673851"/>
              <a:gd name="connsiteY14" fmla="*/ 1542491 h 1542491"/>
              <a:gd name="connsiteX0" fmla="*/ 459931 w 673851"/>
              <a:gd name="connsiteY0" fmla="*/ 1542491 h 1542491"/>
              <a:gd name="connsiteX1" fmla="*/ 283743 w 673851"/>
              <a:gd name="connsiteY1" fmla="*/ 1429018 h 1542491"/>
              <a:gd name="connsiteX2" fmla="*/ 265456 w 673851"/>
              <a:gd name="connsiteY2" fmla="*/ 1277267 h 1542491"/>
              <a:gd name="connsiteX3" fmla="*/ 69052 w 673851"/>
              <a:gd name="connsiteY3" fmla="*/ 1031536 h 1542491"/>
              <a:gd name="connsiteX4" fmla="*/ 2802 w 673851"/>
              <a:gd name="connsiteY4" fmla="*/ 842631 h 1542491"/>
              <a:gd name="connsiteX5" fmla="*/ 0 w 673851"/>
              <a:gd name="connsiteY5" fmla="*/ 553012 h 1542491"/>
              <a:gd name="connsiteX6" fmla="*/ 49187 w 673851"/>
              <a:gd name="connsiteY6" fmla="*/ 347980 h 1542491"/>
              <a:gd name="connsiteX7" fmla="*/ 206351 w 673851"/>
              <a:gd name="connsiteY7" fmla="*/ 0 h 1542491"/>
              <a:gd name="connsiteX8" fmla="*/ 408079 w 673851"/>
              <a:gd name="connsiteY8" fmla="*/ 83466 h 1542491"/>
              <a:gd name="connsiteX9" fmla="*/ 619933 w 673851"/>
              <a:gd name="connsiteY9" fmla="*/ 3602 h 1542491"/>
              <a:gd name="connsiteX10" fmla="*/ 673851 w 673851"/>
              <a:gd name="connsiteY10" fmla="*/ 383245 h 1542491"/>
              <a:gd name="connsiteX11" fmla="*/ 456463 w 673851"/>
              <a:gd name="connsiteY11" fmla="*/ 941338 h 1542491"/>
              <a:gd name="connsiteX12" fmla="*/ 497103 w 673851"/>
              <a:gd name="connsiteY12" fmla="*/ 1093738 h 1542491"/>
              <a:gd name="connsiteX13" fmla="*/ 673641 w 673851"/>
              <a:gd name="connsiteY13" fmla="*/ 1179271 h 1542491"/>
              <a:gd name="connsiteX14" fmla="*/ 459931 w 673851"/>
              <a:gd name="connsiteY14" fmla="*/ 1542491 h 1542491"/>
              <a:gd name="connsiteX0" fmla="*/ 459931 w 673851"/>
              <a:gd name="connsiteY0" fmla="*/ 1542491 h 1542491"/>
              <a:gd name="connsiteX1" fmla="*/ 283743 w 673851"/>
              <a:gd name="connsiteY1" fmla="*/ 1429018 h 1542491"/>
              <a:gd name="connsiteX2" fmla="*/ 201132 w 673851"/>
              <a:gd name="connsiteY2" fmla="*/ 1263977 h 1542491"/>
              <a:gd name="connsiteX3" fmla="*/ 69052 w 673851"/>
              <a:gd name="connsiteY3" fmla="*/ 1031536 h 1542491"/>
              <a:gd name="connsiteX4" fmla="*/ 2802 w 673851"/>
              <a:gd name="connsiteY4" fmla="*/ 842631 h 1542491"/>
              <a:gd name="connsiteX5" fmla="*/ 0 w 673851"/>
              <a:gd name="connsiteY5" fmla="*/ 553012 h 1542491"/>
              <a:gd name="connsiteX6" fmla="*/ 49187 w 673851"/>
              <a:gd name="connsiteY6" fmla="*/ 347980 h 1542491"/>
              <a:gd name="connsiteX7" fmla="*/ 206351 w 673851"/>
              <a:gd name="connsiteY7" fmla="*/ 0 h 1542491"/>
              <a:gd name="connsiteX8" fmla="*/ 408079 w 673851"/>
              <a:gd name="connsiteY8" fmla="*/ 83466 h 1542491"/>
              <a:gd name="connsiteX9" fmla="*/ 619933 w 673851"/>
              <a:gd name="connsiteY9" fmla="*/ 3602 h 1542491"/>
              <a:gd name="connsiteX10" fmla="*/ 673851 w 673851"/>
              <a:gd name="connsiteY10" fmla="*/ 383245 h 1542491"/>
              <a:gd name="connsiteX11" fmla="*/ 456463 w 673851"/>
              <a:gd name="connsiteY11" fmla="*/ 941338 h 1542491"/>
              <a:gd name="connsiteX12" fmla="*/ 497103 w 673851"/>
              <a:gd name="connsiteY12" fmla="*/ 1093738 h 1542491"/>
              <a:gd name="connsiteX13" fmla="*/ 673641 w 673851"/>
              <a:gd name="connsiteY13" fmla="*/ 1179271 h 1542491"/>
              <a:gd name="connsiteX14" fmla="*/ 459931 w 673851"/>
              <a:gd name="connsiteY14" fmla="*/ 1542491 h 1542491"/>
              <a:gd name="connsiteX0" fmla="*/ 459931 w 673851"/>
              <a:gd name="connsiteY0" fmla="*/ 1542491 h 1542491"/>
              <a:gd name="connsiteX1" fmla="*/ 317796 w 673851"/>
              <a:gd name="connsiteY1" fmla="*/ 1415728 h 1542491"/>
              <a:gd name="connsiteX2" fmla="*/ 201132 w 673851"/>
              <a:gd name="connsiteY2" fmla="*/ 1263977 h 1542491"/>
              <a:gd name="connsiteX3" fmla="*/ 69052 w 673851"/>
              <a:gd name="connsiteY3" fmla="*/ 1031536 h 1542491"/>
              <a:gd name="connsiteX4" fmla="*/ 2802 w 673851"/>
              <a:gd name="connsiteY4" fmla="*/ 842631 h 1542491"/>
              <a:gd name="connsiteX5" fmla="*/ 0 w 673851"/>
              <a:gd name="connsiteY5" fmla="*/ 553012 h 1542491"/>
              <a:gd name="connsiteX6" fmla="*/ 49187 w 673851"/>
              <a:gd name="connsiteY6" fmla="*/ 347980 h 1542491"/>
              <a:gd name="connsiteX7" fmla="*/ 206351 w 673851"/>
              <a:gd name="connsiteY7" fmla="*/ 0 h 1542491"/>
              <a:gd name="connsiteX8" fmla="*/ 408079 w 673851"/>
              <a:gd name="connsiteY8" fmla="*/ 83466 h 1542491"/>
              <a:gd name="connsiteX9" fmla="*/ 619933 w 673851"/>
              <a:gd name="connsiteY9" fmla="*/ 3602 h 1542491"/>
              <a:gd name="connsiteX10" fmla="*/ 673851 w 673851"/>
              <a:gd name="connsiteY10" fmla="*/ 383245 h 1542491"/>
              <a:gd name="connsiteX11" fmla="*/ 456463 w 673851"/>
              <a:gd name="connsiteY11" fmla="*/ 941338 h 1542491"/>
              <a:gd name="connsiteX12" fmla="*/ 497103 w 673851"/>
              <a:gd name="connsiteY12" fmla="*/ 1093738 h 1542491"/>
              <a:gd name="connsiteX13" fmla="*/ 673641 w 673851"/>
              <a:gd name="connsiteY13" fmla="*/ 1179271 h 1542491"/>
              <a:gd name="connsiteX14" fmla="*/ 459931 w 673851"/>
              <a:gd name="connsiteY14" fmla="*/ 1542491 h 1542491"/>
              <a:gd name="connsiteX0" fmla="*/ 459931 w 673641"/>
              <a:gd name="connsiteY0" fmla="*/ 1542491 h 1542491"/>
              <a:gd name="connsiteX1" fmla="*/ 317796 w 673641"/>
              <a:gd name="connsiteY1" fmla="*/ 1415728 h 1542491"/>
              <a:gd name="connsiteX2" fmla="*/ 201132 w 673641"/>
              <a:gd name="connsiteY2" fmla="*/ 1263977 h 1542491"/>
              <a:gd name="connsiteX3" fmla="*/ 69052 w 673641"/>
              <a:gd name="connsiteY3" fmla="*/ 1031536 h 1542491"/>
              <a:gd name="connsiteX4" fmla="*/ 2802 w 673641"/>
              <a:gd name="connsiteY4" fmla="*/ 842631 h 1542491"/>
              <a:gd name="connsiteX5" fmla="*/ 0 w 673641"/>
              <a:gd name="connsiteY5" fmla="*/ 553012 h 1542491"/>
              <a:gd name="connsiteX6" fmla="*/ 49187 w 673641"/>
              <a:gd name="connsiteY6" fmla="*/ 347980 h 1542491"/>
              <a:gd name="connsiteX7" fmla="*/ 206351 w 673641"/>
              <a:gd name="connsiteY7" fmla="*/ 0 h 1542491"/>
              <a:gd name="connsiteX8" fmla="*/ 408079 w 673641"/>
              <a:gd name="connsiteY8" fmla="*/ 83466 h 1542491"/>
              <a:gd name="connsiteX9" fmla="*/ 619933 w 673641"/>
              <a:gd name="connsiteY9" fmla="*/ 3602 h 1542491"/>
              <a:gd name="connsiteX10" fmla="*/ 479238 w 673641"/>
              <a:gd name="connsiteY10" fmla="*/ 375732 h 1542491"/>
              <a:gd name="connsiteX11" fmla="*/ 456463 w 673641"/>
              <a:gd name="connsiteY11" fmla="*/ 941338 h 1542491"/>
              <a:gd name="connsiteX12" fmla="*/ 497103 w 673641"/>
              <a:gd name="connsiteY12" fmla="*/ 1093738 h 1542491"/>
              <a:gd name="connsiteX13" fmla="*/ 673641 w 673641"/>
              <a:gd name="connsiteY13" fmla="*/ 1179271 h 1542491"/>
              <a:gd name="connsiteX14" fmla="*/ 459931 w 673641"/>
              <a:gd name="connsiteY14" fmla="*/ 1542491 h 1542491"/>
              <a:gd name="connsiteX0" fmla="*/ 459931 w 673641"/>
              <a:gd name="connsiteY0" fmla="*/ 1542491 h 1542491"/>
              <a:gd name="connsiteX1" fmla="*/ 317796 w 673641"/>
              <a:gd name="connsiteY1" fmla="*/ 1415728 h 1542491"/>
              <a:gd name="connsiteX2" fmla="*/ 201132 w 673641"/>
              <a:gd name="connsiteY2" fmla="*/ 1263977 h 1542491"/>
              <a:gd name="connsiteX3" fmla="*/ 69052 w 673641"/>
              <a:gd name="connsiteY3" fmla="*/ 1031536 h 1542491"/>
              <a:gd name="connsiteX4" fmla="*/ 2802 w 673641"/>
              <a:gd name="connsiteY4" fmla="*/ 842631 h 1542491"/>
              <a:gd name="connsiteX5" fmla="*/ 0 w 673641"/>
              <a:gd name="connsiteY5" fmla="*/ 553012 h 1542491"/>
              <a:gd name="connsiteX6" fmla="*/ 49187 w 673641"/>
              <a:gd name="connsiteY6" fmla="*/ 347980 h 1542491"/>
              <a:gd name="connsiteX7" fmla="*/ 206351 w 673641"/>
              <a:gd name="connsiteY7" fmla="*/ 0 h 1542491"/>
              <a:gd name="connsiteX8" fmla="*/ 408079 w 673641"/>
              <a:gd name="connsiteY8" fmla="*/ 83466 h 1542491"/>
              <a:gd name="connsiteX9" fmla="*/ 619933 w 673641"/>
              <a:gd name="connsiteY9" fmla="*/ 3602 h 1542491"/>
              <a:gd name="connsiteX10" fmla="*/ 492070 w 673641"/>
              <a:gd name="connsiteY10" fmla="*/ 653683 h 1542491"/>
              <a:gd name="connsiteX11" fmla="*/ 456463 w 673641"/>
              <a:gd name="connsiteY11" fmla="*/ 941338 h 1542491"/>
              <a:gd name="connsiteX12" fmla="*/ 497103 w 673641"/>
              <a:gd name="connsiteY12" fmla="*/ 1093738 h 1542491"/>
              <a:gd name="connsiteX13" fmla="*/ 673641 w 673641"/>
              <a:gd name="connsiteY13" fmla="*/ 1179271 h 1542491"/>
              <a:gd name="connsiteX14" fmla="*/ 459931 w 673641"/>
              <a:gd name="connsiteY14" fmla="*/ 1542491 h 1542491"/>
              <a:gd name="connsiteX0" fmla="*/ 459931 w 673641"/>
              <a:gd name="connsiteY0" fmla="*/ 1542491 h 1542491"/>
              <a:gd name="connsiteX1" fmla="*/ 317796 w 673641"/>
              <a:gd name="connsiteY1" fmla="*/ 1415728 h 1542491"/>
              <a:gd name="connsiteX2" fmla="*/ 201132 w 673641"/>
              <a:gd name="connsiteY2" fmla="*/ 1263977 h 1542491"/>
              <a:gd name="connsiteX3" fmla="*/ 69052 w 673641"/>
              <a:gd name="connsiteY3" fmla="*/ 1031536 h 1542491"/>
              <a:gd name="connsiteX4" fmla="*/ 2802 w 673641"/>
              <a:gd name="connsiteY4" fmla="*/ 842631 h 1542491"/>
              <a:gd name="connsiteX5" fmla="*/ 0 w 673641"/>
              <a:gd name="connsiteY5" fmla="*/ 553012 h 1542491"/>
              <a:gd name="connsiteX6" fmla="*/ 49187 w 673641"/>
              <a:gd name="connsiteY6" fmla="*/ 347980 h 1542491"/>
              <a:gd name="connsiteX7" fmla="*/ 206351 w 673641"/>
              <a:gd name="connsiteY7" fmla="*/ 0 h 1542491"/>
              <a:gd name="connsiteX8" fmla="*/ 408079 w 673641"/>
              <a:gd name="connsiteY8" fmla="*/ 83466 h 1542491"/>
              <a:gd name="connsiteX9" fmla="*/ 666983 w 673641"/>
              <a:gd name="connsiteY9" fmla="*/ 341651 h 1542491"/>
              <a:gd name="connsiteX10" fmla="*/ 492070 w 673641"/>
              <a:gd name="connsiteY10" fmla="*/ 653683 h 1542491"/>
              <a:gd name="connsiteX11" fmla="*/ 456463 w 673641"/>
              <a:gd name="connsiteY11" fmla="*/ 941338 h 1542491"/>
              <a:gd name="connsiteX12" fmla="*/ 497103 w 673641"/>
              <a:gd name="connsiteY12" fmla="*/ 1093738 h 1542491"/>
              <a:gd name="connsiteX13" fmla="*/ 673641 w 673641"/>
              <a:gd name="connsiteY13" fmla="*/ 1179271 h 1542491"/>
              <a:gd name="connsiteX14" fmla="*/ 459931 w 673641"/>
              <a:gd name="connsiteY14" fmla="*/ 1542491 h 1542491"/>
              <a:gd name="connsiteX0" fmla="*/ 459931 w 673641"/>
              <a:gd name="connsiteY0" fmla="*/ 1542491 h 1542491"/>
              <a:gd name="connsiteX1" fmla="*/ 317796 w 673641"/>
              <a:gd name="connsiteY1" fmla="*/ 1415728 h 1542491"/>
              <a:gd name="connsiteX2" fmla="*/ 201132 w 673641"/>
              <a:gd name="connsiteY2" fmla="*/ 1263977 h 1542491"/>
              <a:gd name="connsiteX3" fmla="*/ 69052 w 673641"/>
              <a:gd name="connsiteY3" fmla="*/ 1031536 h 1542491"/>
              <a:gd name="connsiteX4" fmla="*/ 2802 w 673641"/>
              <a:gd name="connsiteY4" fmla="*/ 842631 h 1542491"/>
              <a:gd name="connsiteX5" fmla="*/ 0 w 673641"/>
              <a:gd name="connsiteY5" fmla="*/ 553012 h 1542491"/>
              <a:gd name="connsiteX6" fmla="*/ 49187 w 673641"/>
              <a:gd name="connsiteY6" fmla="*/ 347980 h 1542491"/>
              <a:gd name="connsiteX7" fmla="*/ 206351 w 673641"/>
              <a:gd name="connsiteY7" fmla="*/ 0 h 1542491"/>
              <a:gd name="connsiteX8" fmla="*/ 647604 w 673641"/>
              <a:gd name="connsiteY8" fmla="*/ 8344 h 1542491"/>
              <a:gd name="connsiteX9" fmla="*/ 666983 w 673641"/>
              <a:gd name="connsiteY9" fmla="*/ 341651 h 1542491"/>
              <a:gd name="connsiteX10" fmla="*/ 492070 w 673641"/>
              <a:gd name="connsiteY10" fmla="*/ 653683 h 1542491"/>
              <a:gd name="connsiteX11" fmla="*/ 456463 w 673641"/>
              <a:gd name="connsiteY11" fmla="*/ 941338 h 1542491"/>
              <a:gd name="connsiteX12" fmla="*/ 497103 w 673641"/>
              <a:gd name="connsiteY12" fmla="*/ 1093738 h 1542491"/>
              <a:gd name="connsiteX13" fmla="*/ 673641 w 673641"/>
              <a:gd name="connsiteY13" fmla="*/ 1179271 h 1542491"/>
              <a:gd name="connsiteX14" fmla="*/ 459931 w 673641"/>
              <a:gd name="connsiteY14" fmla="*/ 1542491 h 1542491"/>
              <a:gd name="connsiteX0" fmla="*/ 459931 w 673641"/>
              <a:gd name="connsiteY0" fmla="*/ 1534147 h 1534147"/>
              <a:gd name="connsiteX1" fmla="*/ 317796 w 673641"/>
              <a:gd name="connsiteY1" fmla="*/ 1407384 h 1534147"/>
              <a:gd name="connsiteX2" fmla="*/ 201132 w 673641"/>
              <a:gd name="connsiteY2" fmla="*/ 1255633 h 1534147"/>
              <a:gd name="connsiteX3" fmla="*/ 69052 w 673641"/>
              <a:gd name="connsiteY3" fmla="*/ 1023192 h 1534147"/>
              <a:gd name="connsiteX4" fmla="*/ 2802 w 673641"/>
              <a:gd name="connsiteY4" fmla="*/ 834287 h 1534147"/>
              <a:gd name="connsiteX5" fmla="*/ 0 w 673641"/>
              <a:gd name="connsiteY5" fmla="*/ 544668 h 1534147"/>
              <a:gd name="connsiteX6" fmla="*/ 49187 w 673641"/>
              <a:gd name="connsiteY6" fmla="*/ 339636 h 1534147"/>
              <a:gd name="connsiteX7" fmla="*/ 450153 w 673641"/>
              <a:gd name="connsiteY7" fmla="*/ 104338 h 1534147"/>
              <a:gd name="connsiteX8" fmla="*/ 647604 w 673641"/>
              <a:gd name="connsiteY8" fmla="*/ 0 h 1534147"/>
              <a:gd name="connsiteX9" fmla="*/ 666983 w 673641"/>
              <a:gd name="connsiteY9" fmla="*/ 333307 h 1534147"/>
              <a:gd name="connsiteX10" fmla="*/ 492070 w 673641"/>
              <a:gd name="connsiteY10" fmla="*/ 645339 h 1534147"/>
              <a:gd name="connsiteX11" fmla="*/ 456463 w 673641"/>
              <a:gd name="connsiteY11" fmla="*/ 932994 h 1534147"/>
              <a:gd name="connsiteX12" fmla="*/ 497103 w 673641"/>
              <a:gd name="connsiteY12" fmla="*/ 1085394 h 1534147"/>
              <a:gd name="connsiteX13" fmla="*/ 673641 w 673641"/>
              <a:gd name="connsiteY13" fmla="*/ 1170927 h 1534147"/>
              <a:gd name="connsiteX14" fmla="*/ 459931 w 673641"/>
              <a:gd name="connsiteY14" fmla="*/ 1534147 h 1534147"/>
              <a:gd name="connsiteX0" fmla="*/ 459931 w 673641"/>
              <a:gd name="connsiteY0" fmla="*/ 1535063 h 1535063"/>
              <a:gd name="connsiteX1" fmla="*/ 317796 w 673641"/>
              <a:gd name="connsiteY1" fmla="*/ 1408300 h 1535063"/>
              <a:gd name="connsiteX2" fmla="*/ 201132 w 673641"/>
              <a:gd name="connsiteY2" fmla="*/ 1256549 h 1535063"/>
              <a:gd name="connsiteX3" fmla="*/ 69052 w 673641"/>
              <a:gd name="connsiteY3" fmla="*/ 1024108 h 1535063"/>
              <a:gd name="connsiteX4" fmla="*/ 2802 w 673641"/>
              <a:gd name="connsiteY4" fmla="*/ 835203 h 1535063"/>
              <a:gd name="connsiteX5" fmla="*/ 0 w 673641"/>
              <a:gd name="connsiteY5" fmla="*/ 545584 h 1535063"/>
              <a:gd name="connsiteX6" fmla="*/ 226691 w 673641"/>
              <a:gd name="connsiteY6" fmla="*/ 0 h 1535063"/>
              <a:gd name="connsiteX7" fmla="*/ 450153 w 673641"/>
              <a:gd name="connsiteY7" fmla="*/ 105254 h 1535063"/>
              <a:gd name="connsiteX8" fmla="*/ 647604 w 673641"/>
              <a:gd name="connsiteY8" fmla="*/ 916 h 1535063"/>
              <a:gd name="connsiteX9" fmla="*/ 666983 w 673641"/>
              <a:gd name="connsiteY9" fmla="*/ 334223 h 1535063"/>
              <a:gd name="connsiteX10" fmla="*/ 492070 w 673641"/>
              <a:gd name="connsiteY10" fmla="*/ 646255 h 1535063"/>
              <a:gd name="connsiteX11" fmla="*/ 456463 w 673641"/>
              <a:gd name="connsiteY11" fmla="*/ 933910 h 1535063"/>
              <a:gd name="connsiteX12" fmla="*/ 497103 w 673641"/>
              <a:gd name="connsiteY12" fmla="*/ 1086310 h 1535063"/>
              <a:gd name="connsiteX13" fmla="*/ 673641 w 673641"/>
              <a:gd name="connsiteY13" fmla="*/ 1171843 h 1535063"/>
              <a:gd name="connsiteX14" fmla="*/ 459931 w 673641"/>
              <a:gd name="connsiteY14" fmla="*/ 1535063 h 1535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73641" h="1535063">
                <a:moveTo>
                  <a:pt x="459931" y="1535063"/>
                </a:moveTo>
                <a:lnTo>
                  <a:pt x="317796" y="1408300"/>
                </a:lnTo>
                <a:lnTo>
                  <a:pt x="201132" y="1256549"/>
                </a:lnTo>
                <a:lnTo>
                  <a:pt x="69052" y="1024108"/>
                </a:lnTo>
                <a:lnTo>
                  <a:pt x="2802" y="835203"/>
                </a:lnTo>
                <a:lnTo>
                  <a:pt x="0" y="545584"/>
                </a:lnTo>
                <a:lnTo>
                  <a:pt x="226691" y="0"/>
                </a:lnTo>
                <a:lnTo>
                  <a:pt x="450153" y="105254"/>
                </a:lnTo>
                <a:lnTo>
                  <a:pt x="647604" y="916"/>
                </a:lnTo>
                <a:lnTo>
                  <a:pt x="666983" y="334223"/>
                </a:lnTo>
                <a:lnTo>
                  <a:pt x="492070" y="646255"/>
                </a:lnTo>
                <a:lnTo>
                  <a:pt x="456463" y="933910"/>
                </a:lnTo>
                <a:lnTo>
                  <a:pt x="497103" y="1086310"/>
                </a:lnTo>
                <a:lnTo>
                  <a:pt x="673641" y="1171843"/>
                </a:lnTo>
                <a:lnTo>
                  <a:pt x="459931" y="1535063"/>
                </a:lnTo>
                <a:close/>
              </a:path>
            </a:pathLst>
          </a:custGeom>
          <a:gradFill flip="none" rotWithShape="1">
            <a:gsLst>
              <a:gs pos="38000">
                <a:srgbClr val="87A3B0">
                  <a:tint val="66000"/>
                  <a:satMod val="160000"/>
                  <a:alpha val="43000"/>
                </a:srgbClr>
              </a:gs>
              <a:gs pos="50000">
                <a:srgbClr val="87A3B0">
                  <a:tint val="44500"/>
                  <a:satMod val="160000"/>
                </a:srgbClr>
              </a:gs>
              <a:gs pos="100000">
                <a:srgbClr val="87A3B0">
                  <a:tint val="23500"/>
                  <a:satMod val="16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362B506-786A-445B-845A-13749E9778B8}"/>
              </a:ext>
            </a:extLst>
          </p:cNvPr>
          <p:cNvCxnSpPr>
            <a:cxnSpLocks/>
          </p:cNvCxnSpPr>
          <p:nvPr/>
        </p:nvCxnSpPr>
        <p:spPr>
          <a:xfrm flipH="1" flipV="1">
            <a:off x="5893147" y="6033470"/>
            <a:ext cx="202853" cy="516442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0428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4E60119-D69E-6B28-F783-8F0D3E650C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saturation sat="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300" b="8591"/>
          <a:stretch/>
        </p:blipFill>
        <p:spPr>
          <a:xfrm>
            <a:off x="1" y="-24062"/>
            <a:ext cx="12455205" cy="6882063"/>
          </a:xfrm>
          <a:prstGeom prst="rect">
            <a:avLst/>
          </a:prstGeom>
        </p:spPr>
      </p:pic>
      <p:pic>
        <p:nvPicPr>
          <p:cNvPr id="5" name="Imagen 13" descr="Imagen 13">
            <a:extLst>
              <a:ext uri="{FF2B5EF4-FFF2-40B4-BE49-F238E27FC236}">
                <a16:creationId xmlns:a16="http://schemas.microsoft.com/office/drawing/2014/main" id="{7ECB52D2-09BA-0808-5878-19CCB893F2E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827" y="588132"/>
            <a:ext cx="3646638" cy="44330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3249E-0EC7-3C9B-C8FB-F260D61CF542}"/>
              </a:ext>
            </a:extLst>
          </p:cNvPr>
          <p:cNvSpPr/>
          <p:nvPr/>
        </p:nvSpPr>
        <p:spPr>
          <a:xfrm>
            <a:off x="0" y="3714673"/>
            <a:ext cx="12455205" cy="2758171"/>
          </a:xfrm>
          <a:prstGeom prst="rect">
            <a:avLst/>
          </a:prstGeom>
          <a:solidFill>
            <a:srgbClr val="253C78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55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AC1AD91-D9B4-ABB6-52BD-232CA16B60D7}"/>
              </a:ext>
            </a:extLst>
          </p:cNvPr>
          <p:cNvSpPr txBox="1"/>
          <p:nvPr/>
        </p:nvSpPr>
        <p:spPr>
          <a:xfrm>
            <a:off x="500386" y="3636004"/>
            <a:ext cx="105631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chemeClr val="bg1"/>
                </a:solidFill>
                <a:latin typeface="Blogger Sans" panose="02000506030000020004"/>
                <a:cs typeface="Calibri" panose="020F0502020204030204" pitchFamily="34" charset="0"/>
              </a:rPr>
              <a:t>GRACIAS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33121099-CE9B-6D84-807E-0F559AA42D2F}"/>
              </a:ext>
            </a:extLst>
          </p:cNvPr>
          <p:cNvSpPr txBox="1"/>
          <p:nvPr/>
        </p:nvSpPr>
        <p:spPr>
          <a:xfrm>
            <a:off x="591826" y="1286842"/>
            <a:ext cx="8538123" cy="356787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 marR="3387" indent="-423">
              <a:spcBef>
                <a:spcPts val="67"/>
              </a:spcBef>
            </a:pPr>
            <a:r>
              <a:rPr lang="es-ES" sz="2263" b="1" spc="-2" dirty="0">
                <a:solidFill>
                  <a:srgbClr val="FEFEFE"/>
                </a:solidFill>
                <a:latin typeface="Arial Black" panose="020B0A04020102020204" pitchFamily="34" charset="0"/>
                <a:ea typeface="Blogger Sans" panose="02000506030000020004" pitchFamily="50" charset="0"/>
                <a:cs typeface="Arial"/>
              </a:rPr>
              <a:t>UE118</a:t>
            </a:r>
            <a:endParaRPr lang="es-ES" sz="2263" b="1" spc="-3" dirty="0">
              <a:solidFill>
                <a:srgbClr val="FEFEFE"/>
              </a:solidFill>
              <a:latin typeface="Arial Black" panose="020B0A04020102020204" pitchFamily="34" charset="0"/>
              <a:ea typeface="Blogger Sans" panose="02000506030000020004" pitchFamily="50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77083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5022</TotalTime>
  <Words>4191</Words>
  <Application>Microsoft Office PowerPoint</Application>
  <PresentationFormat>Panorámica</PresentationFormat>
  <Paragraphs>897</Paragraphs>
  <Slides>22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8" baseType="lpstr">
      <vt:lpstr>Arial</vt:lpstr>
      <vt:lpstr>wfont_aec3c1_f620df2d71014b3abafcccb466ced7e3</vt:lpstr>
      <vt:lpstr>Verdana</vt:lpstr>
      <vt:lpstr>Montserrat</vt:lpstr>
      <vt:lpstr>wfont_c74276_7f2959f1ea7e42faa77eddc9d63d9725</vt:lpstr>
      <vt:lpstr>Calibri</vt:lpstr>
      <vt:lpstr>Aptos Narrow</vt:lpstr>
      <vt:lpstr>Arial</vt:lpstr>
      <vt:lpstr>Aptos</vt:lpstr>
      <vt:lpstr>Blogger Sans</vt:lpstr>
      <vt:lpstr>Aptos Display</vt:lpstr>
      <vt:lpstr>wfont_aec3c1_c6e746a1811743f388da6a3361f1ceef</vt:lpstr>
      <vt:lpstr>Arial Black</vt:lpstr>
      <vt:lpstr>Poppins</vt:lpstr>
      <vt:lpstr>Swis721 Cn BT</vt:lpstr>
      <vt:lpstr>Tema de Office 2013 - 2022</vt:lpstr>
      <vt:lpstr>UNIDAD EJECUTORA 118  Mejoramiento de la Calidad de la Educación Básica y Superior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NACIONAL DE SANEAMIENTO URBANO</dc:title>
  <dc:creator>Roberto Flores Consiglieri</dc:creator>
  <cp:lastModifiedBy>Dirección Ejecutiva</cp:lastModifiedBy>
  <cp:revision>113</cp:revision>
  <cp:lastPrinted>2026-07-09T12:49:09Z</cp:lastPrinted>
  <dcterms:created xsi:type="dcterms:W3CDTF">2023-03-07T15:24:27Z</dcterms:created>
  <dcterms:modified xsi:type="dcterms:W3CDTF">2026-07-10T21:50:44Z</dcterms:modified>
</cp:coreProperties>
</file>